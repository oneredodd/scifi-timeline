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7"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Lst>
  <p:sldSz cy="5143500" cx="9144000"/>
  <p:notesSz cx="6858000" cy="9144000"/>
  <p:embeddedFontLst>
    <p:embeddedFont>
      <p:font typeface="Mulish"/>
      <p:regular r:id="rId20"/>
      <p:bold r:id="rId21"/>
      <p:italic r:id="rId22"/>
      <p:boldItalic r:id="rId23"/>
    </p:embeddedFont>
    <p:embeddedFont>
      <p:font typeface="Nixie One"/>
      <p:regular r:id="rId24"/>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AE3B864A-1753-4A74-B6D3-FEBDB1B8AD2F}">
  <a:tblStyle styleId="{AE3B864A-1753-4A74-B6D3-FEBDB1B8AD2F}" styleName="Table_0">
    <a:wholeTbl>
      <a:tcTxStyle b="off" i="off">
        <a:font>
          <a:latin typeface="Arial"/>
          <a:ea typeface="Arial"/>
          <a:cs typeface="Arial"/>
        </a:font>
        <a:srgbClr val="000000"/>
      </a:tcTxStyle>
      <a:tcStyle>
        <a:tcBdr>
          <a:left>
            <a:ln cap="flat" cmpd="sng" w="9525">
              <a:solidFill>
                <a:srgbClr val="000000"/>
              </a:solidFill>
              <a:prstDash val="solid"/>
              <a:round/>
              <a:headEnd len="sm" w="sm" type="none"/>
              <a:tailEnd len="sm" w="sm" type="none"/>
            </a:ln>
          </a:left>
          <a:right>
            <a:ln cap="flat" cmpd="sng" w="9525">
              <a:solidFill>
                <a:srgbClr val="000000"/>
              </a:solidFill>
              <a:prstDash val="solid"/>
              <a:round/>
              <a:headEnd len="sm" w="sm" type="none"/>
              <a:tailEnd len="sm" w="sm" type="none"/>
            </a:ln>
          </a:right>
          <a:top>
            <a:ln cap="flat" cmpd="sng" w="9525">
              <a:solidFill>
                <a:srgbClr val="000000"/>
              </a:solidFill>
              <a:prstDash val="solid"/>
              <a:round/>
              <a:headEnd len="sm" w="sm" type="none"/>
              <a:tailEnd len="sm" w="sm" type="none"/>
            </a:ln>
          </a:top>
          <a:bottom>
            <a:ln cap="flat" cmpd="sng" w="9525">
              <a:solidFill>
                <a:srgbClr val="000000"/>
              </a:solidFill>
              <a:prstDash val="solid"/>
              <a:round/>
              <a:headEnd len="sm" w="sm" type="none"/>
              <a:tailEnd len="sm" w="sm" type="none"/>
            </a:ln>
          </a:bottom>
          <a:insideH>
            <a:ln cap="flat" cmpd="sng" w="9525">
              <a:solidFill>
                <a:srgbClr val="000000"/>
              </a:solidFill>
              <a:prstDash val="solid"/>
              <a:round/>
              <a:headEnd len="sm" w="sm" type="none"/>
              <a:tailEnd len="sm" w="sm" type="none"/>
            </a:ln>
          </a:insideH>
          <a:insideV>
            <a:ln cap="flat" cmpd="sng" w="9525">
              <a:solidFill>
                <a:srgbClr val="000000"/>
              </a:solidFill>
              <a:prstDash val="solid"/>
              <a:round/>
              <a:headEnd len="sm" w="sm" type="none"/>
              <a:tailEnd len="sm" w="sm" type="none"/>
            </a:ln>
          </a:insideV>
        </a:tcBdr>
      </a:tcStyle>
    </a:wholeTbl>
    <a:band1H>
      <a:tcTxStyle b="off" i="off"/>
    </a:band1H>
    <a:band2H>
      <a:tcTxStyle b="off" i="off"/>
    </a:band2H>
    <a:band1V>
      <a:tcTxStyle b="off" i="off"/>
    </a:band1V>
    <a:band2V>
      <a:tcTxStyle b="off" i="off"/>
    </a:band2V>
    <a:lastCol>
      <a:tcTxStyle b="off" i="off"/>
    </a:lastCol>
    <a:firstCol>
      <a:tcTxStyle b="off" i="off"/>
    </a:firstCol>
    <a:lastRow>
      <a:tcTxStyle b="off" i="off"/>
    </a:lastRow>
    <a:seCell>
      <a:tcTxStyle b="off" i="off"/>
    </a:seCell>
    <a:swCell>
      <a:tcTxStyle b="off" i="off"/>
    </a:swCell>
    <a:firstRow>
      <a:tcTxStyle b="off" i="off"/>
    </a:firstRow>
    <a:neCell>
      <a:tcTxStyle b="off" i="off"/>
    </a:neCell>
    <a:nwCell>
      <a:tcTxStyle b="off" i="off"/>
    </a:nwCell>
  </a:tblStyle>
</a:tblStyleLst>
</file>

<file path=ppt/_rels/presentation.xml.rels><?xml version="1.0" encoding="UTF-8" standalone="yes"?><Relationships xmlns="http://schemas.openxmlformats.org/package/2006/relationships"><Relationship Id="rId20" Type="http://schemas.openxmlformats.org/officeDocument/2006/relationships/font" Target="fonts/Mulish-regular.fntdata"/><Relationship Id="rId11" Type="http://schemas.openxmlformats.org/officeDocument/2006/relationships/slide" Target="slides/slide6.xml"/><Relationship Id="rId22" Type="http://schemas.openxmlformats.org/officeDocument/2006/relationships/font" Target="fonts/Mulish-italic.fntdata"/><Relationship Id="rId10" Type="http://schemas.openxmlformats.org/officeDocument/2006/relationships/slide" Target="slides/slide5.xml"/><Relationship Id="rId21" Type="http://schemas.openxmlformats.org/officeDocument/2006/relationships/font" Target="fonts/Mulish-bold.fntdata"/><Relationship Id="rId13" Type="http://schemas.openxmlformats.org/officeDocument/2006/relationships/slide" Target="slides/slide8.xml"/><Relationship Id="rId24" Type="http://schemas.openxmlformats.org/officeDocument/2006/relationships/font" Target="fonts/NixieOne-regular.fntdata"/><Relationship Id="rId12" Type="http://schemas.openxmlformats.org/officeDocument/2006/relationships/slide" Target="slides/slide7.xml"/><Relationship Id="rId23" Type="http://schemas.openxmlformats.org/officeDocument/2006/relationships/font" Target="fonts/Mulish-boldItalic.fntdata"/><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5" Type="http://schemas.openxmlformats.org/officeDocument/2006/relationships/notesMaster" Target="notesMasters/notesMaster1.xml"/><Relationship Id="rId19" Type="http://schemas.openxmlformats.org/officeDocument/2006/relationships/slide" Target="slides/slide14.xml"/><Relationship Id="rId6" Type="http://schemas.openxmlformats.org/officeDocument/2006/relationships/slide" Target="slides/slide1.xml"/><Relationship Id="rId18" Type="http://schemas.openxmlformats.org/officeDocument/2006/relationships/slide" Target="slides/slide13.xml"/><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317500" lvl="0" marL="457200" marR="0" rtl="0" algn="l">
              <a:lnSpc>
                <a:spcPct val="100000"/>
              </a:lnSpc>
              <a:spcBef>
                <a:spcPts val="0"/>
              </a:spcBef>
              <a:spcAft>
                <a:spcPts val="0"/>
              </a:spcAft>
              <a:buClr>
                <a:srgbClr val="000000"/>
              </a:buClr>
              <a:buSzPts val="1400"/>
              <a:buFont typeface="Arial"/>
              <a:buChar char="●"/>
              <a:defRPr b="0" i="0" spc="0" sz="1100" u="none" cap="none" strike="noStrike">
                <a:solidFill>
                  <a:srgbClr val="000000"/>
                </a:solidFill>
                <a:latin typeface="Arial"/>
                <a:ea typeface="Arial"/>
                <a:cs typeface="Arial"/>
                <a:sym typeface="Arial"/>
              </a:defRPr>
            </a:lvl1pPr>
            <a:lvl2pPr indent="-317500" lvl="1" marL="914400" marR="0" rtl="0" algn="l">
              <a:lnSpc>
                <a:spcPct val="100000"/>
              </a:lnSpc>
              <a:spcBef>
                <a:spcPts val="0"/>
              </a:spcBef>
              <a:spcAft>
                <a:spcPts val="0"/>
              </a:spcAft>
              <a:buClr>
                <a:srgbClr val="000000"/>
              </a:buClr>
              <a:buSzPts val="1400"/>
              <a:buFont typeface="Arial"/>
              <a:buChar char="○"/>
              <a:defRPr b="0" i="0" spc="0" sz="1100" u="none" cap="none" strike="noStrike">
                <a:solidFill>
                  <a:srgbClr val="000000"/>
                </a:solidFill>
                <a:latin typeface="Arial"/>
                <a:ea typeface="Arial"/>
                <a:cs typeface="Arial"/>
                <a:sym typeface="Arial"/>
              </a:defRPr>
            </a:lvl2pPr>
            <a:lvl3pPr indent="-317500" lvl="2" marL="1371600" marR="0" rtl="0" algn="l">
              <a:lnSpc>
                <a:spcPct val="100000"/>
              </a:lnSpc>
              <a:spcBef>
                <a:spcPts val="0"/>
              </a:spcBef>
              <a:spcAft>
                <a:spcPts val="0"/>
              </a:spcAft>
              <a:buClr>
                <a:srgbClr val="000000"/>
              </a:buClr>
              <a:buSzPts val="1400"/>
              <a:buFont typeface="Arial"/>
              <a:buChar char="■"/>
              <a:defRPr b="0" i="0" spc="0" sz="1100" u="none" cap="none" strike="noStrike">
                <a:solidFill>
                  <a:srgbClr val="000000"/>
                </a:solidFill>
                <a:latin typeface="Arial"/>
                <a:ea typeface="Arial"/>
                <a:cs typeface="Arial"/>
                <a:sym typeface="Arial"/>
              </a:defRPr>
            </a:lvl3pPr>
            <a:lvl4pPr indent="-317500" lvl="3" marL="1828800" marR="0" rtl="0" algn="l">
              <a:lnSpc>
                <a:spcPct val="100000"/>
              </a:lnSpc>
              <a:spcBef>
                <a:spcPts val="0"/>
              </a:spcBef>
              <a:spcAft>
                <a:spcPts val="0"/>
              </a:spcAft>
              <a:buClr>
                <a:srgbClr val="000000"/>
              </a:buClr>
              <a:buSzPts val="1400"/>
              <a:buFont typeface="Arial"/>
              <a:buChar char="●"/>
              <a:defRPr b="0" i="0" spc="0" sz="1100" u="none" cap="none" strike="noStrike">
                <a:solidFill>
                  <a:srgbClr val="000000"/>
                </a:solidFill>
                <a:latin typeface="Arial"/>
                <a:ea typeface="Arial"/>
                <a:cs typeface="Arial"/>
                <a:sym typeface="Arial"/>
              </a:defRPr>
            </a:lvl4pPr>
            <a:lvl5pPr indent="-317500" lvl="4" marL="2286000" marR="0" rtl="0" algn="l">
              <a:lnSpc>
                <a:spcPct val="100000"/>
              </a:lnSpc>
              <a:spcBef>
                <a:spcPts val="0"/>
              </a:spcBef>
              <a:spcAft>
                <a:spcPts val="0"/>
              </a:spcAft>
              <a:buClr>
                <a:srgbClr val="000000"/>
              </a:buClr>
              <a:buSzPts val="1400"/>
              <a:buFont typeface="Arial"/>
              <a:buChar char="○"/>
              <a:defRPr b="0" i="0" spc="0" sz="1100" u="none" cap="none" strike="noStrike">
                <a:solidFill>
                  <a:srgbClr val="000000"/>
                </a:solidFill>
                <a:latin typeface="Arial"/>
                <a:ea typeface="Arial"/>
                <a:cs typeface="Arial"/>
                <a:sym typeface="Arial"/>
              </a:defRPr>
            </a:lvl5pPr>
            <a:lvl6pPr indent="-317500" lvl="5" marL="2743200" marR="0" rtl="0" algn="l">
              <a:lnSpc>
                <a:spcPct val="100000"/>
              </a:lnSpc>
              <a:spcBef>
                <a:spcPts val="0"/>
              </a:spcBef>
              <a:spcAft>
                <a:spcPts val="0"/>
              </a:spcAft>
              <a:buClr>
                <a:srgbClr val="000000"/>
              </a:buClr>
              <a:buSzPts val="1400"/>
              <a:buFont typeface="Arial"/>
              <a:buChar char="■"/>
              <a:defRPr b="0" i="0" spc="0" sz="1100" u="none" cap="none" strike="noStrike">
                <a:solidFill>
                  <a:srgbClr val="000000"/>
                </a:solidFill>
                <a:latin typeface="Arial"/>
                <a:ea typeface="Arial"/>
                <a:cs typeface="Arial"/>
                <a:sym typeface="Arial"/>
              </a:defRPr>
            </a:lvl6pPr>
            <a:lvl7pPr indent="-317500" lvl="6" marL="3200400" marR="0" rtl="0" algn="l">
              <a:lnSpc>
                <a:spcPct val="100000"/>
              </a:lnSpc>
              <a:spcBef>
                <a:spcPts val="0"/>
              </a:spcBef>
              <a:spcAft>
                <a:spcPts val="0"/>
              </a:spcAft>
              <a:buClr>
                <a:srgbClr val="000000"/>
              </a:buClr>
              <a:buSzPts val="1400"/>
              <a:buFont typeface="Arial"/>
              <a:buChar char="●"/>
              <a:defRPr b="0" i="0" spc="0" sz="1100" u="none" cap="none" strike="noStrike">
                <a:solidFill>
                  <a:srgbClr val="000000"/>
                </a:solidFill>
                <a:latin typeface="Arial"/>
                <a:ea typeface="Arial"/>
                <a:cs typeface="Arial"/>
                <a:sym typeface="Arial"/>
              </a:defRPr>
            </a:lvl7pPr>
            <a:lvl8pPr indent="-317500" lvl="7" marL="3657600" marR="0" rtl="0" algn="l">
              <a:lnSpc>
                <a:spcPct val="100000"/>
              </a:lnSpc>
              <a:spcBef>
                <a:spcPts val="0"/>
              </a:spcBef>
              <a:spcAft>
                <a:spcPts val="0"/>
              </a:spcAft>
              <a:buClr>
                <a:srgbClr val="000000"/>
              </a:buClr>
              <a:buSzPts val="1400"/>
              <a:buFont typeface="Arial"/>
              <a:buChar char="○"/>
              <a:defRPr b="0" i="0" spc="0" sz="1100" u="none" cap="none" strike="noStrike">
                <a:solidFill>
                  <a:srgbClr val="000000"/>
                </a:solidFill>
                <a:latin typeface="Arial"/>
                <a:ea typeface="Arial"/>
                <a:cs typeface="Arial"/>
                <a:sym typeface="Arial"/>
              </a:defRPr>
            </a:lvl8pPr>
            <a:lvl9pPr indent="-317500" lvl="8" marL="4114800" marR="0" rtl="0" algn="l">
              <a:lnSpc>
                <a:spcPct val="100000"/>
              </a:lnSpc>
              <a:spcBef>
                <a:spcPts val="0"/>
              </a:spcBef>
              <a:spcAft>
                <a:spcPts val="0"/>
              </a:spcAft>
              <a:buClr>
                <a:srgbClr val="000000"/>
              </a:buClr>
              <a:buSzPts val="1400"/>
              <a:buFont typeface="Arial"/>
              <a:buChar char="■"/>
              <a:defRPr b="0" i="0" spc="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04" name="Shape 1404"/>
        <p:cNvGrpSpPr/>
        <p:nvPr/>
      </p:nvGrpSpPr>
      <p:grpSpPr>
        <a:xfrm>
          <a:off x="0" y="0"/>
          <a:ext cx="0" cy="0"/>
          <a:chOff x="0" y="0"/>
          <a:chExt cx="0" cy="0"/>
        </a:xfrm>
      </p:grpSpPr>
      <p:sp>
        <p:nvSpPr>
          <p:cNvPr id="1405" name="Google Shape;1405;p1: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406" name="Google Shape;1406;p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400"/>
              <a:buNone/>
            </a:pPr>
            <a:r>
              <a:rPr lang="en-GB"/>
              <a:t>Welcome. This talk is about my side project: a hand-built dataset of sci-fi films that name a future year. The paper is called ‘Roads? Where We’re Going: the movies promised me flying cars, so I kept score’.</a:t>
            </a:r>
            <a:endParaRPr/>
          </a:p>
          <a:p>
            <a:pPr indent="0" lvl="0" marL="0" rtl="0" algn="l">
              <a:lnSpc>
                <a:spcPct val="100000"/>
              </a:lnSpc>
              <a:spcBef>
                <a:spcPts val="0"/>
              </a:spcBef>
              <a:spcAft>
                <a:spcPts val="0"/>
              </a:spcAft>
              <a:buSzPts val="1400"/>
              <a:buNone/>
            </a:pPr>
            <a:r>
              <a:rPr lang="en-GB"/>
              <a:t>Two things I look at: how far ahead the films look, and, for the futures that have now arrived, how often they got it right.</a:t>
            </a:r>
            <a:endParaRPr/>
          </a:p>
          <a:p>
            <a:pPr indent="0" lvl="0" marL="0" rtl="0" algn="l">
              <a:lnSpc>
                <a:spcPct val="100000"/>
              </a:lnSpc>
              <a:spcBef>
                <a:spcPts val="0"/>
              </a:spcBef>
              <a:spcAft>
                <a:spcPts val="0"/>
              </a:spcAft>
              <a:buSzPts val="1400"/>
              <a:buNone/>
            </a:pPr>
            <a:r>
              <a:rPr lang="en-GB"/>
              <a:t>Project site, data and paper: https://oneredodd.github.io/scifi-timeline/</a:t>
            </a:r>
            <a:endParaRPr/>
          </a:p>
          <a:p>
            <a:pPr indent="0" lvl="0" marL="0" rtl="0" algn="l">
              <a:lnSpc>
                <a:spcPct val="100000"/>
              </a:lnSpc>
              <a:spcBef>
                <a:spcPts val="0"/>
              </a:spcBef>
              <a:spcAft>
                <a:spcPts val="0"/>
              </a:spcAft>
              <a:buSzPts val="1400"/>
              <a:buNone/>
            </a:pPr>
            <a:r>
              <a:rPr lang="en-GB"/>
              <a:t>Design: my SlidesCarnival hexagon template.</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11" name="Shape 1411"/>
        <p:cNvGrpSpPr/>
        <p:nvPr/>
      </p:nvGrpSpPr>
      <p:grpSpPr>
        <a:xfrm>
          <a:off x="0" y="0"/>
          <a:ext cx="0" cy="0"/>
          <a:chOff x="0" y="0"/>
          <a:chExt cx="0" cy="0"/>
        </a:xfrm>
      </p:grpSpPr>
      <p:sp>
        <p:nvSpPr>
          <p:cNvPr id="1412" name="Google Shape;1412;p2: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413" name="Google Shape;1413;p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400"/>
              <a:buNone/>
            </a:pPr>
            <a:r>
              <a:rPr lang="en-GB"/>
              <a:t>Two questions drive everything that follows.</a:t>
            </a:r>
            <a:endParaRPr/>
          </a:p>
          <a:p>
            <a:pPr indent="0" lvl="0" marL="0" rtl="0" algn="l">
              <a:lnSpc>
                <a:spcPct val="100000"/>
              </a:lnSpc>
              <a:spcBef>
                <a:spcPts val="0"/>
              </a:spcBef>
              <a:spcAft>
                <a:spcPts val="0"/>
              </a:spcAft>
              <a:buSzPts val="1400"/>
              <a:buNone/>
            </a:pPr>
            <a:r>
              <a:rPr lang="en-GB"/>
              <a:t>First: how far ahead do sci-fi films set their stories? Second: now that many of those futures have arrived, how often were they right?</a:t>
            </a:r>
            <a:endParaRPr/>
          </a:p>
          <a:p>
            <a:pPr indent="0" lvl="0" marL="0" rtl="0" algn="l">
              <a:lnSpc>
                <a:spcPct val="100000"/>
              </a:lnSpc>
              <a:spcBef>
                <a:spcPts val="0"/>
              </a:spcBef>
              <a:spcAft>
                <a:spcPts val="0"/>
              </a:spcAft>
              <a:buSzPts val="1400"/>
              <a:buNone/>
            </a:pPr>
            <a:r>
              <a:rPr lang="en-GB"/>
              <a:t>I built everything by hand: I collected every film and setting year and scored every prediction myself, then checked my own work (twice).</a:t>
            </a:r>
            <a:endParaRPr/>
          </a:p>
          <a:p>
            <a:pPr indent="0" lvl="0" marL="0" rtl="0" algn="l">
              <a:lnSpc>
                <a:spcPct val="100000"/>
              </a:lnSpc>
              <a:spcBef>
                <a:spcPts val="0"/>
              </a:spcBef>
              <a:spcAft>
                <a:spcPts val="0"/>
              </a:spcAft>
              <a:buSzPts val="1400"/>
              <a:buNone/>
            </a:pPr>
            <a:r>
              <a:rPr lang="en-GB"/>
              <a:t>Rocket and planet icon: part of the SlidesCarnival template artwork.</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76" name="Shape 1476"/>
        <p:cNvGrpSpPr/>
        <p:nvPr/>
      </p:nvGrpSpPr>
      <p:grpSpPr>
        <a:xfrm>
          <a:off x="0" y="0"/>
          <a:ext cx="0" cy="0"/>
          <a:chOff x="0" y="0"/>
          <a:chExt cx="0" cy="0"/>
        </a:xfrm>
      </p:grpSpPr>
      <p:sp>
        <p:nvSpPr>
          <p:cNvPr id="1477" name="Google Shape;1477;p3: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478" name="Google Shape;1478;p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400"/>
              <a:buNone/>
            </a:pPr>
            <a:r>
              <a:rPr lang="en-GB"/>
              <a:t>What went in: 233 released films from 1910 to 2026 (217 theatrical, 15 streaming, 1 non-theatrical), each set in a named future year on humanity’s current calendar.</a:t>
            </a:r>
            <a:endParaRPr/>
          </a:p>
          <a:p>
            <a:pPr indent="0" lvl="0" marL="0" rtl="0" algn="l">
              <a:lnSpc>
                <a:spcPct val="100000"/>
              </a:lnSpc>
              <a:spcBef>
                <a:spcPts val="0"/>
              </a:spcBef>
              <a:spcAft>
                <a:spcPts val="0"/>
              </a:spcAft>
              <a:buSzPts val="1400"/>
              <a:buNone/>
            </a:pPr>
            <a:r>
              <a:rPr lang="en-GB"/>
              <a:t>Every setting year has a source: Wikipedia, AFI, BFI, the Science Fiction Encyclopedia and others; the URL for each film is in films.csv.</a:t>
            </a:r>
            <a:endParaRPr/>
          </a:p>
          <a:p>
            <a:pPr indent="0" lvl="0" marL="0" rtl="0" algn="l">
              <a:lnSpc>
                <a:spcPct val="100000"/>
              </a:lnSpc>
              <a:spcBef>
                <a:spcPts val="0"/>
              </a:spcBef>
              <a:spcAft>
                <a:spcPts val="0"/>
              </a:spcAft>
              <a:buSzPts val="1400"/>
              <a:buNone/>
            </a:pPr>
            <a:r>
              <a:rPr lang="en-GB"/>
              <a:t>My rules: released films only; no invented calendars such as Star Wars, no alternate histories; ambiguous years are flagged with an asterisk (49 films), never guessed.</a:t>
            </a:r>
            <a:endParaRPr/>
          </a:p>
          <a:p>
            <a:pPr indent="0" lvl="0" marL="0" rtl="0" algn="l">
              <a:lnSpc>
                <a:spcPct val="100000"/>
              </a:lnSpc>
              <a:spcBef>
                <a:spcPts val="0"/>
              </a:spcBef>
              <a:spcAft>
                <a:spcPts val="0"/>
              </a:spcAft>
              <a:buSzPts val="1400"/>
              <a:buNone/>
            </a:pPr>
            <a:r>
              <a:rPr lang="en-GB"/>
              <a:t>The gap is simply setting year minus release year. Metropolis (1927), pictured, is set in 2026: a gap of 99 years.</a:t>
            </a:r>
            <a:endParaRPr/>
          </a:p>
          <a:p>
            <a:pPr indent="0" lvl="0" marL="0" rtl="0" algn="l">
              <a:lnSpc>
                <a:spcPct val="100000"/>
              </a:lnSpc>
              <a:spcBef>
                <a:spcPts val="0"/>
              </a:spcBef>
              <a:spcAft>
                <a:spcPts val="0"/>
              </a:spcAft>
              <a:buSzPts val="1400"/>
              <a:buNone/>
            </a:pPr>
            <a:r>
              <a:rPr lang="en-GB"/>
              <a:t>Sources: project stats_summary.md and films.csv; https://oneredodd.github.io/scifi-timeline/</a:t>
            </a:r>
            <a:endParaRPr/>
          </a:p>
          <a:p>
            <a:pPr indent="0" lvl="0" marL="0" rtl="0" algn="l">
              <a:lnSpc>
                <a:spcPct val="100000"/>
              </a:lnSpc>
              <a:spcBef>
                <a:spcPts val="0"/>
              </a:spcBef>
              <a:spcAft>
                <a:spcPts val="0"/>
              </a:spcAft>
              <a:buSzPts val="1400"/>
              <a:buNone/>
            </a:pPr>
            <a:r>
              <a:rPr lang="en-GB"/>
              <a:t>Image: set photograph of the main commercial street in Metropolis (1927), by Horst von Harbou. Licence: public domain (Wikimedia Commons). Source: https://commons.wikimedia.org/wiki/File:Set_photograph_from_%22Metropolis%22_(1927).jpg</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83" name="Shape 1483"/>
        <p:cNvGrpSpPr/>
        <p:nvPr/>
      </p:nvGrpSpPr>
      <p:grpSpPr>
        <a:xfrm>
          <a:off x="0" y="0"/>
          <a:ext cx="0" cy="0"/>
          <a:chOff x="0" y="0"/>
          <a:chExt cx="0" cy="0"/>
        </a:xfrm>
      </p:grpSpPr>
      <p:sp>
        <p:nvSpPr>
          <p:cNvPr id="1484" name="Google Shape;1484;p4: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485" name="Google Shape;1485;p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400"/>
              <a:buNone/>
            </a:pPr>
            <a:r>
              <a:rPr lang="en-GB"/>
              <a:t>The full chart: every one of the 233 films is a bar from release year to setting year. The screen shows my live site, sorted by release year, 1910s to 1960s.</a:t>
            </a:r>
            <a:endParaRPr/>
          </a:p>
          <a:p>
            <a:pPr indent="0" lvl="0" marL="0" rtl="0" algn="l">
              <a:lnSpc>
                <a:spcPct val="100000"/>
              </a:lnSpc>
              <a:spcBef>
                <a:spcPts val="0"/>
              </a:spcBef>
              <a:spcAft>
                <a:spcPts val="0"/>
              </a:spcAft>
              <a:buSzPts val="1400"/>
              <a:buNone/>
            </a:pPr>
            <a:r>
              <a:rPr lang="en-GB"/>
              <a:t>Three to look out for. Metropolis (1927) is set in 2026, 99 years ahead, this very year; but I’ve flagged it, because the film itself gives no year: 2026 comes from later material (the 1963 Ace Books edition and the title card of the 1984 Moroder version).</a:t>
            </a:r>
            <a:endParaRPr/>
          </a:p>
          <a:p>
            <a:pPr indent="0" lvl="0" marL="0" rtl="0" algn="l">
              <a:lnSpc>
                <a:spcPct val="100000"/>
              </a:lnSpc>
              <a:spcBef>
                <a:spcPts val="0"/>
              </a:spcBef>
              <a:spcAft>
                <a:spcPts val="0"/>
              </a:spcAft>
              <a:buSzPts val="1400"/>
              <a:buNone/>
            </a:pPr>
            <a:r>
              <a:rPr lang="en-GB"/>
              <a:t>Back to the Future Part II (1989) goes to 2015, 26 years ahead (further down the list, in the 1980s). The Time Machine (1960) goes to 802,701 AD, 800,741 years ahead, so far off the scale that it gets an arrow.</a:t>
            </a:r>
            <a:endParaRPr/>
          </a:p>
          <a:p>
            <a:pPr indent="0" lvl="0" marL="0" rtl="0" algn="l">
              <a:lnSpc>
                <a:spcPct val="100000"/>
              </a:lnSpc>
              <a:spcBef>
                <a:spcPts val="0"/>
              </a:spcBef>
              <a:spcAft>
                <a:spcPts val="0"/>
              </a:spcAft>
              <a:buSzPts val="1400"/>
              <a:buNone/>
            </a:pPr>
            <a:r>
              <a:rPr lang="en-GB"/>
              <a:t>Interactive version: https://oneredodd.github.io/scifi-timeline/</a:t>
            </a:r>
            <a:endParaRPr/>
          </a:p>
          <a:p>
            <a:pPr indent="0" lvl="0" marL="0" rtl="0" algn="l">
              <a:lnSpc>
                <a:spcPct val="100000"/>
              </a:lnSpc>
              <a:spcBef>
                <a:spcPts val="0"/>
              </a:spcBef>
              <a:spcAft>
                <a:spcPts val="0"/>
              </a:spcAft>
              <a:buSzPts val="1400"/>
              <a:buNone/>
            </a:pPr>
            <a:r>
              <a:rPr lang="en-GB"/>
              <a:t>Image: screenshot of my own live interactive timeline (https://oneredodd.github.io/scifi-timeline/). Data: films.csv; figures checked against stats_summary.md (the 233-film update).</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93" name="Shape 1493"/>
        <p:cNvGrpSpPr/>
        <p:nvPr/>
      </p:nvGrpSpPr>
      <p:grpSpPr>
        <a:xfrm>
          <a:off x="0" y="0"/>
          <a:ext cx="0" cy="0"/>
          <a:chOff x="0" y="0"/>
          <a:chExt cx="0" cy="0"/>
        </a:xfrm>
      </p:grpSpPr>
      <p:sp>
        <p:nvSpPr>
          <p:cNvPr id="1494" name="Google Shape;1494;p5: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495" name="Google Shape;1495;p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400"/>
              <a:buNone/>
            </a:pPr>
            <a:r>
              <a:rPr lang="en-GB"/>
              <a:t>A typical film looks about 34 years ahead: that is the median gap across all 233 films.</a:t>
            </a:r>
            <a:endParaRPr/>
          </a:p>
          <a:p>
            <a:pPr indent="0" lvl="0" marL="0" rtl="0" algn="l">
              <a:lnSpc>
                <a:spcPct val="100000"/>
              </a:lnSpc>
              <a:spcBef>
                <a:spcPts val="0"/>
              </a:spcBef>
              <a:spcAft>
                <a:spcPts val="0"/>
              </a:spcAft>
              <a:buSzPts val="1400"/>
              <a:buNone/>
            </a:pPr>
            <a:r>
              <a:rPr lang="en-GB"/>
              <a:t>Why not the mean? It is 7,037.9 years, because The Time Machine (1960) jumps 800,741 years. Even without the three extreme outliers (both Time Machines and Vampire Hunter D) the mean is 123.0, while the median barely moves (33). So the median is the honest summary.</a:t>
            </a:r>
            <a:endParaRPr/>
          </a:p>
          <a:p>
            <a:pPr indent="0" lvl="0" marL="0" rtl="0" algn="l">
              <a:lnSpc>
                <a:spcPct val="100000"/>
              </a:lnSpc>
              <a:spcBef>
                <a:spcPts val="0"/>
              </a:spcBef>
              <a:spcAft>
                <a:spcPts val="0"/>
              </a:spcAft>
              <a:buSzPts val="1400"/>
              <a:buNone/>
            </a:pPr>
            <a:r>
              <a:rPr lang="en-GB"/>
              <a:t>Shortest gap: 1 year (Terminator: Dark Fate).</a:t>
            </a:r>
            <a:endParaRPr/>
          </a:p>
          <a:p>
            <a:pPr indent="0" lvl="0" marL="0" rtl="0" algn="l">
              <a:lnSpc>
                <a:spcPct val="100000"/>
              </a:lnSpc>
              <a:spcBef>
                <a:spcPts val="0"/>
              </a:spcBef>
              <a:spcAft>
                <a:spcPts val="0"/>
              </a:spcAft>
              <a:buSzPts val="1400"/>
              <a:buNone/>
            </a:pPr>
            <a:r>
              <a:rPr lang="en-GB"/>
              <a:t>Source: project stats_summary.md (the 233-film update) and films.csv; https://oneredodd.github.io/scifi-timeline/</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98" name="Shape 1498"/>
        <p:cNvGrpSpPr/>
        <p:nvPr/>
      </p:nvGrpSpPr>
      <p:grpSpPr>
        <a:xfrm>
          <a:off x="0" y="0"/>
          <a:ext cx="0" cy="0"/>
          <a:chOff x="0" y="0"/>
          <a:chExt cx="0" cy="0"/>
        </a:xfrm>
      </p:grpSpPr>
      <p:sp>
        <p:nvSpPr>
          <p:cNvPr id="1499" name="Google Shape;1499;p6: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500" name="Google Shape;1500;p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400"/>
              <a:buNone/>
            </a:pPr>
            <a:r>
              <a:rPr lang="en-GB"/>
              <a:t>81 of the 233 films (35%) are set in a year on or before 2026, so their future has arrived.</a:t>
            </a:r>
            <a:endParaRPr/>
          </a:p>
          <a:p>
            <a:pPr indent="0" lvl="0" marL="0" rtl="0" algn="l">
              <a:lnSpc>
                <a:spcPct val="100000"/>
              </a:lnSpc>
              <a:spcBef>
                <a:spcPts val="0"/>
              </a:spcBef>
              <a:spcAft>
                <a:spcPts val="0"/>
              </a:spcAft>
              <a:buSzPts val="1400"/>
              <a:buNone/>
            </a:pPr>
            <a:r>
              <a:rPr lang="en-GB"/>
              <a:t>Only these can be scored: each prediction is judged by the film’s own setting year. 75 of the 81 have at least one scored prediction; the other six have only premise items.</a:t>
            </a:r>
            <a:endParaRPr/>
          </a:p>
          <a:p>
            <a:pPr indent="0" lvl="0" marL="0" rtl="0" algn="l">
              <a:lnSpc>
                <a:spcPct val="100000"/>
              </a:lnSpc>
              <a:spcBef>
                <a:spcPts val="0"/>
              </a:spcBef>
              <a:spcAft>
                <a:spcPts val="0"/>
              </a:spcAft>
              <a:buSzPts val="1400"/>
              <a:buNone/>
            </a:pPr>
            <a:r>
              <a:rPr lang="en-GB"/>
              <a:t>The share fell from 42% with the 233-film update, because many of the films I added are set further ahead.</a:t>
            </a:r>
            <a:endParaRPr/>
          </a:p>
          <a:p>
            <a:pPr indent="0" lvl="0" marL="0" rtl="0" algn="l">
              <a:lnSpc>
                <a:spcPct val="100000"/>
              </a:lnSpc>
              <a:spcBef>
                <a:spcPts val="0"/>
              </a:spcBef>
              <a:spcAft>
                <a:spcPts val="0"/>
              </a:spcAft>
              <a:buSzPts val="1400"/>
              <a:buNone/>
            </a:pPr>
            <a:r>
              <a:rPr lang="en-GB"/>
              <a:t>Source: project stats_summary.md (the 233-film update) and films.csv.</a:t>
            </a:r>
            <a:endParaRPr/>
          </a:p>
          <a:p>
            <a:pPr indent="0" lvl="0" marL="0" rtl="0" algn="l">
              <a:lnSpc>
                <a:spcPct val="100000"/>
              </a:lnSpc>
              <a:spcBef>
                <a:spcPts val="0"/>
              </a:spcBef>
              <a:spcAft>
                <a:spcPts val="0"/>
              </a:spcAft>
              <a:buSzPts val="1400"/>
              <a:buNone/>
            </a:pPr>
            <a:r>
              <a:rPr lang="en-GB"/>
              <a:t>Image: Earthrise, Apollo 8, 24 December 1968, NASA / Bill Anders. Licence: public domain (NASA). Source: https://commons.wikimedia.org/wiki/File:NASA-Apollo8-Dec24-Earthrise.jpg</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05" name="Shape 1505"/>
        <p:cNvGrpSpPr/>
        <p:nvPr/>
      </p:nvGrpSpPr>
      <p:grpSpPr>
        <a:xfrm>
          <a:off x="0" y="0"/>
          <a:ext cx="0" cy="0"/>
          <a:chOff x="0" y="0"/>
          <a:chExt cx="0" cy="0"/>
        </a:xfrm>
      </p:grpSpPr>
      <p:sp>
        <p:nvSpPr>
          <p:cNvPr id="1506" name="Google Shape;1506;p7: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507" name="Google Shape;1507;p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400"/>
              <a:buNone/>
            </a:pPr>
            <a:r>
              <a:rPr lang="en-GB"/>
              <a:t>So, did they get it right? Mostly not. Of 220 predictions I scored from 75 films, 25 came true outright (11.4%, about 1 in 9) and 39 sort of did. Counting a near-miss as half, the score is 20.2%, about 1 in 5.</a:t>
            </a:r>
            <a:endParaRPr/>
          </a:p>
          <a:p>
            <a:pPr indent="0" lvl="0" marL="0" rtl="0" algn="l">
              <a:lnSpc>
                <a:spcPct val="100000"/>
              </a:lnSpc>
              <a:spcBef>
                <a:spcPts val="0"/>
              </a:spcBef>
              <a:spcAft>
                <a:spcPts val="0"/>
              </a:spcAft>
              <a:buSzPts val="1400"/>
              <a:buNone/>
            </a:pPr>
            <a:r>
              <a:rPr lang="en-GB"/>
              <a:t>My rules: each prediction is judged by the film’s own setting year, so anything that arrived later counts as didn’t. Technology that already existed at release, and plot devices (aliens, time travel), are excluded.</a:t>
            </a:r>
            <a:endParaRPr/>
          </a:p>
          <a:p>
            <a:pPr indent="0" lvl="0" marL="0" rtl="0" algn="l">
              <a:lnSpc>
                <a:spcPct val="100000"/>
              </a:lnSpc>
              <a:spcBef>
                <a:spcPts val="0"/>
              </a:spcBef>
              <a:spcAft>
                <a:spcPts val="0"/>
              </a:spcAft>
              <a:buSzPts val="1400"/>
              <a:buNone/>
            </a:pPr>
            <a:r>
              <a:rPr lang="en-GB"/>
              <a:t>Robustness: dropping the 20 thin-evidence films gives 21.8%; weighting each film equally gives 16.9%.</a:t>
            </a:r>
            <a:endParaRPr/>
          </a:p>
          <a:p>
            <a:pPr indent="0" lvl="0" marL="0" rtl="0" algn="l">
              <a:lnSpc>
                <a:spcPct val="100000"/>
              </a:lnSpc>
              <a:spcBef>
                <a:spcPts val="0"/>
              </a:spcBef>
              <a:spcAft>
                <a:spcPts val="0"/>
              </a:spcAft>
              <a:buSzPts val="1400"/>
              <a:buNone/>
            </a:pPr>
            <a:r>
              <a:rPr lang="en-GB"/>
              <a:t>Sources: project stats_summary.md (the 233-film update) and predictions.csv (220 rows with scored = yes); https://oneredodd.github.io/scifi-timeline/</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16" name="Shape 1516"/>
        <p:cNvGrpSpPr/>
        <p:nvPr/>
      </p:nvGrpSpPr>
      <p:grpSpPr>
        <a:xfrm>
          <a:off x="0" y="0"/>
          <a:ext cx="0" cy="0"/>
          <a:chOff x="0" y="0"/>
          <a:chExt cx="0" cy="0"/>
        </a:xfrm>
      </p:grpSpPr>
      <p:sp>
        <p:nvSpPr>
          <p:cNvPr id="1517" name="Google Shape;1517;p8: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518" name="Google Shape;1518;p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400"/>
              <a:buNone/>
            </a:pPr>
            <a:r>
              <a:rPr lang="en-GB"/>
              <a:t>The three films everyone asks about all beat the 20.2% average.</a:t>
            </a:r>
            <a:endParaRPr/>
          </a:p>
          <a:p>
            <a:pPr indent="0" lvl="0" marL="0" rtl="0" algn="l">
              <a:lnSpc>
                <a:spcPct val="100000"/>
              </a:lnSpc>
              <a:spcBef>
                <a:spcPts val="0"/>
              </a:spcBef>
              <a:spcAft>
                <a:spcPts val="0"/>
              </a:spcAft>
              <a:buSzPts val="1400"/>
              <a:buNone/>
            </a:pPr>
            <a:r>
              <a:rPr lang="en-GB"/>
              <a:t>2001: A Space Odyssey (1968, set 2001): 2 came true, 3 sort of, 5 didn’t: 35%. Hit: voice-print identification. Miss: the permanent Moon base (Clavius).</a:t>
            </a:r>
            <a:endParaRPr/>
          </a:p>
          <a:p>
            <a:pPr indent="0" lvl="0" marL="0" rtl="0" algn="l">
              <a:lnSpc>
                <a:spcPct val="100000"/>
              </a:lnSpc>
              <a:spcBef>
                <a:spcPts val="0"/>
              </a:spcBef>
              <a:spcAft>
                <a:spcPts val="0"/>
              </a:spcAft>
              <a:buSzPts val="1400"/>
              <a:buNone/>
            </a:pPr>
            <a:r>
              <a:rPr lang="en-GB"/>
              <a:t>Blade Runner (1982, set 2019): 3 / 1 / 5: 39%. Hit: video calls from a phone booth. Miss: flying cars (spinners) in everyday use.</a:t>
            </a:r>
            <a:endParaRPr/>
          </a:p>
          <a:p>
            <a:pPr indent="0" lvl="0" marL="0" rtl="0" algn="l">
              <a:lnSpc>
                <a:spcPct val="100000"/>
              </a:lnSpc>
              <a:spcBef>
                <a:spcPts val="0"/>
              </a:spcBef>
              <a:spcAft>
                <a:spcPts val="0"/>
              </a:spcAft>
              <a:buSzPts val="1400"/>
              <a:buNone/>
            </a:pPr>
            <a:r>
              <a:rPr lang="en-GB"/>
              <a:t>Back to the Future Part II (1989, set 2015): 4 / 1 / 5: 45%. Hits: video calls on the home TV, drones. Miss: hoverboards.</a:t>
            </a:r>
            <a:endParaRPr/>
          </a:p>
          <a:p>
            <a:pPr indent="0" lvl="0" marL="0" rtl="0" algn="l">
              <a:lnSpc>
                <a:spcPct val="100000"/>
              </a:lnSpc>
              <a:spcBef>
                <a:spcPts val="0"/>
              </a:spcBef>
              <a:spcAft>
                <a:spcPts val="0"/>
              </a:spcAft>
              <a:buSzPts val="1400"/>
              <a:buNone/>
            </a:pPr>
            <a:r>
              <a:rPr lang="en-GB"/>
              <a:t>Sources: stats_summary.md (the 233-film update) headline films table; predictions.csv rows for each film.</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24" name="Shape 1524"/>
        <p:cNvGrpSpPr/>
        <p:nvPr/>
      </p:nvGrpSpPr>
      <p:grpSpPr>
        <a:xfrm>
          <a:off x="0" y="0"/>
          <a:ext cx="0" cy="0"/>
          <a:chOff x="0" y="0"/>
          <a:chExt cx="0" cy="0"/>
        </a:xfrm>
      </p:grpSpPr>
      <p:sp>
        <p:nvSpPr>
          <p:cNvPr id="1525" name="Google Shape;1525;p9: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526" name="Google Shape;1526;p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400"/>
              <a:buNone/>
            </a:pPr>
            <a:r>
              <a:rPr lang="en-GB"/>
              <a:t>By theme, communication is far ahead: 57.5% (20 predictions from 10 films; 45% came true outright). Video calls, flat screens and voice control.</a:t>
            </a:r>
            <a:endParaRPr/>
          </a:p>
          <a:p>
            <a:pPr indent="0" lvl="0" marL="0" rtl="0" algn="l">
              <a:lnSpc>
                <a:spcPct val="100000"/>
              </a:lnSpc>
              <a:spcBef>
                <a:spcPts val="0"/>
              </a:spcBef>
              <a:spcAft>
                <a:spcPts val="0"/>
              </a:spcAft>
              <a:buSzPts val="1400"/>
              <a:buNone/>
            </a:pPr>
            <a:r>
              <a:rPr lang="en-GB"/>
              <a:t>Computing/AI comes next at 30.3% (33 predictions). At the bottom: society/politics 10.9% (64 predictions) and transport 12.5%, from just 12 forecasts.</a:t>
            </a:r>
            <a:endParaRPr/>
          </a:p>
          <a:p>
            <a:pPr indent="0" lvl="0" marL="0" rtl="0" algn="l">
              <a:lnSpc>
                <a:spcPct val="100000"/>
              </a:lnSpc>
              <a:spcBef>
                <a:spcPts val="0"/>
              </a:spcBef>
              <a:spcAft>
                <a:spcPts val="0"/>
              </a:spcAft>
              <a:buSzPts val="1400"/>
              <a:buNone/>
            </a:pPr>
            <a:r>
              <a:rPr lang="en-GB"/>
              <a:t>Caution: most theme cells have fewer than 30 predictions, and only communication survives a multiple-comparison correction (from my first round of checks), so I wouldn’t read much into the order below it.</a:t>
            </a:r>
            <a:endParaRPr/>
          </a:p>
          <a:p>
            <a:pPr indent="0" lvl="0" marL="0" rtl="0" algn="l">
              <a:lnSpc>
                <a:spcPct val="100000"/>
              </a:lnSpc>
              <a:spcBef>
                <a:spcPts val="0"/>
              </a:spcBef>
              <a:spcAft>
                <a:spcPts val="0"/>
              </a:spcAft>
              <a:buSzPts val="1400"/>
              <a:buNone/>
            </a:pPr>
            <a:r>
              <a:rPr lang="en-GB"/>
              <a:t>Sources: stats_summary.md (the 233-film update) by-theme table; predictions.csv; audit_findings.md.</a:t>
            </a:r>
            <a:endParaRPr/>
          </a:p>
          <a:p>
            <a:pPr indent="0" lvl="0" marL="0" rtl="0" algn="l">
              <a:lnSpc>
                <a:spcPct val="100000"/>
              </a:lnSpc>
              <a:spcBef>
                <a:spcPts val="0"/>
              </a:spcBef>
              <a:spcAft>
                <a:spcPts val="0"/>
              </a:spcAft>
              <a:buSzPts val="1400"/>
              <a:buNone/>
            </a:pPr>
            <a:r>
              <a:rPr lang="en-GB"/>
              <a:t>Chart: my own chart, charts/score_by_theme.png (drawn by src/make_theme_chart.py from predictions.csv), a square re-draw of paper/figures/fig_theme_scores.png made for this talk.</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31" name="Shape 1531"/>
        <p:cNvGrpSpPr/>
        <p:nvPr/>
      </p:nvGrpSpPr>
      <p:grpSpPr>
        <a:xfrm>
          <a:off x="0" y="0"/>
          <a:ext cx="0" cy="0"/>
          <a:chOff x="0" y="0"/>
          <a:chExt cx="0" cy="0"/>
        </a:xfrm>
      </p:grpSpPr>
      <p:sp>
        <p:nvSpPr>
          <p:cNvPr id="1532" name="Google Shape;1532;p10: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533" name="Google Shape;1533;p1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400"/>
              <a:buNone/>
            </a:pPr>
            <a:r>
              <a:rPr lang="en-GB"/>
              <a:t>Where’s my flying car? Transport is one of the weakest themes: 12.5% from just 12 scored forecasts (1 came true, 1 sort of, 10 didn’t). The one hit is The Great Air Robbery (1919): night air mail by 1925.</a:t>
            </a:r>
            <a:endParaRPr/>
          </a:p>
          <a:p>
            <a:pPr indent="0" lvl="0" marL="0" rtl="0" algn="l">
              <a:lnSpc>
                <a:spcPct val="100000"/>
              </a:lnSpc>
              <a:spcBef>
                <a:spcPts val="0"/>
              </a:spcBef>
              <a:spcAft>
                <a:spcPts val="0"/>
              </a:spcAft>
              <a:buSzPts val="1400"/>
              <a:buNone/>
            </a:pPr>
            <a:r>
              <a:rPr lang="en-GB"/>
              <a:t>Every flying-car forecast I scored is a miss: Die Große Wette (air cabs by 2000), Just Imagine (personal aircraft by 1980), The Shining Future (family rocket planes and helicopters by 1960), Blade Runner (spinners in 2019) and Back to the Future Part II (2015).</a:t>
            </a:r>
            <a:endParaRPr/>
          </a:p>
          <a:p>
            <a:pPr indent="0" lvl="0" marL="0" rtl="0" algn="l">
              <a:lnSpc>
                <a:spcPct val="100000"/>
              </a:lnSpc>
              <a:spcBef>
                <a:spcPts val="0"/>
              </a:spcBef>
              <a:spcAft>
                <a:spcPts val="0"/>
              </a:spcAft>
              <a:buSzPts val="1400"/>
              <a:buNone/>
            </a:pPr>
            <a:r>
              <a:rPr lang="en-GB"/>
              <a:t>Function versus form: electric air taxis (eVTOL) now fly, but as prototypes, still pre-production. Joby Aviation (11 March 2026), ‘Joby’s first FAA-conforming aircraft takes flight’ [press release], https://www.jobyaviation.com/news/joby-s-first-faa-conforming-aircraft-takes-flight</a:t>
            </a:r>
            <a:endParaRPr/>
          </a:p>
          <a:p>
            <a:pPr indent="0" lvl="0" marL="0" rtl="0" algn="l">
              <a:lnSpc>
                <a:spcPct val="100000"/>
              </a:lnSpc>
              <a:spcBef>
                <a:spcPts val="0"/>
              </a:spcBef>
              <a:spcAft>
                <a:spcPts val="0"/>
              </a:spcAft>
              <a:buSzPts val="1400"/>
              <a:buNone/>
            </a:pPr>
            <a:r>
              <a:rPr lang="en-GB"/>
              <a:t>Sources: stats_summary.md (the 233-film update) by-theme table; predictions.csv (theme = transport, scored = yes); paper/paper.md sections 6.6 and 8.2 (‘Where’s my flying car?’).</a:t>
            </a:r>
            <a:endParaRPr/>
          </a:p>
          <a:p>
            <a:pPr indent="0" lvl="0" marL="0" rtl="0" algn="l">
              <a:lnSpc>
                <a:spcPct val="100000"/>
              </a:lnSpc>
              <a:spcBef>
                <a:spcPts val="0"/>
              </a:spcBef>
              <a:spcAft>
                <a:spcPts val="0"/>
              </a:spcAft>
              <a:buSzPts val="1400"/>
              <a:buNone/>
            </a:pPr>
            <a:r>
              <a:rPr lang="en-GB"/>
              <a:t>Image: NASA Headquarters, ‘Advanced Air Mobility Aids in Healthcare’ (AAM concept art). Public domain (NASA). https://commons.wikimedia.org/wiki/File:Advanced_Air_Mobility_Aids_in_Healthcare_(AAM_Healthcare).jpg</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37" name="Shape 1537"/>
        <p:cNvGrpSpPr/>
        <p:nvPr/>
      </p:nvGrpSpPr>
      <p:grpSpPr>
        <a:xfrm>
          <a:off x="0" y="0"/>
          <a:ext cx="0" cy="0"/>
          <a:chOff x="0" y="0"/>
          <a:chExt cx="0" cy="0"/>
        </a:xfrm>
      </p:grpSpPr>
      <p:sp>
        <p:nvSpPr>
          <p:cNvPr id="1538" name="Google Shape;1538;p11: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539" name="Google Shape;1539;p1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400"/>
              <a:buNone/>
            </a:pPr>
            <a:r>
              <a:rPr lang="en-GB"/>
              <a:t>Do bleak films predict better? No. On strict labels (the society on screen is oppressive or collapsed for most of the runtime), dystopian films score 18.6% against 21.6% for the rest (Fisher p = 0.14). On Wikipedia’s labels: 20.2% vs 20.3% (p = 0.52). No specification is significant (all p ≥ 0.10); power is low, with only 25 outright hits.</a:t>
            </a:r>
            <a:endParaRPr/>
          </a:p>
          <a:p>
            <a:pPr indent="0" lvl="0" marL="0" rtl="0" algn="l">
              <a:lnSpc>
                <a:spcPct val="100000"/>
              </a:lnSpc>
              <a:spcBef>
                <a:spcPts val="0"/>
              </a:spcBef>
              <a:spcAft>
                <a:spcPts val="0"/>
              </a:spcAft>
              <a:buSzPts val="1400"/>
              <a:buNone/>
            </a:pPr>
            <a:r>
              <a:rPr lang="en-GB"/>
              <a:t>‘Dystopias are on the rise’ holds only on Wikipedia’s generous labels: 86% of 2010s films, against 63% on the strict rule. The trend since 1950 is significant on Wikipedia labels (OR 1.19 per decade, p = 0.012) but not on strict labels (OR 1.08, p = 0.24).</a:t>
            </a:r>
            <a:endParaRPr/>
          </a:p>
          <a:p>
            <a:pPr indent="0" lvl="0" marL="0" rtl="0" algn="l">
              <a:lnSpc>
                <a:spcPct val="100000"/>
              </a:lnSpc>
              <a:spcBef>
                <a:spcPts val="0"/>
              </a:spcBef>
              <a:spcAft>
                <a:spcPts val="0"/>
              </a:spcAft>
              <a:buSzPts val="1400"/>
              <a:buNone/>
            </a:pPr>
            <a:r>
              <a:rPr lang="en-GB"/>
              <a:t>Takeaway: gadgets right, catastrophes wrong. Gadget forecasts (communication plus computing/AI) scored 40.6% (n = 53). Only 2 of 42 plague, war, collapse and police-state forecasts came true, both interwar films foreseeing a second world war.</a:t>
            </a:r>
            <a:endParaRPr/>
          </a:p>
          <a:p>
            <a:pPr indent="0" lvl="0" marL="0" rtl="0" algn="l">
              <a:lnSpc>
                <a:spcPct val="100000"/>
              </a:lnSpc>
              <a:spcBef>
                <a:spcPts val="0"/>
              </a:spcBef>
              <a:spcAft>
                <a:spcPts val="0"/>
              </a:spcAft>
              <a:buSzPts val="1400"/>
              <a:buNone/>
            </a:pPr>
            <a:r>
              <a:rPr lang="en-GB"/>
              <a:t>Sources: tone_analysis.md and stats_summary.md (the 233-film update). Chart: panel A of my project chart tone_vs_accuracy.png.</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44" name="Shape 1544"/>
        <p:cNvGrpSpPr/>
        <p:nvPr/>
      </p:nvGrpSpPr>
      <p:grpSpPr>
        <a:xfrm>
          <a:off x="0" y="0"/>
          <a:ext cx="0" cy="0"/>
          <a:chOff x="0" y="0"/>
          <a:chExt cx="0" cy="0"/>
        </a:xfrm>
      </p:grpSpPr>
      <p:sp>
        <p:nvSpPr>
          <p:cNvPr id="1545" name="Google Shape;1545;p12: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546" name="Google Shape;1546;p1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400"/>
              <a:buNone/>
            </a:pPr>
            <a:r>
              <a:rPr lang="en-GB"/>
              <a:t>How does this compare with a much bigger dataset? Wythoff &amp; Leane (2025) catalogue 2,552 futuristic works across all media, of which 960 are films (959 with a year). Their film median gap is 25 years (n = 959). Mine: 233 films, median 34.</a:t>
            </a:r>
            <a:endParaRPr/>
          </a:p>
          <a:p>
            <a:pPr indent="0" lvl="0" marL="0" rtl="0" algn="l">
              <a:lnSpc>
                <a:spcPct val="100000"/>
              </a:lnSpc>
              <a:spcBef>
                <a:spcPts val="0"/>
              </a:spcBef>
              <a:spcAft>
                <a:spcPts val="0"/>
              </a:spcAft>
              <a:buSzPts val="1400"/>
              <a:buNone/>
            </a:pPr>
            <a:r>
              <a:rPr lang="en-GB"/>
              <a:t>Their films drift nearer over time: median 50 years in the 1960s, 17 in the 2010s. The trend weakens a lot for films whose first genre is SF (49 to 32.5, p = 0.053), and novels show none (56 to 62, p = 0.49).</a:t>
            </a:r>
            <a:endParaRPr/>
          </a:p>
          <a:p>
            <a:pPr indent="0" lvl="0" marL="0" rtl="0" algn="l">
              <a:lnSpc>
                <a:spcPct val="100000"/>
              </a:lnSpc>
              <a:spcBef>
                <a:spcPts val="0"/>
              </a:spcBef>
              <a:spcAft>
                <a:spcPts val="0"/>
              </a:spcAft>
              <a:buSzPts val="1400"/>
              <a:buNone/>
            </a:pPr>
            <a:r>
              <a:rPr lang="en-GB"/>
              <a:t>I ran the comparison on my 163-film snapshot (11 Oct 2026; median 32): 146 of my films were in their data and 132 of those (90%) agree on the year. On the 146 shared films the medians are 30.5 (mine) and 31 (theirs), so the difference is selection, not dating: they include many superhero, horror and comedy films set a year or two ahead. Their data also supplied 51 of the 70 films I added in the 233-film update, each re-sourced.</a:t>
            </a:r>
            <a:endParaRPr/>
          </a:p>
          <a:p>
            <a:pPr indent="0" lvl="0" marL="0" rtl="0" algn="l">
              <a:lnSpc>
                <a:spcPct val="100000"/>
              </a:lnSpc>
              <a:spcBef>
                <a:spcPts val="0"/>
              </a:spcBef>
              <a:spcAft>
                <a:spcPts val="0"/>
              </a:spcAft>
              <a:buSzPts val="1400"/>
              <a:buNone/>
            </a:pPr>
            <a:r>
              <a:rPr lang="en-GB"/>
              <a:t>Data: Wythoff, G. &amp; Leane, T. (2025). Time Horizons of Futuristic Fiction. Post45 Data Collective, doi:10.18737/552626, CC BY 4.0. Sources: wythoff_leane/findings.md, paper/paper.md.</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51" name="Shape 1551"/>
        <p:cNvGrpSpPr/>
        <p:nvPr/>
      </p:nvGrpSpPr>
      <p:grpSpPr>
        <a:xfrm>
          <a:off x="0" y="0"/>
          <a:ext cx="0" cy="0"/>
          <a:chOff x="0" y="0"/>
          <a:chExt cx="0" cy="0"/>
        </a:xfrm>
      </p:grpSpPr>
      <p:sp>
        <p:nvSpPr>
          <p:cNvPr id="1552" name="Google Shape;1552;p13: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553" name="Google Shape;1553;p1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400"/>
              <a:buNone/>
            </a:pPr>
            <a:r>
              <a:rPr lang="en-GB"/>
              <a:t>I checked my own work (twice). Here’s how, in three steps.</a:t>
            </a:r>
            <a:endParaRPr/>
          </a:p>
          <a:p>
            <a:pPr indent="0" lvl="0" marL="0" rtl="0" algn="l">
              <a:lnSpc>
                <a:spcPct val="100000"/>
              </a:lnSpc>
              <a:spcBef>
                <a:spcPts val="0"/>
              </a:spcBef>
              <a:spcAft>
                <a:spcPts val="0"/>
              </a:spcAft>
              <a:buSzPts val="1400"/>
              <a:buNone/>
            </a:pPr>
            <a:r>
              <a:rPr lang="en-GB"/>
              <a:t>Scoring: I scored 220 on-screen predictions from the 75 films whose year has arrived, each judged against the film’s own setting year. I don’t score technology that already existed at release, or plot devices. Came true 25, sort of 39, didn’t 156: 11.4% outright, 20.2% counting sort of as half.</a:t>
            </a:r>
            <a:endParaRPr/>
          </a:p>
          <a:p>
            <a:pPr indent="0" lvl="0" marL="0" rtl="0" algn="l">
              <a:lnSpc>
                <a:spcPct val="100000"/>
              </a:lnSpc>
              <a:spcBef>
                <a:spcPts val="0"/>
              </a:spcBef>
              <a:spcAft>
                <a:spcPts val="0"/>
              </a:spcAft>
              <a:buSzPts val="1400"/>
              <a:buNone/>
            </a:pPr>
            <a:r>
              <a:rPr lang="en-GB"/>
              <a:t>Re-scoring: I re-scored 40 random predictions (seed 2026) from scratch and agreed with my original verdict on 39 of 40 (97.5%). The one change was High Treason’s ‘United States of Europe’ by 1940, sort of to didn’t. A random sample flatters agreement, because most rows are obvious misses.</a:t>
            </a:r>
            <a:endParaRPr/>
          </a:p>
          <a:p>
            <a:pPr indent="0" lvl="0" marL="0" rtl="0" algn="l">
              <a:lnSpc>
                <a:spcPct val="100000"/>
              </a:lnSpc>
              <a:spcBef>
                <a:spcPts val="0"/>
              </a:spcBef>
              <a:spcAft>
                <a:spcPts val="0"/>
              </a:spcAft>
              <a:buSzPts val="1400"/>
              <a:buNone/>
            </a:pPr>
            <a:r>
              <a:rPr lang="en-GB"/>
              <a:t>Two rounds of checks. Round 1: I recomputed every published number from the raw CSVs, and all reproduced; I re-checked every ‘came true’ and ‘sort of’ row by hand. 7 of the 30 hits were technology that already existed when the film came out (9 rows in all), and 33 premise rows depended on time travel, aliens, monsters and the like. I took both groups out of scoring. Round 2: I went through the 44 prediction rows added in the 233-film update (13 films) line by line: I kept 41, changed 3, and the headline score moved from 20.1% to 20.2%.</a:t>
            </a:r>
            <a:endParaRPr/>
          </a:p>
          <a:p>
            <a:pPr indent="0" lvl="0" marL="0" rtl="0" algn="l">
              <a:lnSpc>
                <a:spcPct val="100000"/>
              </a:lnSpc>
              <a:spcBef>
                <a:spcPts val="0"/>
              </a:spcBef>
              <a:spcAft>
                <a:spcPts val="0"/>
              </a:spcAft>
              <a:buSzPts val="1400"/>
              <a:buNone/>
            </a:pPr>
            <a:r>
              <a:rPr lang="en-GB"/>
              <a:t>Caveats: well-known films that name a year, not a random sample; just me scoring, no second scorer; most groups under 30 predictions. Akira’s Tokyo Olympics and The Running Man’s faked deaths are coincidences with good stories, not foresight (PolitiFact debunked the Akira pandemic claim).</a:t>
            </a:r>
            <a:endParaRPr/>
          </a:p>
          <a:p>
            <a:pPr indent="0" lvl="0" marL="0" rtl="0" algn="l">
              <a:lnSpc>
                <a:spcPct val="100000"/>
              </a:lnSpc>
              <a:spcBef>
                <a:spcPts val="0"/>
              </a:spcBef>
              <a:spcAft>
                <a:spcPts val="0"/>
              </a:spcAft>
              <a:buSzPts val="1400"/>
              <a:buNone/>
            </a:pPr>
            <a:r>
              <a:rPr lang="en-GB"/>
              <a:t>Sources: audit_findings.md, audit_findings_v2.md, stats_summary.md (the 233-film update), predictions.csv.</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63" name="Shape 1563"/>
        <p:cNvGrpSpPr/>
        <p:nvPr/>
      </p:nvGrpSpPr>
      <p:grpSpPr>
        <a:xfrm>
          <a:off x="0" y="0"/>
          <a:ext cx="0" cy="0"/>
          <a:chOff x="0" y="0"/>
          <a:chExt cx="0" cy="0"/>
        </a:xfrm>
      </p:grpSpPr>
      <p:sp>
        <p:nvSpPr>
          <p:cNvPr id="1564" name="Google Shape;1564;p14: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565" name="Google Shape;1565;p1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400"/>
              <a:buNone/>
            </a:pPr>
            <a:r>
              <a:rPr lang="en-GB"/>
              <a:t>Things I might look at later: two things I’ve parked for now.</a:t>
            </a:r>
            <a:endParaRPr/>
          </a:p>
          <a:p>
            <a:pPr indent="0" lvl="0" marL="0" rtl="0" algn="l">
              <a:lnSpc>
                <a:spcPct val="100000"/>
              </a:lnSpc>
              <a:spcBef>
                <a:spcPts val="0"/>
              </a:spcBef>
              <a:spcAft>
                <a:spcPts val="0"/>
              </a:spcAft>
              <a:buSzPts val="1400"/>
              <a:buNone/>
            </a:pPr>
            <a:r>
              <a:rPr lang="en-GB"/>
              <a:t>Alternate history: films like 2009: Lost Memories (2002) set a future on a calendar where history went differently, which breaks my real-timeline rule. I’ve parked the candidates in alt_history_candidates.csv to look at later.</a:t>
            </a:r>
            <a:endParaRPr/>
          </a:p>
          <a:p>
            <a:pPr indent="0" lvl="0" marL="0" rtl="0" algn="l">
              <a:lnSpc>
                <a:spcPct val="100000"/>
              </a:lnSpc>
              <a:spcBef>
                <a:spcPts val="0"/>
              </a:spcBef>
              <a:spcAft>
                <a:spcPts val="0"/>
              </a:spcAft>
              <a:buSzPts val="1400"/>
              <a:buNone/>
            </a:pPr>
            <a:r>
              <a:rPr lang="en-GB"/>
              <a:t>Television: I’ve already charted 94 series (series/series_timeline.png) but not scored them; I may score them the same way later.</a:t>
            </a:r>
            <a:endParaRPr/>
          </a:p>
          <a:p>
            <a:pPr indent="0" lvl="0" marL="0" rtl="0" algn="l">
              <a:lnSpc>
                <a:spcPct val="100000"/>
              </a:lnSpc>
              <a:spcBef>
                <a:spcPts val="0"/>
              </a:spcBef>
              <a:spcAft>
                <a:spcPts val="0"/>
              </a:spcAft>
              <a:buSzPts val="1400"/>
              <a:buNone/>
            </a:pPr>
            <a:r>
              <a:rPr lang="en-GB"/>
              <a:t>Everything is open: the dataset, the code and the paper are on the site, https://oneredodd.github.io/scifi-timeline/</a:t>
            </a:r>
            <a:endParaRPr/>
          </a:p>
          <a:p>
            <a:pPr indent="0" lvl="0" marL="0" rtl="0" algn="l">
              <a:lnSpc>
                <a:spcPct val="100000"/>
              </a:lnSpc>
              <a:spcBef>
                <a:spcPts val="0"/>
              </a:spcBef>
              <a:spcAft>
                <a:spcPts val="0"/>
              </a:spcAft>
              <a:buSzPts val="1400"/>
              <a:buNone/>
            </a:pPr>
            <a:r>
              <a:rPr lang="en-GB"/>
              <a:t>Then questions.</a:t>
            </a:r>
            <a:endParaRPr/>
          </a:p>
          <a:p>
            <a:pPr indent="0" lvl="0" marL="0" rtl="0" algn="l">
              <a:lnSpc>
                <a:spcPct val="100000"/>
              </a:lnSpc>
              <a:spcBef>
                <a:spcPts val="0"/>
              </a:spcBef>
              <a:spcAft>
                <a:spcPts val="0"/>
              </a:spcAft>
              <a:buSzPts val="1400"/>
              <a:buNone/>
            </a:pPr>
            <a:r>
              <a:rPr lang="en-GB"/>
              <a:t>Sources: paper/paper.md (scope section; 94 series), alt_history_candidates.csv.</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type="title">
  <p:cSld name="TITLE">
    <p:spTree>
      <p:nvGrpSpPr>
        <p:cNvPr id="8" name="Shape 8"/>
        <p:cNvGrpSpPr/>
        <p:nvPr/>
      </p:nvGrpSpPr>
      <p:grpSpPr>
        <a:xfrm>
          <a:off x="0" y="0"/>
          <a:ext cx="0" cy="0"/>
          <a:chOff x="0" y="0"/>
          <a:chExt cx="0" cy="0"/>
        </a:xfrm>
      </p:grpSpPr>
      <p:sp>
        <p:nvSpPr>
          <p:cNvPr id="9" name="Google Shape;9;p2"/>
          <p:cNvSpPr txBox="1"/>
          <p:nvPr>
            <p:ph type="ctrTitle"/>
          </p:nvPr>
        </p:nvSpPr>
        <p:spPr>
          <a:xfrm>
            <a:off x="1400175" y="1991825"/>
            <a:ext cx="6343500" cy="11598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4800"/>
              <a:buNone/>
              <a:defRPr sz="4800"/>
            </a:lvl1pPr>
            <a:lvl2pPr lvl="1" algn="ctr">
              <a:lnSpc>
                <a:spcPct val="100000"/>
              </a:lnSpc>
              <a:spcBef>
                <a:spcPts val="0"/>
              </a:spcBef>
              <a:spcAft>
                <a:spcPts val="0"/>
              </a:spcAft>
              <a:buSzPts val="4800"/>
              <a:buNone/>
              <a:defRPr sz="4800"/>
            </a:lvl2pPr>
            <a:lvl3pPr lvl="2" algn="ctr">
              <a:lnSpc>
                <a:spcPct val="100000"/>
              </a:lnSpc>
              <a:spcBef>
                <a:spcPts val="0"/>
              </a:spcBef>
              <a:spcAft>
                <a:spcPts val="0"/>
              </a:spcAft>
              <a:buSzPts val="4800"/>
              <a:buNone/>
              <a:defRPr sz="4800"/>
            </a:lvl3pPr>
            <a:lvl4pPr lvl="3" algn="ctr">
              <a:lnSpc>
                <a:spcPct val="100000"/>
              </a:lnSpc>
              <a:spcBef>
                <a:spcPts val="0"/>
              </a:spcBef>
              <a:spcAft>
                <a:spcPts val="0"/>
              </a:spcAft>
              <a:buSzPts val="4800"/>
              <a:buNone/>
              <a:defRPr sz="4800"/>
            </a:lvl4pPr>
            <a:lvl5pPr lvl="4" algn="ctr">
              <a:lnSpc>
                <a:spcPct val="100000"/>
              </a:lnSpc>
              <a:spcBef>
                <a:spcPts val="0"/>
              </a:spcBef>
              <a:spcAft>
                <a:spcPts val="0"/>
              </a:spcAft>
              <a:buSzPts val="4800"/>
              <a:buNone/>
              <a:defRPr sz="4800"/>
            </a:lvl5pPr>
            <a:lvl6pPr lvl="5" algn="ctr">
              <a:lnSpc>
                <a:spcPct val="100000"/>
              </a:lnSpc>
              <a:spcBef>
                <a:spcPts val="0"/>
              </a:spcBef>
              <a:spcAft>
                <a:spcPts val="0"/>
              </a:spcAft>
              <a:buSzPts val="4800"/>
              <a:buNone/>
              <a:defRPr sz="4800"/>
            </a:lvl6pPr>
            <a:lvl7pPr lvl="6" algn="ctr">
              <a:lnSpc>
                <a:spcPct val="100000"/>
              </a:lnSpc>
              <a:spcBef>
                <a:spcPts val="0"/>
              </a:spcBef>
              <a:spcAft>
                <a:spcPts val="0"/>
              </a:spcAft>
              <a:buSzPts val="4800"/>
              <a:buNone/>
              <a:defRPr sz="4800"/>
            </a:lvl7pPr>
            <a:lvl8pPr lvl="7" algn="ctr">
              <a:lnSpc>
                <a:spcPct val="100000"/>
              </a:lnSpc>
              <a:spcBef>
                <a:spcPts val="0"/>
              </a:spcBef>
              <a:spcAft>
                <a:spcPts val="0"/>
              </a:spcAft>
              <a:buSzPts val="4800"/>
              <a:buNone/>
              <a:defRPr sz="4800"/>
            </a:lvl8pPr>
            <a:lvl9pPr lvl="8" algn="ctr">
              <a:lnSpc>
                <a:spcPct val="100000"/>
              </a:lnSpc>
              <a:spcBef>
                <a:spcPts val="0"/>
              </a:spcBef>
              <a:spcAft>
                <a:spcPts val="0"/>
              </a:spcAft>
              <a:buSzPts val="4800"/>
              <a:buNone/>
              <a:defRPr sz="4800"/>
            </a:lvl9pPr>
          </a:lstStyle>
          <a:p/>
        </p:txBody>
      </p:sp>
      <p:grpSp>
        <p:nvGrpSpPr>
          <p:cNvPr id="10" name="Google Shape;10;p2"/>
          <p:cNvGrpSpPr/>
          <p:nvPr/>
        </p:nvGrpSpPr>
        <p:grpSpPr>
          <a:xfrm flipH="1" rot="10800000">
            <a:off x="3692751" y="38249"/>
            <a:ext cx="1758133" cy="1523097"/>
            <a:chOff x="4088875" y="1431100"/>
            <a:chExt cx="3293000" cy="2852775"/>
          </a:xfrm>
        </p:grpSpPr>
        <p:sp>
          <p:nvSpPr>
            <p:cNvPr id="11" name="Google Shape;11;p2"/>
            <p:cNvSpPr/>
            <p:nvPr/>
          </p:nvSpPr>
          <p:spPr>
            <a:xfrm>
              <a:off x="4831475" y="4136025"/>
              <a:ext cx="157950" cy="147850"/>
            </a:xfrm>
            <a:custGeom>
              <a:rect b="b" l="l" r="r" t="t"/>
              <a:pathLst>
                <a:path extrusionOk="0" h="5914" w="6318">
                  <a:moveTo>
                    <a:pt x="404" y="0"/>
                  </a:moveTo>
                  <a:lnTo>
                    <a:pt x="1" y="269"/>
                  </a:lnTo>
                  <a:lnTo>
                    <a:pt x="3227" y="5914"/>
                  </a:lnTo>
                  <a:lnTo>
                    <a:pt x="6318" y="5914"/>
                  </a:lnTo>
                  <a:lnTo>
                    <a:pt x="404" y="0"/>
                  </a:lnTo>
                  <a:close/>
                </a:path>
              </a:pathLst>
            </a:custGeom>
            <a:solidFill>
              <a:srgbClr val="00E2C7"/>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12" name="Google Shape;12;p2"/>
            <p:cNvSpPr/>
            <p:nvPr/>
          </p:nvSpPr>
          <p:spPr>
            <a:xfrm>
              <a:off x="4697075" y="3907525"/>
              <a:ext cx="389800" cy="376350"/>
            </a:xfrm>
            <a:custGeom>
              <a:rect b="b" l="l" r="r" t="t"/>
              <a:pathLst>
                <a:path extrusionOk="0" h="15054" w="15592">
                  <a:moveTo>
                    <a:pt x="538" y="0"/>
                  </a:moveTo>
                  <a:lnTo>
                    <a:pt x="1" y="269"/>
                  </a:lnTo>
                  <a:lnTo>
                    <a:pt x="5377" y="9543"/>
                  </a:lnTo>
                  <a:lnTo>
                    <a:pt x="11022" y="15054"/>
                  </a:lnTo>
                  <a:lnTo>
                    <a:pt x="15592" y="15054"/>
                  </a:lnTo>
                  <a:lnTo>
                    <a:pt x="538" y="0"/>
                  </a:lnTo>
                  <a:close/>
                </a:path>
              </a:pathLst>
            </a:custGeom>
            <a:solidFill>
              <a:srgbClr val="01E0C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13" name="Google Shape;13;p2"/>
            <p:cNvSpPr/>
            <p:nvPr/>
          </p:nvSpPr>
          <p:spPr>
            <a:xfrm>
              <a:off x="4566025" y="3675675"/>
              <a:ext cx="618300" cy="608200"/>
            </a:xfrm>
            <a:custGeom>
              <a:rect b="b" l="l" r="r" t="t"/>
              <a:pathLst>
                <a:path extrusionOk="0" h="24328" w="24732">
                  <a:moveTo>
                    <a:pt x="404" y="0"/>
                  </a:moveTo>
                  <a:lnTo>
                    <a:pt x="1" y="404"/>
                  </a:lnTo>
                  <a:lnTo>
                    <a:pt x="5377" y="9543"/>
                  </a:lnTo>
                  <a:lnTo>
                    <a:pt x="20027" y="24328"/>
                  </a:lnTo>
                  <a:lnTo>
                    <a:pt x="24732" y="24328"/>
                  </a:lnTo>
                  <a:lnTo>
                    <a:pt x="404" y="0"/>
                  </a:lnTo>
                  <a:close/>
                </a:path>
              </a:pathLst>
            </a:custGeom>
            <a:solidFill>
              <a:srgbClr val="02DFC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14" name="Google Shape;14;p2"/>
            <p:cNvSpPr/>
            <p:nvPr/>
          </p:nvSpPr>
          <p:spPr>
            <a:xfrm>
              <a:off x="4434975" y="3447175"/>
              <a:ext cx="846800" cy="836700"/>
            </a:xfrm>
            <a:custGeom>
              <a:rect b="b" l="l" r="r" t="t"/>
              <a:pathLst>
                <a:path extrusionOk="0" h="33468" w="33872">
                  <a:moveTo>
                    <a:pt x="404" y="1"/>
                  </a:moveTo>
                  <a:lnTo>
                    <a:pt x="1" y="270"/>
                  </a:lnTo>
                  <a:lnTo>
                    <a:pt x="5243" y="9544"/>
                  </a:lnTo>
                  <a:lnTo>
                    <a:pt x="29167" y="33468"/>
                  </a:lnTo>
                  <a:lnTo>
                    <a:pt x="33871" y="33468"/>
                  </a:lnTo>
                  <a:lnTo>
                    <a:pt x="404" y="1"/>
                  </a:lnTo>
                  <a:close/>
                </a:path>
              </a:pathLst>
            </a:custGeom>
            <a:solidFill>
              <a:srgbClr val="03DDC9"/>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15" name="Google Shape;15;p2"/>
            <p:cNvSpPr/>
            <p:nvPr/>
          </p:nvSpPr>
          <p:spPr>
            <a:xfrm>
              <a:off x="4300575" y="3218700"/>
              <a:ext cx="1078650" cy="1065175"/>
            </a:xfrm>
            <a:custGeom>
              <a:rect b="b" l="l" r="r" t="t"/>
              <a:pathLst>
                <a:path extrusionOk="0" h="42607" w="43146">
                  <a:moveTo>
                    <a:pt x="404" y="0"/>
                  </a:moveTo>
                  <a:lnTo>
                    <a:pt x="0" y="269"/>
                  </a:lnTo>
                  <a:lnTo>
                    <a:pt x="5377" y="9543"/>
                  </a:lnTo>
                  <a:lnTo>
                    <a:pt x="38441" y="42607"/>
                  </a:lnTo>
                  <a:lnTo>
                    <a:pt x="43145" y="42607"/>
                  </a:lnTo>
                  <a:lnTo>
                    <a:pt x="404" y="0"/>
                  </a:lnTo>
                  <a:close/>
                </a:path>
              </a:pathLst>
            </a:custGeom>
            <a:solidFill>
              <a:srgbClr val="04DBC9"/>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16" name="Google Shape;16;p2"/>
            <p:cNvSpPr/>
            <p:nvPr/>
          </p:nvSpPr>
          <p:spPr>
            <a:xfrm>
              <a:off x="4169525" y="2990200"/>
              <a:ext cx="1307150" cy="1293675"/>
            </a:xfrm>
            <a:custGeom>
              <a:rect b="b" l="l" r="r" t="t"/>
              <a:pathLst>
                <a:path extrusionOk="0" h="51747" w="52286">
                  <a:moveTo>
                    <a:pt x="404" y="1"/>
                  </a:moveTo>
                  <a:lnTo>
                    <a:pt x="1" y="269"/>
                  </a:lnTo>
                  <a:lnTo>
                    <a:pt x="5242" y="9409"/>
                  </a:lnTo>
                  <a:lnTo>
                    <a:pt x="47581" y="51747"/>
                  </a:lnTo>
                  <a:lnTo>
                    <a:pt x="52285" y="51747"/>
                  </a:lnTo>
                  <a:lnTo>
                    <a:pt x="404" y="1"/>
                  </a:lnTo>
                  <a:close/>
                </a:path>
              </a:pathLst>
            </a:custGeom>
            <a:solidFill>
              <a:srgbClr val="06D9CA"/>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17" name="Google Shape;17;p2"/>
            <p:cNvSpPr/>
            <p:nvPr/>
          </p:nvSpPr>
          <p:spPr>
            <a:xfrm>
              <a:off x="4088875" y="2822200"/>
              <a:ext cx="1481875" cy="1461675"/>
            </a:xfrm>
            <a:custGeom>
              <a:rect b="b" l="l" r="r" t="t"/>
              <a:pathLst>
                <a:path extrusionOk="0" h="58467" w="59275">
                  <a:moveTo>
                    <a:pt x="807" y="0"/>
                  </a:moveTo>
                  <a:lnTo>
                    <a:pt x="1" y="1479"/>
                  </a:lnTo>
                  <a:lnTo>
                    <a:pt x="3227" y="6989"/>
                  </a:lnTo>
                  <a:lnTo>
                    <a:pt x="54705" y="58467"/>
                  </a:lnTo>
                  <a:lnTo>
                    <a:pt x="59274" y="58467"/>
                  </a:lnTo>
                  <a:lnTo>
                    <a:pt x="807" y="0"/>
                  </a:lnTo>
                  <a:close/>
                </a:path>
              </a:pathLst>
            </a:custGeom>
            <a:solidFill>
              <a:srgbClr val="07D8C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18" name="Google Shape;18;p2"/>
            <p:cNvSpPr/>
            <p:nvPr/>
          </p:nvSpPr>
          <p:spPr>
            <a:xfrm>
              <a:off x="4102325" y="2761700"/>
              <a:ext cx="1565875" cy="1522175"/>
            </a:xfrm>
            <a:custGeom>
              <a:rect b="b" l="l" r="r" t="t"/>
              <a:pathLst>
                <a:path extrusionOk="0" h="60887" w="62635">
                  <a:moveTo>
                    <a:pt x="1748" y="1"/>
                  </a:moveTo>
                  <a:lnTo>
                    <a:pt x="0" y="2823"/>
                  </a:lnTo>
                  <a:lnTo>
                    <a:pt x="58064" y="60887"/>
                  </a:lnTo>
                  <a:lnTo>
                    <a:pt x="62634" y="60887"/>
                  </a:lnTo>
                  <a:lnTo>
                    <a:pt x="1748" y="1"/>
                  </a:lnTo>
                  <a:close/>
                </a:path>
              </a:pathLst>
            </a:custGeom>
            <a:solidFill>
              <a:srgbClr val="08D6C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19" name="Google Shape;19;p2"/>
            <p:cNvSpPr/>
            <p:nvPr/>
          </p:nvSpPr>
          <p:spPr>
            <a:xfrm>
              <a:off x="4139275" y="2697875"/>
              <a:ext cx="1626375" cy="1586000"/>
            </a:xfrm>
            <a:custGeom>
              <a:rect b="b" l="l" r="r" t="t"/>
              <a:pathLst>
                <a:path extrusionOk="0" h="63440" w="65055">
                  <a:moveTo>
                    <a:pt x="1614" y="0"/>
                  </a:moveTo>
                  <a:lnTo>
                    <a:pt x="1" y="2957"/>
                  </a:lnTo>
                  <a:lnTo>
                    <a:pt x="60484" y="63440"/>
                  </a:lnTo>
                  <a:lnTo>
                    <a:pt x="65054" y="63440"/>
                  </a:lnTo>
                  <a:lnTo>
                    <a:pt x="1614" y="0"/>
                  </a:lnTo>
                  <a:close/>
                </a:path>
              </a:pathLst>
            </a:custGeom>
            <a:solidFill>
              <a:srgbClr val="09D4C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20" name="Google Shape;20;p2"/>
            <p:cNvSpPr/>
            <p:nvPr/>
          </p:nvSpPr>
          <p:spPr>
            <a:xfrm>
              <a:off x="4172900" y="2637375"/>
              <a:ext cx="1690175" cy="1646500"/>
            </a:xfrm>
            <a:custGeom>
              <a:rect b="b" l="l" r="r" t="t"/>
              <a:pathLst>
                <a:path extrusionOk="0" h="65860" w="67607">
                  <a:moveTo>
                    <a:pt x="1747" y="1"/>
                  </a:moveTo>
                  <a:lnTo>
                    <a:pt x="0" y="2958"/>
                  </a:lnTo>
                  <a:lnTo>
                    <a:pt x="62903" y="65860"/>
                  </a:lnTo>
                  <a:lnTo>
                    <a:pt x="67607" y="65860"/>
                  </a:lnTo>
                  <a:lnTo>
                    <a:pt x="1747" y="1"/>
                  </a:lnTo>
                  <a:close/>
                </a:path>
              </a:pathLst>
            </a:custGeom>
            <a:solidFill>
              <a:srgbClr val="0AD3C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21" name="Google Shape;21;p2"/>
            <p:cNvSpPr/>
            <p:nvPr/>
          </p:nvSpPr>
          <p:spPr>
            <a:xfrm>
              <a:off x="4209850" y="2576900"/>
              <a:ext cx="1750675" cy="1706975"/>
            </a:xfrm>
            <a:custGeom>
              <a:rect b="b" l="l" r="r" t="t"/>
              <a:pathLst>
                <a:path extrusionOk="0" h="68279" w="70027">
                  <a:moveTo>
                    <a:pt x="1613" y="1"/>
                  </a:moveTo>
                  <a:lnTo>
                    <a:pt x="0" y="2823"/>
                  </a:lnTo>
                  <a:lnTo>
                    <a:pt x="65322" y="68279"/>
                  </a:lnTo>
                  <a:lnTo>
                    <a:pt x="70027" y="68279"/>
                  </a:lnTo>
                  <a:lnTo>
                    <a:pt x="1613" y="1"/>
                  </a:lnTo>
                  <a:close/>
                </a:path>
              </a:pathLst>
            </a:custGeom>
            <a:solidFill>
              <a:srgbClr val="0BD1C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22" name="Google Shape;22;p2"/>
            <p:cNvSpPr/>
            <p:nvPr/>
          </p:nvSpPr>
          <p:spPr>
            <a:xfrm>
              <a:off x="4243450" y="2513050"/>
              <a:ext cx="1814525" cy="1770825"/>
            </a:xfrm>
            <a:custGeom>
              <a:rect b="b" l="l" r="r" t="t"/>
              <a:pathLst>
                <a:path extrusionOk="0" h="70833" w="72581">
                  <a:moveTo>
                    <a:pt x="1748" y="1"/>
                  </a:moveTo>
                  <a:lnTo>
                    <a:pt x="1" y="2958"/>
                  </a:lnTo>
                  <a:lnTo>
                    <a:pt x="67876" y="70833"/>
                  </a:lnTo>
                  <a:lnTo>
                    <a:pt x="72581" y="70833"/>
                  </a:lnTo>
                  <a:lnTo>
                    <a:pt x="1748" y="1"/>
                  </a:lnTo>
                  <a:close/>
                </a:path>
              </a:pathLst>
            </a:custGeom>
            <a:solidFill>
              <a:srgbClr val="0CCFC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23" name="Google Shape;23;p2"/>
            <p:cNvSpPr/>
            <p:nvPr/>
          </p:nvSpPr>
          <p:spPr>
            <a:xfrm>
              <a:off x="4280425" y="2452575"/>
              <a:ext cx="1875000" cy="1831300"/>
            </a:xfrm>
            <a:custGeom>
              <a:rect b="b" l="l" r="r" t="t"/>
              <a:pathLst>
                <a:path extrusionOk="0" h="73252" w="75000">
                  <a:moveTo>
                    <a:pt x="1613" y="1"/>
                  </a:moveTo>
                  <a:lnTo>
                    <a:pt x="0" y="2957"/>
                  </a:lnTo>
                  <a:lnTo>
                    <a:pt x="70295" y="73252"/>
                  </a:lnTo>
                  <a:lnTo>
                    <a:pt x="74999" y="73252"/>
                  </a:lnTo>
                  <a:lnTo>
                    <a:pt x="1613" y="1"/>
                  </a:lnTo>
                  <a:close/>
                </a:path>
              </a:pathLst>
            </a:custGeom>
            <a:solidFill>
              <a:srgbClr val="0DCDCE"/>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24" name="Google Shape;24;p2"/>
            <p:cNvSpPr/>
            <p:nvPr/>
          </p:nvSpPr>
          <p:spPr>
            <a:xfrm>
              <a:off x="4314025" y="2392100"/>
              <a:ext cx="1935475" cy="1891775"/>
            </a:xfrm>
            <a:custGeom>
              <a:rect b="b" l="l" r="r" t="t"/>
              <a:pathLst>
                <a:path extrusionOk="0" h="75671" w="77419">
                  <a:moveTo>
                    <a:pt x="1747" y="0"/>
                  </a:moveTo>
                  <a:lnTo>
                    <a:pt x="0" y="2957"/>
                  </a:lnTo>
                  <a:lnTo>
                    <a:pt x="72849" y="75671"/>
                  </a:lnTo>
                  <a:lnTo>
                    <a:pt x="77419" y="75671"/>
                  </a:lnTo>
                  <a:lnTo>
                    <a:pt x="1747" y="0"/>
                  </a:lnTo>
                  <a:close/>
                </a:path>
              </a:pathLst>
            </a:custGeom>
            <a:solidFill>
              <a:srgbClr val="0ECCC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25" name="Google Shape;25;p2"/>
            <p:cNvSpPr/>
            <p:nvPr/>
          </p:nvSpPr>
          <p:spPr>
            <a:xfrm>
              <a:off x="4350975" y="2328250"/>
              <a:ext cx="1995975" cy="1955625"/>
            </a:xfrm>
            <a:custGeom>
              <a:rect b="b" l="l" r="r" t="t"/>
              <a:pathLst>
                <a:path extrusionOk="0" h="78225" w="79839">
                  <a:moveTo>
                    <a:pt x="1748" y="1"/>
                  </a:moveTo>
                  <a:lnTo>
                    <a:pt x="1" y="2957"/>
                  </a:lnTo>
                  <a:lnTo>
                    <a:pt x="75269" y="78225"/>
                  </a:lnTo>
                  <a:lnTo>
                    <a:pt x="79839" y="78225"/>
                  </a:lnTo>
                  <a:lnTo>
                    <a:pt x="1748" y="1"/>
                  </a:lnTo>
                  <a:close/>
                </a:path>
              </a:pathLst>
            </a:custGeom>
            <a:solidFill>
              <a:srgbClr val="10CAC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26" name="Google Shape;26;p2"/>
            <p:cNvSpPr/>
            <p:nvPr/>
          </p:nvSpPr>
          <p:spPr>
            <a:xfrm>
              <a:off x="4384575" y="2267775"/>
              <a:ext cx="2059825" cy="2016100"/>
            </a:xfrm>
            <a:custGeom>
              <a:rect b="b" l="l" r="r" t="t"/>
              <a:pathLst>
                <a:path extrusionOk="0" h="80644" w="82393">
                  <a:moveTo>
                    <a:pt x="1748" y="0"/>
                  </a:moveTo>
                  <a:lnTo>
                    <a:pt x="1" y="2957"/>
                  </a:lnTo>
                  <a:lnTo>
                    <a:pt x="77823" y="80644"/>
                  </a:lnTo>
                  <a:lnTo>
                    <a:pt x="82392" y="80644"/>
                  </a:lnTo>
                  <a:lnTo>
                    <a:pt x="1748" y="0"/>
                  </a:lnTo>
                  <a:close/>
                </a:path>
              </a:pathLst>
            </a:custGeom>
            <a:solidFill>
              <a:srgbClr val="11C8D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27" name="Google Shape;27;p2"/>
            <p:cNvSpPr/>
            <p:nvPr/>
          </p:nvSpPr>
          <p:spPr>
            <a:xfrm>
              <a:off x="4421550" y="2207275"/>
              <a:ext cx="2120300" cy="2076600"/>
            </a:xfrm>
            <a:custGeom>
              <a:rect b="b" l="l" r="r" t="t"/>
              <a:pathLst>
                <a:path extrusionOk="0" h="83064" w="84812">
                  <a:moveTo>
                    <a:pt x="1747" y="1"/>
                  </a:moveTo>
                  <a:lnTo>
                    <a:pt x="0" y="2958"/>
                  </a:lnTo>
                  <a:lnTo>
                    <a:pt x="80107" y="83064"/>
                  </a:lnTo>
                  <a:lnTo>
                    <a:pt x="84811" y="83064"/>
                  </a:lnTo>
                  <a:lnTo>
                    <a:pt x="1747" y="1"/>
                  </a:lnTo>
                  <a:close/>
                </a:path>
              </a:pathLst>
            </a:custGeom>
            <a:solidFill>
              <a:srgbClr val="12C7D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28" name="Google Shape;28;p2"/>
            <p:cNvSpPr/>
            <p:nvPr/>
          </p:nvSpPr>
          <p:spPr>
            <a:xfrm>
              <a:off x="4458500" y="2146800"/>
              <a:ext cx="2130375" cy="2137075"/>
            </a:xfrm>
            <a:custGeom>
              <a:rect b="b" l="l" r="r" t="t"/>
              <a:pathLst>
                <a:path extrusionOk="0" h="85483" w="85215">
                  <a:moveTo>
                    <a:pt x="1614" y="1"/>
                  </a:moveTo>
                  <a:lnTo>
                    <a:pt x="1" y="2823"/>
                  </a:lnTo>
                  <a:lnTo>
                    <a:pt x="82527" y="85483"/>
                  </a:lnTo>
                  <a:lnTo>
                    <a:pt x="84005" y="85483"/>
                  </a:lnTo>
                  <a:lnTo>
                    <a:pt x="85215" y="83467"/>
                  </a:lnTo>
                  <a:lnTo>
                    <a:pt x="1614" y="1"/>
                  </a:lnTo>
                  <a:close/>
                </a:path>
              </a:pathLst>
            </a:custGeom>
            <a:solidFill>
              <a:srgbClr val="13C5D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29" name="Google Shape;29;p2"/>
            <p:cNvSpPr/>
            <p:nvPr/>
          </p:nvSpPr>
          <p:spPr>
            <a:xfrm>
              <a:off x="4492100" y="2082950"/>
              <a:ext cx="2133750" cy="2163975"/>
            </a:xfrm>
            <a:custGeom>
              <a:rect b="b" l="l" r="r" t="t"/>
              <a:pathLst>
                <a:path extrusionOk="0" h="86559" w="85350">
                  <a:moveTo>
                    <a:pt x="1748" y="1"/>
                  </a:moveTo>
                  <a:lnTo>
                    <a:pt x="1" y="2958"/>
                  </a:lnTo>
                  <a:lnTo>
                    <a:pt x="83602" y="86559"/>
                  </a:lnTo>
                  <a:lnTo>
                    <a:pt x="85349" y="83602"/>
                  </a:lnTo>
                  <a:lnTo>
                    <a:pt x="1748" y="1"/>
                  </a:lnTo>
                  <a:close/>
                </a:path>
              </a:pathLst>
            </a:custGeom>
            <a:solidFill>
              <a:srgbClr val="14C3D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30" name="Google Shape;30;p2"/>
            <p:cNvSpPr/>
            <p:nvPr/>
          </p:nvSpPr>
          <p:spPr>
            <a:xfrm>
              <a:off x="4529075" y="2022475"/>
              <a:ext cx="2130375" cy="2163975"/>
            </a:xfrm>
            <a:custGeom>
              <a:rect b="b" l="l" r="r" t="t"/>
              <a:pathLst>
                <a:path extrusionOk="0" h="86559" w="85215">
                  <a:moveTo>
                    <a:pt x="1613" y="1"/>
                  </a:moveTo>
                  <a:lnTo>
                    <a:pt x="0" y="2957"/>
                  </a:lnTo>
                  <a:lnTo>
                    <a:pt x="83467" y="86558"/>
                  </a:lnTo>
                  <a:lnTo>
                    <a:pt x="85214" y="83601"/>
                  </a:lnTo>
                  <a:lnTo>
                    <a:pt x="1613" y="1"/>
                  </a:lnTo>
                  <a:close/>
                </a:path>
              </a:pathLst>
            </a:custGeom>
            <a:solidFill>
              <a:srgbClr val="15C1D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31" name="Google Shape;31;p2"/>
            <p:cNvSpPr/>
            <p:nvPr/>
          </p:nvSpPr>
          <p:spPr>
            <a:xfrm>
              <a:off x="4562675" y="1962000"/>
              <a:ext cx="2133725" cy="2160600"/>
            </a:xfrm>
            <a:custGeom>
              <a:rect b="b" l="l" r="r" t="t"/>
              <a:pathLst>
                <a:path extrusionOk="0" h="86424" w="85349">
                  <a:moveTo>
                    <a:pt x="1748" y="0"/>
                  </a:moveTo>
                  <a:lnTo>
                    <a:pt x="0" y="2957"/>
                  </a:lnTo>
                  <a:lnTo>
                    <a:pt x="83602" y="86424"/>
                  </a:lnTo>
                  <a:lnTo>
                    <a:pt x="85349" y="83467"/>
                  </a:lnTo>
                  <a:lnTo>
                    <a:pt x="1748" y="0"/>
                  </a:lnTo>
                  <a:close/>
                </a:path>
              </a:pathLst>
            </a:custGeom>
            <a:solidFill>
              <a:srgbClr val="16C0D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32" name="Google Shape;32;p2"/>
            <p:cNvSpPr/>
            <p:nvPr/>
          </p:nvSpPr>
          <p:spPr>
            <a:xfrm>
              <a:off x="4599625" y="1898150"/>
              <a:ext cx="2130375" cy="2163975"/>
            </a:xfrm>
            <a:custGeom>
              <a:rect b="b" l="l" r="r" t="t"/>
              <a:pathLst>
                <a:path extrusionOk="0" h="86559" w="85215">
                  <a:moveTo>
                    <a:pt x="1614" y="0"/>
                  </a:moveTo>
                  <a:lnTo>
                    <a:pt x="1" y="2957"/>
                  </a:lnTo>
                  <a:lnTo>
                    <a:pt x="83602" y="86558"/>
                  </a:lnTo>
                  <a:lnTo>
                    <a:pt x="85215" y="83601"/>
                  </a:lnTo>
                  <a:lnTo>
                    <a:pt x="1614" y="0"/>
                  </a:lnTo>
                  <a:close/>
                </a:path>
              </a:pathLst>
            </a:custGeom>
            <a:solidFill>
              <a:srgbClr val="17BED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33" name="Google Shape;33;p2"/>
            <p:cNvSpPr/>
            <p:nvPr/>
          </p:nvSpPr>
          <p:spPr>
            <a:xfrm>
              <a:off x="4633225" y="1837675"/>
              <a:ext cx="2133750" cy="2163950"/>
            </a:xfrm>
            <a:custGeom>
              <a:rect b="b" l="l" r="r" t="t"/>
              <a:pathLst>
                <a:path extrusionOk="0" h="86558" w="85350">
                  <a:moveTo>
                    <a:pt x="1748" y="0"/>
                  </a:moveTo>
                  <a:lnTo>
                    <a:pt x="1" y="2957"/>
                  </a:lnTo>
                  <a:lnTo>
                    <a:pt x="83602" y="86558"/>
                  </a:lnTo>
                  <a:lnTo>
                    <a:pt x="85349" y="83601"/>
                  </a:lnTo>
                  <a:lnTo>
                    <a:pt x="1748" y="0"/>
                  </a:lnTo>
                  <a:close/>
                </a:path>
              </a:pathLst>
            </a:custGeom>
            <a:solidFill>
              <a:srgbClr val="18BCD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34" name="Google Shape;34;p2"/>
            <p:cNvSpPr/>
            <p:nvPr/>
          </p:nvSpPr>
          <p:spPr>
            <a:xfrm>
              <a:off x="4670200" y="1777175"/>
              <a:ext cx="2130375" cy="2160625"/>
            </a:xfrm>
            <a:custGeom>
              <a:rect b="b" l="l" r="r" t="t"/>
              <a:pathLst>
                <a:path extrusionOk="0" h="86425" w="85215">
                  <a:moveTo>
                    <a:pt x="1748" y="1"/>
                  </a:moveTo>
                  <a:lnTo>
                    <a:pt x="0" y="2958"/>
                  </a:lnTo>
                  <a:lnTo>
                    <a:pt x="83602" y="86424"/>
                  </a:lnTo>
                  <a:lnTo>
                    <a:pt x="85215" y="83467"/>
                  </a:lnTo>
                  <a:lnTo>
                    <a:pt x="1748" y="1"/>
                  </a:lnTo>
                  <a:close/>
                </a:path>
              </a:pathLst>
            </a:custGeom>
            <a:solidFill>
              <a:srgbClr val="19BBD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35" name="Google Shape;35;p2"/>
            <p:cNvSpPr/>
            <p:nvPr/>
          </p:nvSpPr>
          <p:spPr>
            <a:xfrm>
              <a:off x="4707150" y="1713350"/>
              <a:ext cx="2130375" cy="2163950"/>
            </a:xfrm>
            <a:custGeom>
              <a:rect b="b" l="l" r="r" t="t"/>
              <a:pathLst>
                <a:path extrusionOk="0" h="86558" w="85215">
                  <a:moveTo>
                    <a:pt x="1614" y="0"/>
                  </a:moveTo>
                  <a:lnTo>
                    <a:pt x="1" y="2957"/>
                  </a:lnTo>
                  <a:lnTo>
                    <a:pt x="83468" y="86558"/>
                  </a:lnTo>
                  <a:lnTo>
                    <a:pt x="85215" y="83601"/>
                  </a:lnTo>
                  <a:lnTo>
                    <a:pt x="1614" y="0"/>
                  </a:lnTo>
                  <a:close/>
                </a:path>
              </a:pathLst>
            </a:custGeom>
            <a:solidFill>
              <a:srgbClr val="1BB9D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36" name="Google Shape;36;p2"/>
            <p:cNvSpPr/>
            <p:nvPr/>
          </p:nvSpPr>
          <p:spPr>
            <a:xfrm>
              <a:off x="4740750" y="1652850"/>
              <a:ext cx="2130400" cy="2163975"/>
            </a:xfrm>
            <a:custGeom>
              <a:rect b="b" l="l" r="r" t="t"/>
              <a:pathLst>
                <a:path extrusionOk="0" h="86559" w="85216">
                  <a:moveTo>
                    <a:pt x="1748" y="1"/>
                  </a:moveTo>
                  <a:lnTo>
                    <a:pt x="1" y="2958"/>
                  </a:lnTo>
                  <a:lnTo>
                    <a:pt x="83602" y="86559"/>
                  </a:lnTo>
                  <a:lnTo>
                    <a:pt x="85215" y="83602"/>
                  </a:lnTo>
                  <a:lnTo>
                    <a:pt x="1748" y="1"/>
                  </a:lnTo>
                  <a:close/>
                </a:path>
              </a:pathLst>
            </a:custGeom>
            <a:solidFill>
              <a:srgbClr val="1CB7D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37" name="Google Shape;37;p2"/>
            <p:cNvSpPr/>
            <p:nvPr/>
          </p:nvSpPr>
          <p:spPr>
            <a:xfrm>
              <a:off x="4777725" y="1592375"/>
              <a:ext cx="2130375" cy="2160600"/>
            </a:xfrm>
            <a:custGeom>
              <a:rect b="b" l="l" r="r" t="t"/>
              <a:pathLst>
                <a:path extrusionOk="0" h="86424" w="85215">
                  <a:moveTo>
                    <a:pt x="1613" y="1"/>
                  </a:moveTo>
                  <a:lnTo>
                    <a:pt x="0" y="2957"/>
                  </a:lnTo>
                  <a:lnTo>
                    <a:pt x="83467" y="86424"/>
                  </a:lnTo>
                  <a:lnTo>
                    <a:pt x="85215" y="83601"/>
                  </a:lnTo>
                  <a:lnTo>
                    <a:pt x="1613" y="1"/>
                  </a:lnTo>
                  <a:close/>
                </a:path>
              </a:pathLst>
            </a:custGeom>
            <a:solidFill>
              <a:srgbClr val="1DB5D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38" name="Google Shape;38;p2"/>
            <p:cNvSpPr/>
            <p:nvPr/>
          </p:nvSpPr>
          <p:spPr>
            <a:xfrm>
              <a:off x="4811325" y="1531900"/>
              <a:ext cx="2133750" cy="2160600"/>
            </a:xfrm>
            <a:custGeom>
              <a:rect b="b" l="l" r="r" t="t"/>
              <a:pathLst>
                <a:path extrusionOk="0" h="86424" w="85350">
                  <a:moveTo>
                    <a:pt x="1748" y="0"/>
                  </a:moveTo>
                  <a:lnTo>
                    <a:pt x="0" y="2823"/>
                  </a:lnTo>
                  <a:lnTo>
                    <a:pt x="83602" y="86423"/>
                  </a:lnTo>
                  <a:lnTo>
                    <a:pt x="85349" y="83467"/>
                  </a:lnTo>
                  <a:lnTo>
                    <a:pt x="1748" y="0"/>
                  </a:lnTo>
                  <a:close/>
                </a:path>
              </a:pathLst>
            </a:custGeom>
            <a:solidFill>
              <a:srgbClr val="1EB4D7"/>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39" name="Google Shape;39;p2"/>
            <p:cNvSpPr/>
            <p:nvPr/>
          </p:nvSpPr>
          <p:spPr>
            <a:xfrm>
              <a:off x="4848275" y="1468050"/>
              <a:ext cx="2130400" cy="2163975"/>
            </a:xfrm>
            <a:custGeom>
              <a:rect b="b" l="l" r="r" t="t"/>
              <a:pathLst>
                <a:path extrusionOk="0" h="86559" w="85216">
                  <a:moveTo>
                    <a:pt x="1614" y="0"/>
                  </a:moveTo>
                  <a:lnTo>
                    <a:pt x="1" y="2957"/>
                  </a:lnTo>
                  <a:lnTo>
                    <a:pt x="83602" y="86558"/>
                  </a:lnTo>
                  <a:lnTo>
                    <a:pt x="85215" y="83601"/>
                  </a:lnTo>
                  <a:lnTo>
                    <a:pt x="1614" y="0"/>
                  </a:lnTo>
                  <a:close/>
                </a:path>
              </a:pathLst>
            </a:custGeom>
            <a:solidFill>
              <a:srgbClr val="1FB2D7"/>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40" name="Google Shape;40;p2"/>
            <p:cNvSpPr/>
            <p:nvPr/>
          </p:nvSpPr>
          <p:spPr>
            <a:xfrm>
              <a:off x="4881875" y="1431100"/>
              <a:ext cx="2133750" cy="2140425"/>
            </a:xfrm>
            <a:custGeom>
              <a:rect b="b" l="l" r="r" t="t"/>
              <a:pathLst>
                <a:path extrusionOk="0" h="85617" w="85350">
                  <a:moveTo>
                    <a:pt x="1211" y="0"/>
                  </a:moveTo>
                  <a:lnTo>
                    <a:pt x="1" y="2016"/>
                  </a:lnTo>
                  <a:lnTo>
                    <a:pt x="83602" y="85617"/>
                  </a:lnTo>
                  <a:lnTo>
                    <a:pt x="85350" y="82660"/>
                  </a:lnTo>
                  <a:lnTo>
                    <a:pt x="2689" y="0"/>
                  </a:lnTo>
                  <a:close/>
                </a:path>
              </a:pathLst>
            </a:custGeom>
            <a:solidFill>
              <a:srgbClr val="20B0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41" name="Google Shape;41;p2"/>
            <p:cNvSpPr/>
            <p:nvPr/>
          </p:nvSpPr>
          <p:spPr>
            <a:xfrm>
              <a:off x="4928925" y="1431100"/>
              <a:ext cx="2120300" cy="2076600"/>
            </a:xfrm>
            <a:custGeom>
              <a:rect b="b" l="l" r="r" t="t"/>
              <a:pathLst>
                <a:path extrusionOk="0" h="83064" w="84812">
                  <a:moveTo>
                    <a:pt x="1" y="0"/>
                  </a:moveTo>
                  <a:lnTo>
                    <a:pt x="83199" y="83063"/>
                  </a:lnTo>
                  <a:lnTo>
                    <a:pt x="84812" y="80106"/>
                  </a:lnTo>
                  <a:lnTo>
                    <a:pt x="4705" y="0"/>
                  </a:lnTo>
                  <a:close/>
                </a:path>
              </a:pathLst>
            </a:custGeom>
            <a:solidFill>
              <a:srgbClr val="21AED9"/>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42" name="Google Shape;42;p2"/>
            <p:cNvSpPr/>
            <p:nvPr/>
          </p:nvSpPr>
          <p:spPr>
            <a:xfrm>
              <a:off x="5026375" y="1431100"/>
              <a:ext cx="2059825" cy="2016100"/>
            </a:xfrm>
            <a:custGeom>
              <a:rect b="b" l="l" r="r" t="t"/>
              <a:pathLst>
                <a:path extrusionOk="0" h="80644" w="82393">
                  <a:moveTo>
                    <a:pt x="0" y="0"/>
                  </a:moveTo>
                  <a:lnTo>
                    <a:pt x="80645" y="80644"/>
                  </a:lnTo>
                  <a:lnTo>
                    <a:pt x="82392" y="77687"/>
                  </a:lnTo>
                  <a:lnTo>
                    <a:pt x="4705" y="0"/>
                  </a:lnTo>
                  <a:close/>
                </a:path>
              </a:pathLst>
            </a:custGeom>
            <a:solidFill>
              <a:srgbClr val="22ADD9"/>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43" name="Google Shape;43;p2"/>
            <p:cNvSpPr/>
            <p:nvPr/>
          </p:nvSpPr>
          <p:spPr>
            <a:xfrm>
              <a:off x="5123825" y="1431100"/>
              <a:ext cx="1995975" cy="1955625"/>
            </a:xfrm>
            <a:custGeom>
              <a:rect b="b" l="l" r="r" t="t"/>
              <a:pathLst>
                <a:path extrusionOk="0" h="78225" w="79839">
                  <a:moveTo>
                    <a:pt x="0" y="0"/>
                  </a:moveTo>
                  <a:lnTo>
                    <a:pt x="78225" y="78225"/>
                  </a:lnTo>
                  <a:lnTo>
                    <a:pt x="79838" y="75268"/>
                  </a:lnTo>
                  <a:lnTo>
                    <a:pt x="4705" y="0"/>
                  </a:lnTo>
                  <a:close/>
                </a:path>
              </a:pathLst>
            </a:custGeom>
            <a:solidFill>
              <a:srgbClr val="23ABDA"/>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44" name="Google Shape;44;p2"/>
            <p:cNvSpPr/>
            <p:nvPr/>
          </p:nvSpPr>
          <p:spPr>
            <a:xfrm>
              <a:off x="5221275" y="1431100"/>
              <a:ext cx="1935475" cy="1891775"/>
            </a:xfrm>
            <a:custGeom>
              <a:rect b="b" l="l" r="r" t="t"/>
              <a:pathLst>
                <a:path extrusionOk="0" h="75671" w="77419">
                  <a:moveTo>
                    <a:pt x="0" y="0"/>
                  </a:moveTo>
                  <a:lnTo>
                    <a:pt x="75671" y="75671"/>
                  </a:lnTo>
                  <a:lnTo>
                    <a:pt x="77419" y="72714"/>
                  </a:lnTo>
                  <a:lnTo>
                    <a:pt x="4570" y="0"/>
                  </a:lnTo>
                  <a:close/>
                </a:path>
              </a:pathLst>
            </a:custGeom>
            <a:solidFill>
              <a:srgbClr val="25A9DA"/>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45" name="Google Shape;45;p2"/>
            <p:cNvSpPr/>
            <p:nvPr/>
          </p:nvSpPr>
          <p:spPr>
            <a:xfrm>
              <a:off x="5318700" y="1431100"/>
              <a:ext cx="1875025" cy="1831300"/>
            </a:xfrm>
            <a:custGeom>
              <a:rect b="b" l="l" r="r" t="t"/>
              <a:pathLst>
                <a:path extrusionOk="0" h="73252" w="75001">
                  <a:moveTo>
                    <a:pt x="1" y="0"/>
                  </a:moveTo>
                  <a:lnTo>
                    <a:pt x="73253" y="73251"/>
                  </a:lnTo>
                  <a:lnTo>
                    <a:pt x="75000" y="70295"/>
                  </a:lnTo>
                  <a:lnTo>
                    <a:pt x="4571" y="0"/>
                  </a:lnTo>
                  <a:close/>
                </a:path>
              </a:pathLst>
            </a:custGeom>
            <a:solidFill>
              <a:srgbClr val="26A8D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46" name="Google Shape;46;p2"/>
            <p:cNvSpPr/>
            <p:nvPr/>
          </p:nvSpPr>
          <p:spPr>
            <a:xfrm>
              <a:off x="5416150" y="1431100"/>
              <a:ext cx="1811175" cy="1770825"/>
            </a:xfrm>
            <a:custGeom>
              <a:rect b="b" l="l" r="r" t="t"/>
              <a:pathLst>
                <a:path extrusionOk="0" h="70833" w="72447">
                  <a:moveTo>
                    <a:pt x="1" y="0"/>
                  </a:moveTo>
                  <a:lnTo>
                    <a:pt x="70699" y="70832"/>
                  </a:lnTo>
                  <a:lnTo>
                    <a:pt x="72446" y="67875"/>
                  </a:lnTo>
                  <a:lnTo>
                    <a:pt x="4571" y="0"/>
                  </a:lnTo>
                  <a:close/>
                </a:path>
              </a:pathLst>
            </a:custGeom>
            <a:solidFill>
              <a:srgbClr val="27A6D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47" name="Google Shape;47;p2"/>
            <p:cNvSpPr/>
            <p:nvPr/>
          </p:nvSpPr>
          <p:spPr>
            <a:xfrm>
              <a:off x="5510250" y="1431100"/>
              <a:ext cx="1754025" cy="1706975"/>
            </a:xfrm>
            <a:custGeom>
              <a:rect b="b" l="l" r="r" t="t"/>
              <a:pathLst>
                <a:path extrusionOk="0" h="68279" w="70161">
                  <a:moveTo>
                    <a:pt x="0" y="0"/>
                  </a:moveTo>
                  <a:lnTo>
                    <a:pt x="68413" y="68278"/>
                  </a:lnTo>
                  <a:lnTo>
                    <a:pt x="70161" y="65456"/>
                  </a:lnTo>
                  <a:lnTo>
                    <a:pt x="4704" y="0"/>
                  </a:lnTo>
                  <a:close/>
                </a:path>
              </a:pathLst>
            </a:custGeom>
            <a:solidFill>
              <a:srgbClr val="28A4D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48" name="Google Shape;48;p2"/>
            <p:cNvSpPr/>
            <p:nvPr/>
          </p:nvSpPr>
          <p:spPr>
            <a:xfrm>
              <a:off x="5607675" y="1431100"/>
              <a:ext cx="1690200" cy="1646500"/>
            </a:xfrm>
            <a:custGeom>
              <a:rect b="b" l="l" r="r" t="t"/>
              <a:pathLst>
                <a:path extrusionOk="0" h="65860" w="67608">
                  <a:moveTo>
                    <a:pt x="1" y="0"/>
                  </a:moveTo>
                  <a:lnTo>
                    <a:pt x="65995" y="65859"/>
                  </a:lnTo>
                  <a:lnTo>
                    <a:pt x="67608" y="62902"/>
                  </a:lnTo>
                  <a:lnTo>
                    <a:pt x="4705" y="0"/>
                  </a:lnTo>
                  <a:close/>
                </a:path>
              </a:pathLst>
            </a:custGeom>
            <a:solidFill>
              <a:srgbClr val="29A2D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49" name="Google Shape;49;p2"/>
            <p:cNvSpPr/>
            <p:nvPr/>
          </p:nvSpPr>
          <p:spPr>
            <a:xfrm>
              <a:off x="5705125" y="1431100"/>
              <a:ext cx="1629725" cy="1586000"/>
            </a:xfrm>
            <a:custGeom>
              <a:rect b="b" l="l" r="r" t="t"/>
              <a:pathLst>
                <a:path extrusionOk="0" h="63440" w="65189">
                  <a:moveTo>
                    <a:pt x="1" y="0"/>
                  </a:moveTo>
                  <a:lnTo>
                    <a:pt x="63441" y="63440"/>
                  </a:lnTo>
                  <a:lnTo>
                    <a:pt x="65188" y="60483"/>
                  </a:lnTo>
                  <a:lnTo>
                    <a:pt x="4705" y="0"/>
                  </a:lnTo>
                  <a:close/>
                </a:path>
              </a:pathLst>
            </a:custGeom>
            <a:solidFill>
              <a:srgbClr val="2AA1D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50" name="Google Shape;50;p2"/>
            <p:cNvSpPr/>
            <p:nvPr/>
          </p:nvSpPr>
          <p:spPr>
            <a:xfrm>
              <a:off x="5802575" y="1431100"/>
              <a:ext cx="1565875" cy="1525525"/>
            </a:xfrm>
            <a:custGeom>
              <a:rect b="b" l="l" r="r" t="t"/>
              <a:pathLst>
                <a:path extrusionOk="0" h="61021" w="62635">
                  <a:moveTo>
                    <a:pt x="1" y="0"/>
                  </a:moveTo>
                  <a:lnTo>
                    <a:pt x="61021" y="61020"/>
                  </a:lnTo>
                  <a:lnTo>
                    <a:pt x="62634" y="58064"/>
                  </a:lnTo>
                  <a:lnTo>
                    <a:pt x="4705" y="0"/>
                  </a:lnTo>
                  <a:close/>
                </a:path>
              </a:pathLst>
            </a:custGeom>
            <a:solidFill>
              <a:srgbClr val="2B9FDE"/>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51" name="Google Shape;51;p2"/>
            <p:cNvSpPr/>
            <p:nvPr/>
          </p:nvSpPr>
          <p:spPr>
            <a:xfrm>
              <a:off x="5900025" y="1431100"/>
              <a:ext cx="1481850" cy="1461675"/>
            </a:xfrm>
            <a:custGeom>
              <a:rect b="b" l="l" r="r" t="t"/>
              <a:pathLst>
                <a:path extrusionOk="0" h="58467" w="59274">
                  <a:moveTo>
                    <a:pt x="0" y="0"/>
                  </a:moveTo>
                  <a:lnTo>
                    <a:pt x="58468" y="58467"/>
                  </a:lnTo>
                  <a:lnTo>
                    <a:pt x="59274" y="57123"/>
                  </a:lnTo>
                  <a:lnTo>
                    <a:pt x="56048" y="51478"/>
                  </a:lnTo>
                  <a:lnTo>
                    <a:pt x="4570" y="0"/>
                  </a:lnTo>
                  <a:close/>
                </a:path>
              </a:pathLst>
            </a:custGeom>
            <a:solidFill>
              <a:srgbClr val="2C9DDE"/>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52" name="Google Shape;52;p2"/>
            <p:cNvSpPr/>
            <p:nvPr/>
          </p:nvSpPr>
          <p:spPr>
            <a:xfrm>
              <a:off x="5997475" y="1431100"/>
              <a:ext cx="1307125" cy="1297025"/>
            </a:xfrm>
            <a:custGeom>
              <a:rect b="b" l="l" r="r" t="t"/>
              <a:pathLst>
                <a:path extrusionOk="0" h="51881" w="52285">
                  <a:moveTo>
                    <a:pt x="0" y="0"/>
                  </a:moveTo>
                  <a:lnTo>
                    <a:pt x="51747" y="51881"/>
                  </a:lnTo>
                  <a:lnTo>
                    <a:pt x="52285" y="51478"/>
                  </a:lnTo>
                  <a:lnTo>
                    <a:pt x="46908" y="42338"/>
                  </a:lnTo>
                  <a:lnTo>
                    <a:pt x="4570" y="0"/>
                  </a:lnTo>
                  <a:close/>
                </a:path>
              </a:pathLst>
            </a:custGeom>
            <a:solidFill>
              <a:srgbClr val="2D9CD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53" name="Google Shape;53;p2"/>
            <p:cNvSpPr/>
            <p:nvPr/>
          </p:nvSpPr>
          <p:spPr>
            <a:xfrm>
              <a:off x="6094900" y="1431100"/>
              <a:ext cx="1075300" cy="1065175"/>
            </a:xfrm>
            <a:custGeom>
              <a:rect b="b" l="l" r="r" t="t"/>
              <a:pathLst>
                <a:path extrusionOk="0" h="42607" w="43012">
                  <a:moveTo>
                    <a:pt x="1" y="0"/>
                  </a:moveTo>
                  <a:lnTo>
                    <a:pt x="42608" y="42607"/>
                  </a:lnTo>
                  <a:lnTo>
                    <a:pt x="43011" y="42338"/>
                  </a:lnTo>
                  <a:lnTo>
                    <a:pt x="37769" y="33064"/>
                  </a:lnTo>
                  <a:lnTo>
                    <a:pt x="4571" y="0"/>
                  </a:lnTo>
                  <a:close/>
                </a:path>
              </a:pathLst>
            </a:custGeom>
            <a:solidFill>
              <a:srgbClr val="2F9AE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54" name="Google Shape;54;p2"/>
            <p:cNvSpPr/>
            <p:nvPr/>
          </p:nvSpPr>
          <p:spPr>
            <a:xfrm>
              <a:off x="6189000" y="1431100"/>
              <a:ext cx="850150" cy="836700"/>
            </a:xfrm>
            <a:custGeom>
              <a:rect b="b" l="l" r="r" t="t"/>
              <a:pathLst>
                <a:path extrusionOk="0" h="33468" w="34006">
                  <a:moveTo>
                    <a:pt x="0" y="0"/>
                  </a:moveTo>
                  <a:lnTo>
                    <a:pt x="33602" y="33467"/>
                  </a:lnTo>
                  <a:lnTo>
                    <a:pt x="34005" y="33198"/>
                  </a:lnTo>
                  <a:lnTo>
                    <a:pt x="28629" y="23924"/>
                  </a:lnTo>
                  <a:lnTo>
                    <a:pt x="4705" y="0"/>
                  </a:lnTo>
                  <a:close/>
                </a:path>
              </a:pathLst>
            </a:custGeom>
            <a:solidFill>
              <a:srgbClr val="3098E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55" name="Google Shape;55;p2"/>
            <p:cNvSpPr/>
            <p:nvPr/>
          </p:nvSpPr>
          <p:spPr>
            <a:xfrm>
              <a:off x="6286450" y="1431100"/>
              <a:ext cx="618300" cy="608200"/>
            </a:xfrm>
            <a:custGeom>
              <a:rect b="b" l="l" r="r" t="t"/>
              <a:pathLst>
                <a:path extrusionOk="0" h="24328" w="24732">
                  <a:moveTo>
                    <a:pt x="0" y="0"/>
                  </a:moveTo>
                  <a:lnTo>
                    <a:pt x="24328" y="24328"/>
                  </a:lnTo>
                  <a:lnTo>
                    <a:pt x="24731" y="23924"/>
                  </a:lnTo>
                  <a:lnTo>
                    <a:pt x="19489" y="14785"/>
                  </a:lnTo>
                  <a:lnTo>
                    <a:pt x="4704" y="0"/>
                  </a:lnTo>
                  <a:close/>
                </a:path>
              </a:pathLst>
            </a:custGeom>
            <a:solidFill>
              <a:srgbClr val="3196E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56" name="Google Shape;56;p2"/>
            <p:cNvSpPr/>
            <p:nvPr/>
          </p:nvSpPr>
          <p:spPr>
            <a:xfrm>
              <a:off x="6383900" y="1431100"/>
              <a:ext cx="389800" cy="376350"/>
            </a:xfrm>
            <a:custGeom>
              <a:rect b="b" l="l" r="r" t="t"/>
              <a:pathLst>
                <a:path extrusionOk="0" h="15054" w="15592">
                  <a:moveTo>
                    <a:pt x="0" y="0"/>
                  </a:moveTo>
                  <a:lnTo>
                    <a:pt x="15188" y="15054"/>
                  </a:lnTo>
                  <a:lnTo>
                    <a:pt x="15591" y="14785"/>
                  </a:lnTo>
                  <a:lnTo>
                    <a:pt x="10215" y="5645"/>
                  </a:lnTo>
                  <a:lnTo>
                    <a:pt x="4704" y="0"/>
                  </a:lnTo>
                  <a:close/>
                </a:path>
              </a:pathLst>
            </a:custGeom>
            <a:solidFill>
              <a:srgbClr val="3295E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57" name="Google Shape;57;p2"/>
            <p:cNvSpPr/>
            <p:nvPr/>
          </p:nvSpPr>
          <p:spPr>
            <a:xfrm>
              <a:off x="6481325" y="1431100"/>
              <a:ext cx="157950" cy="147850"/>
            </a:xfrm>
            <a:custGeom>
              <a:rect b="b" l="l" r="r" t="t"/>
              <a:pathLst>
                <a:path extrusionOk="0" h="5914" w="6318">
                  <a:moveTo>
                    <a:pt x="1" y="0"/>
                  </a:moveTo>
                  <a:lnTo>
                    <a:pt x="5915" y="5914"/>
                  </a:lnTo>
                  <a:lnTo>
                    <a:pt x="6318" y="5645"/>
                  </a:lnTo>
                  <a:lnTo>
                    <a:pt x="3092" y="0"/>
                  </a:lnTo>
                  <a:close/>
                </a:path>
              </a:pathLst>
            </a:custGeom>
            <a:solidFill>
              <a:srgbClr val="3393E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grpSp>
      <p:sp>
        <p:nvSpPr>
          <p:cNvPr id="58" name="Google Shape;58;p2"/>
          <p:cNvSpPr/>
          <p:nvPr/>
        </p:nvSpPr>
        <p:spPr>
          <a:xfrm flipH="1" rot="10800000">
            <a:off x="2809875" y="-172875"/>
            <a:ext cx="1111500" cy="962400"/>
          </a:xfrm>
          <a:prstGeom prst="hexagon">
            <a:avLst>
              <a:gd fmla="val 28678" name="adj"/>
              <a:gd fmla="val 115470" name="vf"/>
            </a:avLst>
          </a:prstGeom>
          <a:noFill/>
          <a:ln cap="flat" cmpd="sng" w="19050">
            <a:solidFill>
              <a:srgbClr val="19BBD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59" name="Google Shape;59;p2"/>
          <p:cNvSpPr/>
          <p:nvPr/>
        </p:nvSpPr>
        <p:spPr>
          <a:xfrm flipH="1" rot="10800000">
            <a:off x="3602723" y="1360109"/>
            <a:ext cx="493800" cy="427500"/>
          </a:xfrm>
          <a:prstGeom prst="hexagon">
            <a:avLst>
              <a:gd fmla="val 28678" name="adj"/>
              <a:gd fmla="val 115470" name="vf"/>
            </a:avLst>
          </a:prstGeom>
          <a:solidFill>
            <a:srgbClr val="184769"/>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60" name="Google Shape;60;p2"/>
          <p:cNvSpPr/>
          <p:nvPr/>
        </p:nvSpPr>
        <p:spPr>
          <a:xfrm flipH="1" rot="10800000">
            <a:off x="5278915" y="855279"/>
            <a:ext cx="944700" cy="818100"/>
          </a:xfrm>
          <a:prstGeom prst="hexagon">
            <a:avLst>
              <a:gd fmla="val 28678" name="adj"/>
              <a:gd fmla="val 115470" name="vf"/>
            </a:avLst>
          </a:prstGeom>
          <a:noFill/>
          <a:ln cap="flat" cmpd="sng" w="76200">
            <a:solidFill>
              <a:srgbClr val="184769"/>
            </a:solidFill>
            <a:prstDash val="solid"/>
            <a:miter lim="80"/>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61" name="Google Shape;61;p2"/>
          <p:cNvSpPr/>
          <p:nvPr/>
        </p:nvSpPr>
        <p:spPr>
          <a:xfrm flipH="1" rot="10800000">
            <a:off x="5365799" y="352324"/>
            <a:ext cx="493800" cy="427200"/>
          </a:xfrm>
          <a:prstGeom prst="hexagon">
            <a:avLst>
              <a:gd fmla="val 28678" name="adj"/>
              <a:gd fmla="val 115470" name="vf"/>
            </a:avLst>
          </a:prstGeom>
          <a:solidFill>
            <a:srgbClr val="00E1C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grpSp>
        <p:nvGrpSpPr>
          <p:cNvPr id="62" name="Google Shape;62;p2"/>
          <p:cNvGrpSpPr/>
          <p:nvPr/>
        </p:nvGrpSpPr>
        <p:grpSpPr>
          <a:xfrm>
            <a:off x="5549153" y="1029780"/>
            <a:ext cx="404640" cy="374059"/>
            <a:chOff x="5975075" y="2327500"/>
            <a:chExt cx="420100" cy="388350"/>
          </a:xfrm>
        </p:grpSpPr>
        <p:sp>
          <p:nvSpPr>
            <p:cNvPr id="63" name="Google Shape;63;p2"/>
            <p:cNvSpPr/>
            <p:nvPr/>
          </p:nvSpPr>
          <p:spPr>
            <a:xfrm>
              <a:off x="5975075" y="2474650"/>
              <a:ext cx="98325" cy="220450"/>
            </a:xfrm>
            <a:custGeom>
              <a:rect b="b" l="l" r="r" t="t"/>
              <a:pathLst>
                <a:path extrusionOk="0" h="8818" w="3933">
                  <a:moveTo>
                    <a:pt x="2418" y="1002"/>
                  </a:moveTo>
                  <a:lnTo>
                    <a:pt x="2565" y="1027"/>
                  </a:lnTo>
                  <a:lnTo>
                    <a:pt x="2687" y="1075"/>
                  </a:lnTo>
                  <a:lnTo>
                    <a:pt x="2809" y="1124"/>
                  </a:lnTo>
                  <a:lnTo>
                    <a:pt x="2907" y="1222"/>
                  </a:lnTo>
                  <a:lnTo>
                    <a:pt x="3005" y="1320"/>
                  </a:lnTo>
                  <a:lnTo>
                    <a:pt x="3078" y="1442"/>
                  </a:lnTo>
                  <a:lnTo>
                    <a:pt x="3102" y="1564"/>
                  </a:lnTo>
                  <a:lnTo>
                    <a:pt x="3127" y="1710"/>
                  </a:lnTo>
                  <a:lnTo>
                    <a:pt x="3102" y="1857"/>
                  </a:lnTo>
                  <a:lnTo>
                    <a:pt x="3078" y="1979"/>
                  </a:lnTo>
                  <a:lnTo>
                    <a:pt x="3005" y="2101"/>
                  </a:lnTo>
                  <a:lnTo>
                    <a:pt x="2907" y="2223"/>
                  </a:lnTo>
                  <a:lnTo>
                    <a:pt x="2809" y="2297"/>
                  </a:lnTo>
                  <a:lnTo>
                    <a:pt x="2687" y="2370"/>
                  </a:lnTo>
                  <a:lnTo>
                    <a:pt x="2565" y="2394"/>
                  </a:lnTo>
                  <a:lnTo>
                    <a:pt x="2418" y="2419"/>
                  </a:lnTo>
                  <a:lnTo>
                    <a:pt x="2272" y="2394"/>
                  </a:lnTo>
                  <a:lnTo>
                    <a:pt x="2150" y="2370"/>
                  </a:lnTo>
                  <a:lnTo>
                    <a:pt x="2028" y="2297"/>
                  </a:lnTo>
                  <a:lnTo>
                    <a:pt x="1930" y="2223"/>
                  </a:lnTo>
                  <a:lnTo>
                    <a:pt x="1832" y="2101"/>
                  </a:lnTo>
                  <a:lnTo>
                    <a:pt x="1759" y="1979"/>
                  </a:lnTo>
                  <a:lnTo>
                    <a:pt x="1735" y="1857"/>
                  </a:lnTo>
                  <a:lnTo>
                    <a:pt x="1710" y="1710"/>
                  </a:lnTo>
                  <a:lnTo>
                    <a:pt x="1735" y="1564"/>
                  </a:lnTo>
                  <a:lnTo>
                    <a:pt x="1759" y="1442"/>
                  </a:lnTo>
                  <a:lnTo>
                    <a:pt x="1832" y="1320"/>
                  </a:lnTo>
                  <a:lnTo>
                    <a:pt x="1930" y="1222"/>
                  </a:lnTo>
                  <a:lnTo>
                    <a:pt x="2028" y="1124"/>
                  </a:lnTo>
                  <a:lnTo>
                    <a:pt x="2150" y="1075"/>
                  </a:lnTo>
                  <a:lnTo>
                    <a:pt x="2272" y="1027"/>
                  </a:lnTo>
                  <a:lnTo>
                    <a:pt x="2418" y="1002"/>
                  </a:lnTo>
                  <a:close/>
                  <a:moveTo>
                    <a:pt x="1" y="1"/>
                  </a:moveTo>
                  <a:lnTo>
                    <a:pt x="1" y="8817"/>
                  </a:lnTo>
                  <a:lnTo>
                    <a:pt x="3933" y="8817"/>
                  </a:lnTo>
                  <a:lnTo>
                    <a:pt x="3933" y="1"/>
                  </a:lnTo>
                  <a:close/>
                </a:path>
              </a:pathLst>
            </a:custGeom>
            <a:solidFill>
              <a:srgbClr val="184769"/>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64" name="Google Shape;64;p2"/>
            <p:cNvSpPr/>
            <p:nvPr/>
          </p:nvSpPr>
          <p:spPr>
            <a:xfrm>
              <a:off x="6088025" y="2327500"/>
              <a:ext cx="307150" cy="388350"/>
            </a:xfrm>
            <a:custGeom>
              <a:rect b="b" l="l" r="r" t="t"/>
              <a:pathLst>
                <a:path extrusionOk="0" h="15534" w="12286">
                  <a:moveTo>
                    <a:pt x="6326" y="1"/>
                  </a:moveTo>
                  <a:lnTo>
                    <a:pt x="5960" y="25"/>
                  </a:lnTo>
                  <a:lnTo>
                    <a:pt x="5716" y="74"/>
                  </a:lnTo>
                  <a:lnTo>
                    <a:pt x="5520" y="147"/>
                  </a:lnTo>
                  <a:lnTo>
                    <a:pt x="5374" y="221"/>
                  </a:lnTo>
                  <a:lnTo>
                    <a:pt x="4983" y="1466"/>
                  </a:lnTo>
                  <a:lnTo>
                    <a:pt x="4788" y="2028"/>
                  </a:lnTo>
                  <a:lnTo>
                    <a:pt x="4592" y="2541"/>
                  </a:lnTo>
                  <a:lnTo>
                    <a:pt x="4397" y="3005"/>
                  </a:lnTo>
                  <a:lnTo>
                    <a:pt x="4202" y="3396"/>
                  </a:lnTo>
                  <a:lnTo>
                    <a:pt x="4031" y="3689"/>
                  </a:lnTo>
                  <a:lnTo>
                    <a:pt x="3884" y="3933"/>
                  </a:lnTo>
                  <a:lnTo>
                    <a:pt x="3664" y="4153"/>
                  </a:lnTo>
                  <a:lnTo>
                    <a:pt x="3322" y="4495"/>
                  </a:lnTo>
                  <a:lnTo>
                    <a:pt x="2516" y="5252"/>
                  </a:lnTo>
                  <a:lnTo>
                    <a:pt x="1442" y="6229"/>
                  </a:lnTo>
                  <a:lnTo>
                    <a:pt x="1" y="6229"/>
                  </a:lnTo>
                  <a:lnTo>
                    <a:pt x="1" y="13433"/>
                  </a:lnTo>
                  <a:lnTo>
                    <a:pt x="1515" y="13433"/>
                  </a:lnTo>
                  <a:lnTo>
                    <a:pt x="2004" y="13678"/>
                  </a:lnTo>
                  <a:lnTo>
                    <a:pt x="2687" y="13971"/>
                  </a:lnTo>
                  <a:lnTo>
                    <a:pt x="3567" y="14313"/>
                  </a:lnTo>
                  <a:lnTo>
                    <a:pt x="4544" y="14679"/>
                  </a:lnTo>
                  <a:lnTo>
                    <a:pt x="5594" y="14997"/>
                  </a:lnTo>
                  <a:lnTo>
                    <a:pt x="6131" y="15143"/>
                  </a:lnTo>
                  <a:lnTo>
                    <a:pt x="6668" y="15265"/>
                  </a:lnTo>
                  <a:lnTo>
                    <a:pt x="7181" y="15387"/>
                  </a:lnTo>
                  <a:lnTo>
                    <a:pt x="7694" y="15461"/>
                  </a:lnTo>
                  <a:lnTo>
                    <a:pt x="8158" y="15509"/>
                  </a:lnTo>
                  <a:lnTo>
                    <a:pt x="8622" y="15534"/>
                  </a:lnTo>
                  <a:lnTo>
                    <a:pt x="9404" y="15534"/>
                  </a:lnTo>
                  <a:lnTo>
                    <a:pt x="9819" y="15509"/>
                  </a:lnTo>
                  <a:lnTo>
                    <a:pt x="10210" y="15461"/>
                  </a:lnTo>
                  <a:lnTo>
                    <a:pt x="10552" y="15363"/>
                  </a:lnTo>
                  <a:lnTo>
                    <a:pt x="10723" y="15314"/>
                  </a:lnTo>
                  <a:lnTo>
                    <a:pt x="10845" y="15265"/>
                  </a:lnTo>
                  <a:lnTo>
                    <a:pt x="10967" y="15192"/>
                  </a:lnTo>
                  <a:lnTo>
                    <a:pt x="11064" y="15094"/>
                  </a:lnTo>
                  <a:lnTo>
                    <a:pt x="11113" y="14997"/>
                  </a:lnTo>
                  <a:lnTo>
                    <a:pt x="11162" y="14874"/>
                  </a:lnTo>
                  <a:lnTo>
                    <a:pt x="11235" y="14166"/>
                  </a:lnTo>
                  <a:lnTo>
                    <a:pt x="11211" y="13995"/>
                  </a:lnTo>
                  <a:lnTo>
                    <a:pt x="11162" y="13849"/>
                  </a:lnTo>
                  <a:lnTo>
                    <a:pt x="11064" y="13702"/>
                  </a:lnTo>
                  <a:lnTo>
                    <a:pt x="10918" y="13580"/>
                  </a:lnTo>
                  <a:lnTo>
                    <a:pt x="11040" y="13556"/>
                  </a:lnTo>
                  <a:lnTo>
                    <a:pt x="11162" y="13507"/>
                  </a:lnTo>
                  <a:lnTo>
                    <a:pt x="11284" y="13458"/>
                  </a:lnTo>
                  <a:lnTo>
                    <a:pt x="11382" y="13360"/>
                  </a:lnTo>
                  <a:lnTo>
                    <a:pt x="11455" y="13263"/>
                  </a:lnTo>
                  <a:lnTo>
                    <a:pt x="11528" y="13140"/>
                  </a:lnTo>
                  <a:lnTo>
                    <a:pt x="11577" y="12994"/>
                  </a:lnTo>
                  <a:lnTo>
                    <a:pt x="11602" y="12872"/>
                  </a:lnTo>
                  <a:lnTo>
                    <a:pt x="11675" y="11993"/>
                  </a:lnTo>
                  <a:lnTo>
                    <a:pt x="11675" y="11870"/>
                  </a:lnTo>
                  <a:lnTo>
                    <a:pt x="11675" y="11773"/>
                  </a:lnTo>
                  <a:lnTo>
                    <a:pt x="11651" y="11651"/>
                  </a:lnTo>
                  <a:lnTo>
                    <a:pt x="11602" y="11553"/>
                  </a:lnTo>
                  <a:lnTo>
                    <a:pt x="11480" y="11382"/>
                  </a:lnTo>
                  <a:lnTo>
                    <a:pt x="11406" y="11309"/>
                  </a:lnTo>
                  <a:lnTo>
                    <a:pt x="11333" y="11235"/>
                  </a:lnTo>
                  <a:lnTo>
                    <a:pt x="11455" y="11211"/>
                  </a:lnTo>
                  <a:lnTo>
                    <a:pt x="11553" y="11162"/>
                  </a:lnTo>
                  <a:lnTo>
                    <a:pt x="11651" y="11089"/>
                  </a:lnTo>
                  <a:lnTo>
                    <a:pt x="11748" y="10991"/>
                  </a:lnTo>
                  <a:lnTo>
                    <a:pt x="11822" y="10893"/>
                  </a:lnTo>
                  <a:lnTo>
                    <a:pt x="11870" y="10796"/>
                  </a:lnTo>
                  <a:lnTo>
                    <a:pt x="11919" y="10674"/>
                  </a:lnTo>
                  <a:lnTo>
                    <a:pt x="11944" y="10527"/>
                  </a:lnTo>
                  <a:lnTo>
                    <a:pt x="12017" y="9672"/>
                  </a:lnTo>
                  <a:lnTo>
                    <a:pt x="12017" y="9550"/>
                  </a:lnTo>
                  <a:lnTo>
                    <a:pt x="12017" y="9428"/>
                  </a:lnTo>
                  <a:lnTo>
                    <a:pt x="11993" y="9306"/>
                  </a:lnTo>
                  <a:lnTo>
                    <a:pt x="11944" y="9208"/>
                  </a:lnTo>
                  <a:lnTo>
                    <a:pt x="11895" y="9111"/>
                  </a:lnTo>
                  <a:lnTo>
                    <a:pt x="11822" y="9037"/>
                  </a:lnTo>
                  <a:lnTo>
                    <a:pt x="11748" y="8964"/>
                  </a:lnTo>
                  <a:lnTo>
                    <a:pt x="11651" y="8891"/>
                  </a:lnTo>
                  <a:lnTo>
                    <a:pt x="11748" y="8866"/>
                  </a:lnTo>
                  <a:lnTo>
                    <a:pt x="11846" y="8793"/>
                  </a:lnTo>
                  <a:lnTo>
                    <a:pt x="11944" y="8720"/>
                  </a:lnTo>
                  <a:lnTo>
                    <a:pt x="12017" y="8647"/>
                  </a:lnTo>
                  <a:lnTo>
                    <a:pt x="12090" y="8549"/>
                  </a:lnTo>
                  <a:lnTo>
                    <a:pt x="12139" y="8451"/>
                  </a:lnTo>
                  <a:lnTo>
                    <a:pt x="12163" y="8329"/>
                  </a:lnTo>
                  <a:lnTo>
                    <a:pt x="12188" y="8207"/>
                  </a:lnTo>
                  <a:lnTo>
                    <a:pt x="12286" y="7328"/>
                  </a:lnTo>
                  <a:lnTo>
                    <a:pt x="12261" y="7206"/>
                  </a:lnTo>
                  <a:lnTo>
                    <a:pt x="12237" y="7083"/>
                  </a:lnTo>
                  <a:lnTo>
                    <a:pt x="12188" y="6986"/>
                  </a:lnTo>
                  <a:lnTo>
                    <a:pt x="12139" y="6888"/>
                  </a:lnTo>
                  <a:lnTo>
                    <a:pt x="12066" y="6790"/>
                  </a:lnTo>
                  <a:lnTo>
                    <a:pt x="11968" y="6717"/>
                  </a:lnTo>
                  <a:lnTo>
                    <a:pt x="11748" y="6571"/>
                  </a:lnTo>
                  <a:lnTo>
                    <a:pt x="11504" y="6448"/>
                  </a:lnTo>
                  <a:lnTo>
                    <a:pt x="11211" y="6351"/>
                  </a:lnTo>
                  <a:lnTo>
                    <a:pt x="10893" y="6278"/>
                  </a:lnTo>
                  <a:lnTo>
                    <a:pt x="10576" y="6229"/>
                  </a:lnTo>
                  <a:lnTo>
                    <a:pt x="9892" y="6131"/>
                  </a:lnTo>
                  <a:lnTo>
                    <a:pt x="8842" y="6033"/>
                  </a:lnTo>
                  <a:lnTo>
                    <a:pt x="7596" y="5960"/>
                  </a:lnTo>
                  <a:lnTo>
                    <a:pt x="6326" y="5887"/>
                  </a:lnTo>
                  <a:lnTo>
                    <a:pt x="6497" y="5594"/>
                  </a:lnTo>
                  <a:lnTo>
                    <a:pt x="6644" y="5252"/>
                  </a:lnTo>
                  <a:lnTo>
                    <a:pt x="6790" y="4885"/>
                  </a:lnTo>
                  <a:lnTo>
                    <a:pt x="6888" y="4495"/>
                  </a:lnTo>
                  <a:lnTo>
                    <a:pt x="6986" y="4104"/>
                  </a:lnTo>
                  <a:lnTo>
                    <a:pt x="7083" y="3689"/>
                  </a:lnTo>
                  <a:lnTo>
                    <a:pt x="7181" y="2883"/>
                  </a:lnTo>
                  <a:lnTo>
                    <a:pt x="7254" y="2150"/>
                  </a:lnTo>
                  <a:lnTo>
                    <a:pt x="7303" y="1539"/>
                  </a:lnTo>
                  <a:lnTo>
                    <a:pt x="7303" y="978"/>
                  </a:lnTo>
                  <a:lnTo>
                    <a:pt x="7303" y="807"/>
                  </a:lnTo>
                  <a:lnTo>
                    <a:pt x="7230" y="611"/>
                  </a:lnTo>
                  <a:lnTo>
                    <a:pt x="7157" y="465"/>
                  </a:lnTo>
                  <a:lnTo>
                    <a:pt x="7035" y="318"/>
                  </a:lnTo>
                  <a:lnTo>
                    <a:pt x="6888" y="172"/>
                  </a:lnTo>
                  <a:lnTo>
                    <a:pt x="6717" y="98"/>
                  </a:lnTo>
                  <a:lnTo>
                    <a:pt x="6522" y="25"/>
                  </a:lnTo>
                  <a:lnTo>
                    <a:pt x="6326" y="1"/>
                  </a:lnTo>
                  <a:close/>
                </a:path>
              </a:pathLst>
            </a:custGeom>
            <a:solidFill>
              <a:srgbClr val="184769"/>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grpSp>
      <p:sp>
        <p:nvSpPr>
          <p:cNvPr id="65" name="Google Shape;65;p2"/>
          <p:cNvSpPr/>
          <p:nvPr/>
        </p:nvSpPr>
        <p:spPr>
          <a:xfrm>
            <a:off x="3253021" y="113273"/>
            <a:ext cx="225085" cy="389964"/>
          </a:xfrm>
          <a:custGeom>
            <a:rect b="b" l="l" r="r" t="t"/>
            <a:pathLst>
              <a:path extrusionOk="0" h="20565" w="11870">
                <a:moveTo>
                  <a:pt x="6301" y="977"/>
                </a:moveTo>
                <a:lnTo>
                  <a:pt x="6423" y="1002"/>
                </a:lnTo>
                <a:lnTo>
                  <a:pt x="6497" y="1075"/>
                </a:lnTo>
                <a:lnTo>
                  <a:pt x="6570" y="1148"/>
                </a:lnTo>
                <a:lnTo>
                  <a:pt x="6594" y="1270"/>
                </a:lnTo>
                <a:lnTo>
                  <a:pt x="6570" y="1368"/>
                </a:lnTo>
                <a:lnTo>
                  <a:pt x="6497" y="1466"/>
                </a:lnTo>
                <a:lnTo>
                  <a:pt x="6423" y="1515"/>
                </a:lnTo>
                <a:lnTo>
                  <a:pt x="6301" y="1539"/>
                </a:lnTo>
                <a:lnTo>
                  <a:pt x="5569" y="1539"/>
                </a:lnTo>
                <a:lnTo>
                  <a:pt x="5446" y="1515"/>
                </a:lnTo>
                <a:lnTo>
                  <a:pt x="5373" y="1466"/>
                </a:lnTo>
                <a:lnTo>
                  <a:pt x="5300" y="1368"/>
                </a:lnTo>
                <a:lnTo>
                  <a:pt x="5276" y="1270"/>
                </a:lnTo>
                <a:lnTo>
                  <a:pt x="5300" y="1148"/>
                </a:lnTo>
                <a:lnTo>
                  <a:pt x="5373" y="1075"/>
                </a:lnTo>
                <a:lnTo>
                  <a:pt x="5446" y="1002"/>
                </a:lnTo>
                <a:lnTo>
                  <a:pt x="5569" y="977"/>
                </a:lnTo>
                <a:close/>
                <a:moveTo>
                  <a:pt x="10575" y="2565"/>
                </a:moveTo>
                <a:lnTo>
                  <a:pt x="10575" y="16706"/>
                </a:lnTo>
                <a:lnTo>
                  <a:pt x="1295" y="16706"/>
                </a:lnTo>
                <a:lnTo>
                  <a:pt x="1295" y="2565"/>
                </a:lnTo>
                <a:close/>
                <a:moveTo>
                  <a:pt x="5935" y="17780"/>
                </a:moveTo>
                <a:lnTo>
                  <a:pt x="6106" y="17805"/>
                </a:lnTo>
                <a:lnTo>
                  <a:pt x="6277" y="17854"/>
                </a:lnTo>
                <a:lnTo>
                  <a:pt x="6423" y="17927"/>
                </a:lnTo>
                <a:lnTo>
                  <a:pt x="6545" y="18025"/>
                </a:lnTo>
                <a:lnTo>
                  <a:pt x="6643" y="18147"/>
                </a:lnTo>
                <a:lnTo>
                  <a:pt x="6716" y="18293"/>
                </a:lnTo>
                <a:lnTo>
                  <a:pt x="6765" y="18464"/>
                </a:lnTo>
                <a:lnTo>
                  <a:pt x="6790" y="18635"/>
                </a:lnTo>
                <a:lnTo>
                  <a:pt x="6765" y="18806"/>
                </a:lnTo>
                <a:lnTo>
                  <a:pt x="6716" y="18977"/>
                </a:lnTo>
                <a:lnTo>
                  <a:pt x="6643" y="19124"/>
                </a:lnTo>
                <a:lnTo>
                  <a:pt x="6545" y="19246"/>
                </a:lnTo>
                <a:lnTo>
                  <a:pt x="6423" y="19343"/>
                </a:lnTo>
                <a:lnTo>
                  <a:pt x="6277" y="19417"/>
                </a:lnTo>
                <a:lnTo>
                  <a:pt x="6106" y="19465"/>
                </a:lnTo>
                <a:lnTo>
                  <a:pt x="5935" y="19490"/>
                </a:lnTo>
                <a:lnTo>
                  <a:pt x="5764" y="19465"/>
                </a:lnTo>
                <a:lnTo>
                  <a:pt x="5593" y="19417"/>
                </a:lnTo>
                <a:lnTo>
                  <a:pt x="5446" y="19343"/>
                </a:lnTo>
                <a:lnTo>
                  <a:pt x="5324" y="19246"/>
                </a:lnTo>
                <a:lnTo>
                  <a:pt x="5227" y="19124"/>
                </a:lnTo>
                <a:lnTo>
                  <a:pt x="5153" y="18977"/>
                </a:lnTo>
                <a:lnTo>
                  <a:pt x="5105" y="18806"/>
                </a:lnTo>
                <a:lnTo>
                  <a:pt x="5080" y="18635"/>
                </a:lnTo>
                <a:lnTo>
                  <a:pt x="5105" y="18464"/>
                </a:lnTo>
                <a:lnTo>
                  <a:pt x="5153" y="18293"/>
                </a:lnTo>
                <a:lnTo>
                  <a:pt x="5227" y="18147"/>
                </a:lnTo>
                <a:lnTo>
                  <a:pt x="5324" y="18025"/>
                </a:lnTo>
                <a:lnTo>
                  <a:pt x="5446" y="17927"/>
                </a:lnTo>
                <a:lnTo>
                  <a:pt x="5593" y="17854"/>
                </a:lnTo>
                <a:lnTo>
                  <a:pt x="5764" y="17805"/>
                </a:lnTo>
                <a:lnTo>
                  <a:pt x="5935" y="17780"/>
                </a:lnTo>
                <a:close/>
                <a:moveTo>
                  <a:pt x="1295" y="0"/>
                </a:moveTo>
                <a:lnTo>
                  <a:pt x="1026" y="25"/>
                </a:lnTo>
                <a:lnTo>
                  <a:pt x="782" y="98"/>
                </a:lnTo>
                <a:lnTo>
                  <a:pt x="562" y="220"/>
                </a:lnTo>
                <a:lnTo>
                  <a:pt x="366" y="367"/>
                </a:lnTo>
                <a:lnTo>
                  <a:pt x="220" y="562"/>
                </a:lnTo>
                <a:lnTo>
                  <a:pt x="98" y="782"/>
                </a:lnTo>
                <a:lnTo>
                  <a:pt x="25" y="1026"/>
                </a:lnTo>
                <a:lnTo>
                  <a:pt x="0" y="1295"/>
                </a:lnTo>
                <a:lnTo>
                  <a:pt x="0" y="19270"/>
                </a:lnTo>
                <a:lnTo>
                  <a:pt x="25" y="19539"/>
                </a:lnTo>
                <a:lnTo>
                  <a:pt x="98" y="19783"/>
                </a:lnTo>
                <a:lnTo>
                  <a:pt x="220" y="20003"/>
                </a:lnTo>
                <a:lnTo>
                  <a:pt x="366" y="20198"/>
                </a:lnTo>
                <a:lnTo>
                  <a:pt x="562" y="20345"/>
                </a:lnTo>
                <a:lnTo>
                  <a:pt x="782" y="20467"/>
                </a:lnTo>
                <a:lnTo>
                  <a:pt x="1026" y="20540"/>
                </a:lnTo>
                <a:lnTo>
                  <a:pt x="1295" y="20565"/>
                </a:lnTo>
                <a:lnTo>
                  <a:pt x="10575" y="20565"/>
                </a:lnTo>
                <a:lnTo>
                  <a:pt x="10844" y="20540"/>
                </a:lnTo>
                <a:lnTo>
                  <a:pt x="11088" y="20467"/>
                </a:lnTo>
                <a:lnTo>
                  <a:pt x="11308" y="20345"/>
                </a:lnTo>
                <a:lnTo>
                  <a:pt x="11503" y="20198"/>
                </a:lnTo>
                <a:lnTo>
                  <a:pt x="11650" y="20003"/>
                </a:lnTo>
                <a:lnTo>
                  <a:pt x="11772" y="19783"/>
                </a:lnTo>
                <a:lnTo>
                  <a:pt x="11845" y="19539"/>
                </a:lnTo>
                <a:lnTo>
                  <a:pt x="11870" y="19270"/>
                </a:lnTo>
                <a:lnTo>
                  <a:pt x="11870" y="1295"/>
                </a:lnTo>
                <a:lnTo>
                  <a:pt x="11845" y="1026"/>
                </a:lnTo>
                <a:lnTo>
                  <a:pt x="11772" y="782"/>
                </a:lnTo>
                <a:lnTo>
                  <a:pt x="11650" y="562"/>
                </a:lnTo>
                <a:lnTo>
                  <a:pt x="11503" y="367"/>
                </a:lnTo>
                <a:lnTo>
                  <a:pt x="11308" y="220"/>
                </a:lnTo>
                <a:lnTo>
                  <a:pt x="11088" y="98"/>
                </a:lnTo>
                <a:lnTo>
                  <a:pt x="10844" y="25"/>
                </a:lnTo>
                <a:lnTo>
                  <a:pt x="10575" y="0"/>
                </a:lnTo>
                <a:close/>
              </a:path>
            </a:pathLst>
          </a:custGeom>
          <a:solidFill>
            <a:srgbClr val="19BBD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grpSp>
        <p:nvGrpSpPr>
          <p:cNvPr id="66" name="Google Shape;66;p2"/>
          <p:cNvGrpSpPr/>
          <p:nvPr/>
        </p:nvGrpSpPr>
        <p:grpSpPr>
          <a:xfrm>
            <a:off x="4380526" y="515192"/>
            <a:ext cx="382958" cy="607111"/>
            <a:chOff x="6718575" y="2318625"/>
            <a:chExt cx="256950" cy="407375"/>
          </a:xfrm>
        </p:grpSpPr>
        <p:sp>
          <p:nvSpPr>
            <p:cNvPr id="67" name="Google Shape;67;p2"/>
            <p:cNvSpPr/>
            <p:nvPr/>
          </p:nvSpPr>
          <p:spPr>
            <a:xfrm>
              <a:off x="6795900" y="2673600"/>
              <a:ext cx="102300" cy="22550"/>
            </a:xfrm>
            <a:custGeom>
              <a:rect b="b" l="l" r="r" t="t"/>
              <a:pathLst>
                <a:path extrusionOk="0" fill="none" h="902" w="4092">
                  <a:moveTo>
                    <a:pt x="4092" y="902"/>
                  </a:moveTo>
                  <a:lnTo>
                    <a:pt x="4092" y="1"/>
                  </a:lnTo>
                  <a:lnTo>
                    <a:pt x="0" y="1"/>
                  </a:lnTo>
                  <a:lnTo>
                    <a:pt x="0" y="902"/>
                  </a:lnTo>
                  <a:lnTo>
                    <a:pt x="4092" y="902"/>
                  </a:lnTo>
                  <a:close/>
                </a:path>
              </a:pathLst>
            </a:custGeom>
            <a:noFill/>
            <a:ln cap="rnd" cmpd="sng" w="1217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68" name="Google Shape;68;p2"/>
            <p:cNvSpPr/>
            <p:nvPr/>
          </p:nvSpPr>
          <p:spPr>
            <a:xfrm>
              <a:off x="6795900" y="2650475"/>
              <a:ext cx="102300" cy="22550"/>
            </a:xfrm>
            <a:custGeom>
              <a:rect b="b" l="l" r="r" t="t"/>
              <a:pathLst>
                <a:path extrusionOk="0" fill="none" h="902" w="4092">
                  <a:moveTo>
                    <a:pt x="4092" y="901"/>
                  </a:moveTo>
                  <a:lnTo>
                    <a:pt x="4092" y="0"/>
                  </a:lnTo>
                  <a:lnTo>
                    <a:pt x="0" y="0"/>
                  </a:lnTo>
                  <a:lnTo>
                    <a:pt x="0" y="901"/>
                  </a:lnTo>
                  <a:lnTo>
                    <a:pt x="4092" y="901"/>
                  </a:lnTo>
                  <a:close/>
                </a:path>
              </a:pathLst>
            </a:custGeom>
            <a:noFill/>
            <a:ln cap="rnd" cmpd="sng" w="1217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69" name="Google Shape;69;p2"/>
            <p:cNvSpPr/>
            <p:nvPr/>
          </p:nvSpPr>
          <p:spPr>
            <a:xfrm>
              <a:off x="6795900" y="2696125"/>
              <a:ext cx="102300" cy="29875"/>
            </a:xfrm>
            <a:custGeom>
              <a:rect b="b" l="l" r="r" t="t"/>
              <a:pathLst>
                <a:path extrusionOk="0" fill="none" h="1195" w="4092">
                  <a:moveTo>
                    <a:pt x="0" y="1"/>
                  </a:moveTo>
                  <a:lnTo>
                    <a:pt x="0" y="171"/>
                  </a:lnTo>
                  <a:lnTo>
                    <a:pt x="0" y="171"/>
                  </a:lnTo>
                  <a:lnTo>
                    <a:pt x="24" y="318"/>
                  </a:lnTo>
                  <a:lnTo>
                    <a:pt x="98" y="464"/>
                  </a:lnTo>
                  <a:lnTo>
                    <a:pt x="195" y="585"/>
                  </a:lnTo>
                  <a:lnTo>
                    <a:pt x="341" y="659"/>
                  </a:lnTo>
                  <a:lnTo>
                    <a:pt x="1875" y="1170"/>
                  </a:lnTo>
                  <a:lnTo>
                    <a:pt x="1875" y="1170"/>
                  </a:lnTo>
                  <a:lnTo>
                    <a:pt x="2046" y="1194"/>
                  </a:lnTo>
                  <a:lnTo>
                    <a:pt x="2046" y="1194"/>
                  </a:lnTo>
                  <a:lnTo>
                    <a:pt x="2216" y="1170"/>
                  </a:lnTo>
                  <a:lnTo>
                    <a:pt x="3751" y="659"/>
                  </a:lnTo>
                  <a:lnTo>
                    <a:pt x="3751" y="659"/>
                  </a:lnTo>
                  <a:lnTo>
                    <a:pt x="3897" y="585"/>
                  </a:lnTo>
                  <a:lnTo>
                    <a:pt x="3994" y="464"/>
                  </a:lnTo>
                  <a:lnTo>
                    <a:pt x="4067" y="318"/>
                  </a:lnTo>
                  <a:lnTo>
                    <a:pt x="4092" y="171"/>
                  </a:lnTo>
                  <a:lnTo>
                    <a:pt x="4092" y="1"/>
                  </a:lnTo>
                  <a:lnTo>
                    <a:pt x="0" y="1"/>
                  </a:lnTo>
                  <a:close/>
                </a:path>
              </a:pathLst>
            </a:custGeom>
            <a:noFill/>
            <a:ln cap="rnd" cmpd="sng" w="1217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70" name="Google Shape;70;p2"/>
            <p:cNvSpPr/>
            <p:nvPr/>
          </p:nvSpPr>
          <p:spPr>
            <a:xfrm>
              <a:off x="6784925" y="2459275"/>
              <a:ext cx="35350" cy="166875"/>
            </a:xfrm>
            <a:custGeom>
              <a:rect b="b" l="l" r="r" t="t"/>
              <a:pathLst>
                <a:path extrusionOk="0" fill="none" h="6675" w="1414">
                  <a:moveTo>
                    <a:pt x="1413" y="6674"/>
                  </a:moveTo>
                  <a:lnTo>
                    <a:pt x="1413" y="6674"/>
                  </a:lnTo>
                  <a:lnTo>
                    <a:pt x="585" y="2850"/>
                  </a:lnTo>
                  <a:lnTo>
                    <a:pt x="1" y="1"/>
                  </a:lnTo>
                </a:path>
              </a:pathLst>
            </a:custGeom>
            <a:noFill/>
            <a:ln cap="rnd" cmpd="sng" w="1217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71" name="Google Shape;71;p2"/>
            <p:cNvSpPr/>
            <p:nvPr/>
          </p:nvSpPr>
          <p:spPr>
            <a:xfrm>
              <a:off x="6718575" y="2318625"/>
              <a:ext cx="256950" cy="307525"/>
            </a:xfrm>
            <a:custGeom>
              <a:rect b="b" l="l" r="r" t="t"/>
              <a:pathLst>
                <a:path extrusionOk="0" fill="none" h="12301" w="10278">
                  <a:moveTo>
                    <a:pt x="7185" y="12300"/>
                  </a:moveTo>
                  <a:lnTo>
                    <a:pt x="7185" y="12300"/>
                  </a:lnTo>
                  <a:lnTo>
                    <a:pt x="7307" y="11764"/>
                  </a:lnTo>
                  <a:lnTo>
                    <a:pt x="7477" y="11253"/>
                  </a:lnTo>
                  <a:lnTo>
                    <a:pt x="7672" y="10766"/>
                  </a:lnTo>
                  <a:lnTo>
                    <a:pt x="7891" y="10327"/>
                  </a:lnTo>
                  <a:lnTo>
                    <a:pt x="8135" y="9913"/>
                  </a:lnTo>
                  <a:lnTo>
                    <a:pt x="8378" y="9499"/>
                  </a:lnTo>
                  <a:lnTo>
                    <a:pt x="8914" y="8720"/>
                  </a:lnTo>
                  <a:lnTo>
                    <a:pt x="9182" y="8330"/>
                  </a:lnTo>
                  <a:lnTo>
                    <a:pt x="9425" y="7941"/>
                  </a:lnTo>
                  <a:lnTo>
                    <a:pt x="9645" y="7551"/>
                  </a:lnTo>
                  <a:lnTo>
                    <a:pt x="9864" y="7113"/>
                  </a:lnTo>
                  <a:lnTo>
                    <a:pt x="10034" y="6674"/>
                  </a:lnTo>
                  <a:lnTo>
                    <a:pt x="10156" y="6187"/>
                  </a:lnTo>
                  <a:lnTo>
                    <a:pt x="10229" y="5676"/>
                  </a:lnTo>
                  <a:lnTo>
                    <a:pt x="10253" y="5408"/>
                  </a:lnTo>
                  <a:lnTo>
                    <a:pt x="10278" y="5140"/>
                  </a:lnTo>
                  <a:lnTo>
                    <a:pt x="10278" y="5140"/>
                  </a:lnTo>
                  <a:lnTo>
                    <a:pt x="10229" y="4604"/>
                  </a:lnTo>
                  <a:lnTo>
                    <a:pt x="10156" y="4093"/>
                  </a:lnTo>
                  <a:lnTo>
                    <a:pt x="10034" y="3605"/>
                  </a:lnTo>
                  <a:lnTo>
                    <a:pt x="9864" y="3143"/>
                  </a:lnTo>
                  <a:lnTo>
                    <a:pt x="9645" y="2680"/>
                  </a:lnTo>
                  <a:lnTo>
                    <a:pt x="9401" y="2266"/>
                  </a:lnTo>
                  <a:lnTo>
                    <a:pt x="9084" y="1876"/>
                  </a:lnTo>
                  <a:lnTo>
                    <a:pt x="8768" y="1511"/>
                  </a:lnTo>
                  <a:lnTo>
                    <a:pt x="8402" y="1170"/>
                  </a:lnTo>
                  <a:lnTo>
                    <a:pt x="8013" y="878"/>
                  </a:lnTo>
                  <a:lnTo>
                    <a:pt x="7574" y="634"/>
                  </a:lnTo>
                  <a:lnTo>
                    <a:pt x="7136" y="415"/>
                  </a:lnTo>
                  <a:lnTo>
                    <a:pt x="6673" y="244"/>
                  </a:lnTo>
                  <a:lnTo>
                    <a:pt x="6162" y="98"/>
                  </a:lnTo>
                  <a:lnTo>
                    <a:pt x="5675" y="25"/>
                  </a:lnTo>
                  <a:lnTo>
                    <a:pt x="5139" y="1"/>
                  </a:lnTo>
                  <a:lnTo>
                    <a:pt x="5139" y="1"/>
                  </a:lnTo>
                  <a:lnTo>
                    <a:pt x="4603" y="25"/>
                  </a:lnTo>
                  <a:lnTo>
                    <a:pt x="4116" y="98"/>
                  </a:lnTo>
                  <a:lnTo>
                    <a:pt x="3605" y="244"/>
                  </a:lnTo>
                  <a:lnTo>
                    <a:pt x="3142" y="415"/>
                  </a:lnTo>
                  <a:lnTo>
                    <a:pt x="2703" y="634"/>
                  </a:lnTo>
                  <a:lnTo>
                    <a:pt x="2265" y="878"/>
                  </a:lnTo>
                  <a:lnTo>
                    <a:pt x="1875" y="1170"/>
                  </a:lnTo>
                  <a:lnTo>
                    <a:pt x="1510" y="1511"/>
                  </a:lnTo>
                  <a:lnTo>
                    <a:pt x="1193" y="1876"/>
                  </a:lnTo>
                  <a:lnTo>
                    <a:pt x="877" y="2266"/>
                  </a:lnTo>
                  <a:lnTo>
                    <a:pt x="633" y="2680"/>
                  </a:lnTo>
                  <a:lnTo>
                    <a:pt x="414" y="3143"/>
                  </a:lnTo>
                  <a:lnTo>
                    <a:pt x="244" y="3605"/>
                  </a:lnTo>
                  <a:lnTo>
                    <a:pt x="122" y="4093"/>
                  </a:lnTo>
                  <a:lnTo>
                    <a:pt x="49" y="4604"/>
                  </a:lnTo>
                  <a:lnTo>
                    <a:pt x="0" y="5140"/>
                  </a:lnTo>
                  <a:lnTo>
                    <a:pt x="0" y="5140"/>
                  </a:lnTo>
                  <a:lnTo>
                    <a:pt x="24" y="5408"/>
                  </a:lnTo>
                  <a:lnTo>
                    <a:pt x="49" y="5676"/>
                  </a:lnTo>
                  <a:lnTo>
                    <a:pt x="122" y="6187"/>
                  </a:lnTo>
                  <a:lnTo>
                    <a:pt x="244" y="6674"/>
                  </a:lnTo>
                  <a:lnTo>
                    <a:pt x="414" y="7113"/>
                  </a:lnTo>
                  <a:lnTo>
                    <a:pt x="633" y="7551"/>
                  </a:lnTo>
                  <a:lnTo>
                    <a:pt x="852" y="7941"/>
                  </a:lnTo>
                  <a:lnTo>
                    <a:pt x="1096" y="8330"/>
                  </a:lnTo>
                  <a:lnTo>
                    <a:pt x="1364" y="8720"/>
                  </a:lnTo>
                  <a:lnTo>
                    <a:pt x="1900" y="9499"/>
                  </a:lnTo>
                  <a:lnTo>
                    <a:pt x="2143" y="9913"/>
                  </a:lnTo>
                  <a:lnTo>
                    <a:pt x="2387" y="10327"/>
                  </a:lnTo>
                  <a:lnTo>
                    <a:pt x="2606" y="10766"/>
                  </a:lnTo>
                  <a:lnTo>
                    <a:pt x="2801" y="11253"/>
                  </a:lnTo>
                  <a:lnTo>
                    <a:pt x="2971" y="11764"/>
                  </a:lnTo>
                  <a:lnTo>
                    <a:pt x="3093" y="12300"/>
                  </a:lnTo>
                </a:path>
              </a:pathLst>
            </a:custGeom>
            <a:noFill/>
            <a:ln cap="rnd" cmpd="sng" w="1217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72" name="Google Shape;72;p2"/>
            <p:cNvSpPr/>
            <p:nvPr/>
          </p:nvSpPr>
          <p:spPr>
            <a:xfrm>
              <a:off x="6873825" y="2459275"/>
              <a:ext cx="35350" cy="166875"/>
            </a:xfrm>
            <a:custGeom>
              <a:rect b="b" l="l" r="r" t="t"/>
              <a:pathLst>
                <a:path extrusionOk="0" fill="none" h="6675" w="1414">
                  <a:moveTo>
                    <a:pt x="1413" y="1"/>
                  </a:moveTo>
                  <a:lnTo>
                    <a:pt x="1413" y="1"/>
                  </a:lnTo>
                  <a:lnTo>
                    <a:pt x="829" y="2850"/>
                  </a:lnTo>
                  <a:lnTo>
                    <a:pt x="1" y="6674"/>
                  </a:lnTo>
                </a:path>
              </a:pathLst>
            </a:custGeom>
            <a:noFill/>
            <a:ln cap="rnd" cmpd="sng" w="1217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73" name="Google Shape;73;p2"/>
            <p:cNvSpPr/>
            <p:nvPr/>
          </p:nvSpPr>
          <p:spPr>
            <a:xfrm>
              <a:off x="6801975" y="2453200"/>
              <a:ext cx="90150" cy="19500"/>
            </a:xfrm>
            <a:custGeom>
              <a:rect b="b" l="l" r="r" t="t"/>
              <a:pathLst>
                <a:path extrusionOk="0" fill="none" h="780" w="3606">
                  <a:moveTo>
                    <a:pt x="1" y="73"/>
                  </a:moveTo>
                  <a:lnTo>
                    <a:pt x="829" y="780"/>
                  </a:lnTo>
                  <a:lnTo>
                    <a:pt x="1657" y="73"/>
                  </a:lnTo>
                  <a:lnTo>
                    <a:pt x="1657" y="73"/>
                  </a:lnTo>
                  <a:lnTo>
                    <a:pt x="1730" y="25"/>
                  </a:lnTo>
                  <a:lnTo>
                    <a:pt x="1803" y="0"/>
                  </a:lnTo>
                  <a:lnTo>
                    <a:pt x="1876" y="25"/>
                  </a:lnTo>
                  <a:lnTo>
                    <a:pt x="1949" y="73"/>
                  </a:lnTo>
                  <a:lnTo>
                    <a:pt x="2777" y="780"/>
                  </a:lnTo>
                  <a:lnTo>
                    <a:pt x="3605" y="73"/>
                  </a:lnTo>
                </a:path>
              </a:pathLst>
            </a:custGeom>
            <a:noFill/>
            <a:ln cap="rnd" cmpd="sng" w="1217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74" name="Google Shape;74;p2"/>
            <p:cNvSpPr/>
            <p:nvPr/>
          </p:nvSpPr>
          <p:spPr>
            <a:xfrm>
              <a:off x="6795900" y="2628550"/>
              <a:ext cx="102300" cy="25"/>
            </a:xfrm>
            <a:custGeom>
              <a:rect b="b" l="l" r="r" t="t"/>
              <a:pathLst>
                <a:path extrusionOk="0" fill="none" h="1" w="4092">
                  <a:moveTo>
                    <a:pt x="0" y="1"/>
                  </a:moveTo>
                  <a:lnTo>
                    <a:pt x="4092" y="1"/>
                  </a:lnTo>
                </a:path>
              </a:pathLst>
            </a:custGeom>
            <a:noFill/>
            <a:ln cap="rnd" cmpd="sng" w="1217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grpSp>
      <p:grpSp>
        <p:nvGrpSpPr>
          <p:cNvPr id="75" name="Google Shape;75;p2"/>
          <p:cNvGrpSpPr/>
          <p:nvPr/>
        </p:nvGrpSpPr>
        <p:grpSpPr>
          <a:xfrm>
            <a:off x="3199464" y="902959"/>
            <a:ext cx="395018" cy="403297"/>
            <a:chOff x="3951850" y="2985350"/>
            <a:chExt cx="407950" cy="416500"/>
          </a:xfrm>
        </p:grpSpPr>
        <p:sp>
          <p:nvSpPr>
            <p:cNvPr id="76" name="Google Shape;76;p2"/>
            <p:cNvSpPr/>
            <p:nvPr/>
          </p:nvSpPr>
          <p:spPr>
            <a:xfrm>
              <a:off x="3951850" y="2985350"/>
              <a:ext cx="314800" cy="314825"/>
            </a:xfrm>
            <a:custGeom>
              <a:rect b="b" l="l" r="r" t="t"/>
              <a:pathLst>
                <a:path extrusionOk="0" fill="none" h="12593" w="12592">
                  <a:moveTo>
                    <a:pt x="6284" y="1"/>
                  </a:moveTo>
                  <a:lnTo>
                    <a:pt x="6284" y="1"/>
                  </a:lnTo>
                  <a:lnTo>
                    <a:pt x="5967" y="25"/>
                  </a:lnTo>
                  <a:lnTo>
                    <a:pt x="5651" y="49"/>
                  </a:lnTo>
                  <a:lnTo>
                    <a:pt x="5334" y="74"/>
                  </a:lnTo>
                  <a:lnTo>
                    <a:pt x="5017" y="147"/>
                  </a:lnTo>
                  <a:lnTo>
                    <a:pt x="4725" y="220"/>
                  </a:lnTo>
                  <a:lnTo>
                    <a:pt x="4433" y="293"/>
                  </a:lnTo>
                  <a:lnTo>
                    <a:pt x="4141" y="390"/>
                  </a:lnTo>
                  <a:lnTo>
                    <a:pt x="3848" y="512"/>
                  </a:lnTo>
                  <a:lnTo>
                    <a:pt x="3556" y="634"/>
                  </a:lnTo>
                  <a:lnTo>
                    <a:pt x="3288" y="780"/>
                  </a:lnTo>
                  <a:lnTo>
                    <a:pt x="3020" y="926"/>
                  </a:lnTo>
                  <a:lnTo>
                    <a:pt x="2777" y="1072"/>
                  </a:lnTo>
                  <a:lnTo>
                    <a:pt x="2290" y="1437"/>
                  </a:lnTo>
                  <a:lnTo>
                    <a:pt x="1851" y="1852"/>
                  </a:lnTo>
                  <a:lnTo>
                    <a:pt x="1437" y="2290"/>
                  </a:lnTo>
                  <a:lnTo>
                    <a:pt x="1072" y="2777"/>
                  </a:lnTo>
                  <a:lnTo>
                    <a:pt x="901" y="3045"/>
                  </a:lnTo>
                  <a:lnTo>
                    <a:pt x="755" y="3313"/>
                  </a:lnTo>
                  <a:lnTo>
                    <a:pt x="609" y="3581"/>
                  </a:lnTo>
                  <a:lnTo>
                    <a:pt x="487" y="3849"/>
                  </a:lnTo>
                  <a:lnTo>
                    <a:pt x="390" y="4141"/>
                  </a:lnTo>
                  <a:lnTo>
                    <a:pt x="292" y="4433"/>
                  </a:lnTo>
                  <a:lnTo>
                    <a:pt x="195" y="4725"/>
                  </a:lnTo>
                  <a:lnTo>
                    <a:pt x="122" y="5042"/>
                  </a:lnTo>
                  <a:lnTo>
                    <a:pt x="73" y="5334"/>
                  </a:lnTo>
                  <a:lnTo>
                    <a:pt x="25" y="5651"/>
                  </a:lnTo>
                  <a:lnTo>
                    <a:pt x="0" y="5968"/>
                  </a:lnTo>
                  <a:lnTo>
                    <a:pt x="0" y="6308"/>
                  </a:lnTo>
                  <a:lnTo>
                    <a:pt x="0" y="6308"/>
                  </a:lnTo>
                  <a:lnTo>
                    <a:pt x="0" y="6625"/>
                  </a:lnTo>
                  <a:lnTo>
                    <a:pt x="25" y="6942"/>
                  </a:lnTo>
                  <a:lnTo>
                    <a:pt x="73" y="7258"/>
                  </a:lnTo>
                  <a:lnTo>
                    <a:pt x="122" y="7575"/>
                  </a:lnTo>
                  <a:lnTo>
                    <a:pt x="195" y="7867"/>
                  </a:lnTo>
                  <a:lnTo>
                    <a:pt x="292" y="8184"/>
                  </a:lnTo>
                  <a:lnTo>
                    <a:pt x="390" y="8476"/>
                  </a:lnTo>
                  <a:lnTo>
                    <a:pt x="487" y="8744"/>
                  </a:lnTo>
                  <a:lnTo>
                    <a:pt x="609" y="9036"/>
                  </a:lnTo>
                  <a:lnTo>
                    <a:pt x="755" y="9304"/>
                  </a:lnTo>
                  <a:lnTo>
                    <a:pt x="901" y="9572"/>
                  </a:lnTo>
                  <a:lnTo>
                    <a:pt x="1072" y="9816"/>
                  </a:lnTo>
                  <a:lnTo>
                    <a:pt x="1437" y="10303"/>
                  </a:lnTo>
                  <a:lnTo>
                    <a:pt x="1851" y="10741"/>
                  </a:lnTo>
                  <a:lnTo>
                    <a:pt x="2290" y="11155"/>
                  </a:lnTo>
                  <a:lnTo>
                    <a:pt x="2777" y="11520"/>
                  </a:lnTo>
                  <a:lnTo>
                    <a:pt x="3020" y="11691"/>
                  </a:lnTo>
                  <a:lnTo>
                    <a:pt x="3288" y="11837"/>
                  </a:lnTo>
                  <a:lnTo>
                    <a:pt x="3556" y="11983"/>
                  </a:lnTo>
                  <a:lnTo>
                    <a:pt x="3848" y="12105"/>
                  </a:lnTo>
                  <a:lnTo>
                    <a:pt x="4141" y="12202"/>
                  </a:lnTo>
                  <a:lnTo>
                    <a:pt x="4433" y="12300"/>
                  </a:lnTo>
                  <a:lnTo>
                    <a:pt x="4725" y="12397"/>
                  </a:lnTo>
                  <a:lnTo>
                    <a:pt x="5017" y="12470"/>
                  </a:lnTo>
                  <a:lnTo>
                    <a:pt x="5334" y="12519"/>
                  </a:lnTo>
                  <a:lnTo>
                    <a:pt x="5651" y="12568"/>
                  </a:lnTo>
                  <a:lnTo>
                    <a:pt x="5967" y="12592"/>
                  </a:lnTo>
                  <a:lnTo>
                    <a:pt x="6284" y="12592"/>
                  </a:lnTo>
                  <a:lnTo>
                    <a:pt x="6284" y="12592"/>
                  </a:lnTo>
                  <a:lnTo>
                    <a:pt x="6625" y="12592"/>
                  </a:lnTo>
                  <a:lnTo>
                    <a:pt x="6941" y="12568"/>
                  </a:lnTo>
                  <a:lnTo>
                    <a:pt x="7258" y="12519"/>
                  </a:lnTo>
                  <a:lnTo>
                    <a:pt x="7550" y="12470"/>
                  </a:lnTo>
                  <a:lnTo>
                    <a:pt x="7867" y="12397"/>
                  </a:lnTo>
                  <a:lnTo>
                    <a:pt x="8159" y="12300"/>
                  </a:lnTo>
                  <a:lnTo>
                    <a:pt x="8451" y="12202"/>
                  </a:lnTo>
                  <a:lnTo>
                    <a:pt x="8744" y="12105"/>
                  </a:lnTo>
                  <a:lnTo>
                    <a:pt x="9012" y="11983"/>
                  </a:lnTo>
                  <a:lnTo>
                    <a:pt x="9279" y="11837"/>
                  </a:lnTo>
                  <a:lnTo>
                    <a:pt x="9547" y="11691"/>
                  </a:lnTo>
                  <a:lnTo>
                    <a:pt x="9815" y="11520"/>
                  </a:lnTo>
                  <a:lnTo>
                    <a:pt x="10302" y="11155"/>
                  </a:lnTo>
                  <a:lnTo>
                    <a:pt x="10741" y="10741"/>
                  </a:lnTo>
                  <a:lnTo>
                    <a:pt x="11155" y="10303"/>
                  </a:lnTo>
                  <a:lnTo>
                    <a:pt x="11520" y="9816"/>
                  </a:lnTo>
                  <a:lnTo>
                    <a:pt x="11666" y="9572"/>
                  </a:lnTo>
                  <a:lnTo>
                    <a:pt x="11812" y="9304"/>
                  </a:lnTo>
                  <a:lnTo>
                    <a:pt x="11958" y="9036"/>
                  </a:lnTo>
                  <a:lnTo>
                    <a:pt x="12080" y="8744"/>
                  </a:lnTo>
                  <a:lnTo>
                    <a:pt x="12202" y="8476"/>
                  </a:lnTo>
                  <a:lnTo>
                    <a:pt x="12299" y="8184"/>
                  </a:lnTo>
                  <a:lnTo>
                    <a:pt x="12397" y="7867"/>
                  </a:lnTo>
                  <a:lnTo>
                    <a:pt x="12446" y="7575"/>
                  </a:lnTo>
                  <a:lnTo>
                    <a:pt x="12519" y="7258"/>
                  </a:lnTo>
                  <a:lnTo>
                    <a:pt x="12543" y="6942"/>
                  </a:lnTo>
                  <a:lnTo>
                    <a:pt x="12567" y="6625"/>
                  </a:lnTo>
                  <a:lnTo>
                    <a:pt x="12592" y="6308"/>
                  </a:lnTo>
                  <a:lnTo>
                    <a:pt x="12592" y="6308"/>
                  </a:lnTo>
                  <a:lnTo>
                    <a:pt x="12567" y="5968"/>
                  </a:lnTo>
                  <a:lnTo>
                    <a:pt x="12543" y="5651"/>
                  </a:lnTo>
                  <a:lnTo>
                    <a:pt x="12519" y="5334"/>
                  </a:lnTo>
                  <a:lnTo>
                    <a:pt x="12446" y="5042"/>
                  </a:lnTo>
                  <a:lnTo>
                    <a:pt x="12397" y="4725"/>
                  </a:lnTo>
                  <a:lnTo>
                    <a:pt x="12299" y="4433"/>
                  </a:lnTo>
                  <a:lnTo>
                    <a:pt x="12202" y="4141"/>
                  </a:lnTo>
                  <a:lnTo>
                    <a:pt x="12080" y="3849"/>
                  </a:lnTo>
                  <a:lnTo>
                    <a:pt x="11958" y="3581"/>
                  </a:lnTo>
                  <a:lnTo>
                    <a:pt x="11812" y="3313"/>
                  </a:lnTo>
                  <a:lnTo>
                    <a:pt x="11666" y="3045"/>
                  </a:lnTo>
                  <a:lnTo>
                    <a:pt x="11520" y="2777"/>
                  </a:lnTo>
                  <a:lnTo>
                    <a:pt x="11155" y="2290"/>
                  </a:lnTo>
                  <a:lnTo>
                    <a:pt x="10741" y="1852"/>
                  </a:lnTo>
                  <a:lnTo>
                    <a:pt x="10302" y="1437"/>
                  </a:lnTo>
                  <a:lnTo>
                    <a:pt x="9815" y="1072"/>
                  </a:lnTo>
                  <a:lnTo>
                    <a:pt x="9547" y="926"/>
                  </a:lnTo>
                  <a:lnTo>
                    <a:pt x="9279" y="780"/>
                  </a:lnTo>
                  <a:lnTo>
                    <a:pt x="9012" y="634"/>
                  </a:lnTo>
                  <a:lnTo>
                    <a:pt x="8744" y="512"/>
                  </a:lnTo>
                  <a:lnTo>
                    <a:pt x="8451" y="390"/>
                  </a:lnTo>
                  <a:lnTo>
                    <a:pt x="8159" y="293"/>
                  </a:lnTo>
                  <a:lnTo>
                    <a:pt x="7867" y="220"/>
                  </a:lnTo>
                  <a:lnTo>
                    <a:pt x="7550" y="147"/>
                  </a:lnTo>
                  <a:lnTo>
                    <a:pt x="7258" y="74"/>
                  </a:lnTo>
                  <a:lnTo>
                    <a:pt x="6941" y="49"/>
                  </a:lnTo>
                  <a:lnTo>
                    <a:pt x="6625" y="25"/>
                  </a:lnTo>
                  <a:lnTo>
                    <a:pt x="6284" y="1"/>
                  </a:lnTo>
                  <a:lnTo>
                    <a:pt x="6284" y="1"/>
                  </a:lnTo>
                  <a:close/>
                </a:path>
              </a:pathLst>
            </a:custGeom>
            <a:noFill/>
            <a:ln cap="rnd" cmpd="sng" w="19050">
              <a:solidFill>
                <a:srgbClr val="184769"/>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77" name="Google Shape;77;p2"/>
            <p:cNvSpPr/>
            <p:nvPr/>
          </p:nvSpPr>
          <p:spPr>
            <a:xfrm>
              <a:off x="3988375" y="3021875"/>
              <a:ext cx="241750" cy="241750"/>
            </a:xfrm>
            <a:custGeom>
              <a:rect b="b" l="l" r="r" t="t"/>
              <a:pathLst>
                <a:path extrusionOk="0" fill="none" h="9670" w="9670">
                  <a:moveTo>
                    <a:pt x="4823" y="1"/>
                  </a:moveTo>
                  <a:lnTo>
                    <a:pt x="4823" y="1"/>
                  </a:lnTo>
                  <a:lnTo>
                    <a:pt x="4336" y="25"/>
                  </a:lnTo>
                  <a:lnTo>
                    <a:pt x="3849" y="98"/>
                  </a:lnTo>
                  <a:lnTo>
                    <a:pt x="3386" y="220"/>
                  </a:lnTo>
                  <a:lnTo>
                    <a:pt x="2947" y="391"/>
                  </a:lnTo>
                  <a:lnTo>
                    <a:pt x="2533" y="585"/>
                  </a:lnTo>
                  <a:lnTo>
                    <a:pt x="2144" y="829"/>
                  </a:lnTo>
                  <a:lnTo>
                    <a:pt x="1754" y="1121"/>
                  </a:lnTo>
                  <a:lnTo>
                    <a:pt x="1413" y="1438"/>
                  </a:lnTo>
                  <a:lnTo>
                    <a:pt x="1096" y="1779"/>
                  </a:lnTo>
                  <a:lnTo>
                    <a:pt x="829" y="2144"/>
                  </a:lnTo>
                  <a:lnTo>
                    <a:pt x="585" y="2534"/>
                  </a:lnTo>
                  <a:lnTo>
                    <a:pt x="390" y="2972"/>
                  </a:lnTo>
                  <a:lnTo>
                    <a:pt x="220" y="3411"/>
                  </a:lnTo>
                  <a:lnTo>
                    <a:pt x="98" y="3873"/>
                  </a:lnTo>
                  <a:lnTo>
                    <a:pt x="25" y="4336"/>
                  </a:lnTo>
                  <a:lnTo>
                    <a:pt x="1" y="4847"/>
                  </a:lnTo>
                  <a:lnTo>
                    <a:pt x="1" y="4847"/>
                  </a:lnTo>
                  <a:lnTo>
                    <a:pt x="25" y="5335"/>
                  </a:lnTo>
                  <a:lnTo>
                    <a:pt x="98" y="5822"/>
                  </a:lnTo>
                  <a:lnTo>
                    <a:pt x="220" y="6284"/>
                  </a:lnTo>
                  <a:lnTo>
                    <a:pt x="390" y="6723"/>
                  </a:lnTo>
                  <a:lnTo>
                    <a:pt x="585" y="7137"/>
                  </a:lnTo>
                  <a:lnTo>
                    <a:pt x="829" y="7527"/>
                  </a:lnTo>
                  <a:lnTo>
                    <a:pt x="1096" y="7916"/>
                  </a:lnTo>
                  <a:lnTo>
                    <a:pt x="1413" y="8257"/>
                  </a:lnTo>
                  <a:lnTo>
                    <a:pt x="1754" y="8574"/>
                  </a:lnTo>
                  <a:lnTo>
                    <a:pt x="2144" y="8842"/>
                  </a:lnTo>
                  <a:lnTo>
                    <a:pt x="2533" y="9085"/>
                  </a:lnTo>
                  <a:lnTo>
                    <a:pt x="2947" y="9280"/>
                  </a:lnTo>
                  <a:lnTo>
                    <a:pt x="3386" y="9451"/>
                  </a:lnTo>
                  <a:lnTo>
                    <a:pt x="3849" y="9572"/>
                  </a:lnTo>
                  <a:lnTo>
                    <a:pt x="4336" y="9645"/>
                  </a:lnTo>
                  <a:lnTo>
                    <a:pt x="4823" y="9670"/>
                  </a:lnTo>
                  <a:lnTo>
                    <a:pt x="4823" y="9670"/>
                  </a:lnTo>
                  <a:lnTo>
                    <a:pt x="5334" y="9645"/>
                  </a:lnTo>
                  <a:lnTo>
                    <a:pt x="5797" y="9572"/>
                  </a:lnTo>
                  <a:lnTo>
                    <a:pt x="6260" y="9451"/>
                  </a:lnTo>
                  <a:lnTo>
                    <a:pt x="6698" y="9280"/>
                  </a:lnTo>
                  <a:lnTo>
                    <a:pt x="7136" y="9085"/>
                  </a:lnTo>
                  <a:lnTo>
                    <a:pt x="7526" y="8842"/>
                  </a:lnTo>
                  <a:lnTo>
                    <a:pt x="7892" y="8574"/>
                  </a:lnTo>
                  <a:lnTo>
                    <a:pt x="8232" y="8257"/>
                  </a:lnTo>
                  <a:lnTo>
                    <a:pt x="8549" y="7916"/>
                  </a:lnTo>
                  <a:lnTo>
                    <a:pt x="8841" y="7527"/>
                  </a:lnTo>
                  <a:lnTo>
                    <a:pt x="9085" y="7137"/>
                  </a:lnTo>
                  <a:lnTo>
                    <a:pt x="9280" y="6723"/>
                  </a:lnTo>
                  <a:lnTo>
                    <a:pt x="9450" y="6284"/>
                  </a:lnTo>
                  <a:lnTo>
                    <a:pt x="9572" y="5822"/>
                  </a:lnTo>
                  <a:lnTo>
                    <a:pt x="9645" y="5335"/>
                  </a:lnTo>
                  <a:lnTo>
                    <a:pt x="9669" y="4847"/>
                  </a:lnTo>
                  <a:lnTo>
                    <a:pt x="9669" y="4847"/>
                  </a:lnTo>
                  <a:lnTo>
                    <a:pt x="9645" y="4336"/>
                  </a:lnTo>
                  <a:lnTo>
                    <a:pt x="9572" y="3873"/>
                  </a:lnTo>
                  <a:lnTo>
                    <a:pt x="9450" y="3411"/>
                  </a:lnTo>
                  <a:lnTo>
                    <a:pt x="9280" y="2972"/>
                  </a:lnTo>
                  <a:lnTo>
                    <a:pt x="9085" y="2534"/>
                  </a:lnTo>
                  <a:lnTo>
                    <a:pt x="8841" y="2144"/>
                  </a:lnTo>
                  <a:lnTo>
                    <a:pt x="8549" y="1779"/>
                  </a:lnTo>
                  <a:lnTo>
                    <a:pt x="8232" y="1438"/>
                  </a:lnTo>
                  <a:lnTo>
                    <a:pt x="7892" y="1121"/>
                  </a:lnTo>
                  <a:lnTo>
                    <a:pt x="7526" y="829"/>
                  </a:lnTo>
                  <a:lnTo>
                    <a:pt x="7136" y="585"/>
                  </a:lnTo>
                  <a:lnTo>
                    <a:pt x="6698" y="391"/>
                  </a:lnTo>
                  <a:lnTo>
                    <a:pt x="6260" y="220"/>
                  </a:lnTo>
                  <a:lnTo>
                    <a:pt x="5797" y="98"/>
                  </a:lnTo>
                  <a:lnTo>
                    <a:pt x="5334" y="25"/>
                  </a:lnTo>
                  <a:lnTo>
                    <a:pt x="4823" y="1"/>
                  </a:lnTo>
                  <a:lnTo>
                    <a:pt x="4823" y="1"/>
                  </a:lnTo>
                </a:path>
              </a:pathLst>
            </a:custGeom>
            <a:noFill/>
            <a:ln cap="rnd" cmpd="sng" w="19050">
              <a:solidFill>
                <a:srgbClr val="184769"/>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78" name="Google Shape;78;p2"/>
            <p:cNvSpPr/>
            <p:nvPr/>
          </p:nvSpPr>
          <p:spPr>
            <a:xfrm>
              <a:off x="4024300" y="3058425"/>
              <a:ext cx="84650" cy="84650"/>
            </a:xfrm>
            <a:custGeom>
              <a:rect b="b" l="l" r="r" t="t"/>
              <a:pathLst>
                <a:path extrusionOk="0" fill="none" h="3386" w="3386">
                  <a:moveTo>
                    <a:pt x="0" y="3385"/>
                  </a:moveTo>
                  <a:lnTo>
                    <a:pt x="0" y="3385"/>
                  </a:lnTo>
                  <a:lnTo>
                    <a:pt x="25" y="3020"/>
                  </a:lnTo>
                  <a:lnTo>
                    <a:pt x="74" y="2704"/>
                  </a:lnTo>
                  <a:lnTo>
                    <a:pt x="147" y="2363"/>
                  </a:lnTo>
                  <a:lnTo>
                    <a:pt x="268" y="2070"/>
                  </a:lnTo>
                  <a:lnTo>
                    <a:pt x="414" y="1754"/>
                  </a:lnTo>
                  <a:lnTo>
                    <a:pt x="585" y="1486"/>
                  </a:lnTo>
                  <a:lnTo>
                    <a:pt x="780" y="1218"/>
                  </a:lnTo>
                  <a:lnTo>
                    <a:pt x="999" y="974"/>
                  </a:lnTo>
                  <a:lnTo>
                    <a:pt x="1243" y="755"/>
                  </a:lnTo>
                  <a:lnTo>
                    <a:pt x="1510" y="560"/>
                  </a:lnTo>
                  <a:lnTo>
                    <a:pt x="1778" y="390"/>
                  </a:lnTo>
                  <a:lnTo>
                    <a:pt x="2071" y="244"/>
                  </a:lnTo>
                  <a:lnTo>
                    <a:pt x="2387" y="146"/>
                  </a:lnTo>
                  <a:lnTo>
                    <a:pt x="2704" y="49"/>
                  </a:lnTo>
                  <a:lnTo>
                    <a:pt x="3045" y="0"/>
                  </a:lnTo>
                  <a:lnTo>
                    <a:pt x="3386" y="0"/>
                  </a:lnTo>
                </a:path>
              </a:pathLst>
            </a:custGeom>
            <a:noFill/>
            <a:ln cap="rnd" cmpd="sng" w="19050">
              <a:solidFill>
                <a:srgbClr val="184769"/>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79" name="Google Shape;79;p2"/>
            <p:cNvSpPr/>
            <p:nvPr/>
          </p:nvSpPr>
          <p:spPr>
            <a:xfrm>
              <a:off x="4205750" y="3248375"/>
              <a:ext cx="154050" cy="153475"/>
            </a:xfrm>
            <a:custGeom>
              <a:rect b="b" l="l" r="r" t="t"/>
              <a:pathLst>
                <a:path extrusionOk="0" fill="none" h="6139" w="6162">
                  <a:moveTo>
                    <a:pt x="0" y="1024"/>
                  </a:moveTo>
                  <a:lnTo>
                    <a:pt x="4969" y="5992"/>
                  </a:lnTo>
                  <a:lnTo>
                    <a:pt x="4969" y="5992"/>
                  </a:lnTo>
                  <a:lnTo>
                    <a:pt x="5042" y="6041"/>
                  </a:lnTo>
                  <a:lnTo>
                    <a:pt x="5115" y="6090"/>
                  </a:lnTo>
                  <a:lnTo>
                    <a:pt x="5212" y="6114"/>
                  </a:lnTo>
                  <a:lnTo>
                    <a:pt x="5310" y="6138"/>
                  </a:lnTo>
                  <a:lnTo>
                    <a:pt x="5407" y="6114"/>
                  </a:lnTo>
                  <a:lnTo>
                    <a:pt x="5480" y="6090"/>
                  </a:lnTo>
                  <a:lnTo>
                    <a:pt x="5577" y="6041"/>
                  </a:lnTo>
                  <a:lnTo>
                    <a:pt x="5651" y="5992"/>
                  </a:lnTo>
                  <a:lnTo>
                    <a:pt x="6016" y="5627"/>
                  </a:lnTo>
                  <a:lnTo>
                    <a:pt x="6016" y="5627"/>
                  </a:lnTo>
                  <a:lnTo>
                    <a:pt x="6089" y="5554"/>
                  </a:lnTo>
                  <a:lnTo>
                    <a:pt x="6138" y="5456"/>
                  </a:lnTo>
                  <a:lnTo>
                    <a:pt x="6162" y="5359"/>
                  </a:lnTo>
                  <a:lnTo>
                    <a:pt x="6162" y="5286"/>
                  </a:lnTo>
                  <a:lnTo>
                    <a:pt x="6162" y="5188"/>
                  </a:lnTo>
                  <a:lnTo>
                    <a:pt x="6138" y="5091"/>
                  </a:lnTo>
                  <a:lnTo>
                    <a:pt x="6089" y="5018"/>
                  </a:lnTo>
                  <a:lnTo>
                    <a:pt x="6016" y="4921"/>
                  </a:lnTo>
                  <a:lnTo>
                    <a:pt x="1072" y="1"/>
                  </a:lnTo>
                </a:path>
              </a:pathLst>
            </a:custGeom>
            <a:noFill/>
            <a:ln cap="rnd" cmpd="sng" w="19050">
              <a:solidFill>
                <a:srgbClr val="184769"/>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grpSp>
      <p:grpSp>
        <p:nvGrpSpPr>
          <p:cNvPr id="80" name="Google Shape;80;p2"/>
          <p:cNvGrpSpPr/>
          <p:nvPr/>
        </p:nvGrpSpPr>
        <p:grpSpPr>
          <a:xfrm flipH="1" rot="10800000">
            <a:off x="3920312" y="3981676"/>
            <a:ext cx="1303377" cy="1127987"/>
            <a:chOff x="238125" y="1431100"/>
            <a:chExt cx="3296350" cy="2852775"/>
          </a:xfrm>
        </p:grpSpPr>
        <p:sp>
          <p:nvSpPr>
            <p:cNvPr id="81" name="Google Shape;81;p2"/>
            <p:cNvSpPr/>
            <p:nvPr/>
          </p:nvSpPr>
          <p:spPr>
            <a:xfrm>
              <a:off x="980725" y="4136025"/>
              <a:ext cx="157950" cy="147850"/>
            </a:xfrm>
            <a:custGeom>
              <a:rect b="b" l="l" r="r" t="t"/>
              <a:pathLst>
                <a:path extrusionOk="0" h="5914" w="6318">
                  <a:moveTo>
                    <a:pt x="403" y="0"/>
                  </a:moveTo>
                  <a:lnTo>
                    <a:pt x="0" y="269"/>
                  </a:lnTo>
                  <a:lnTo>
                    <a:pt x="3226" y="5914"/>
                  </a:lnTo>
                  <a:lnTo>
                    <a:pt x="6317" y="5914"/>
                  </a:lnTo>
                  <a:lnTo>
                    <a:pt x="403" y="0"/>
                  </a:lnTo>
                  <a:close/>
                </a:path>
              </a:pathLst>
            </a:custGeom>
            <a:solidFill>
              <a:srgbClr val="00E2C7"/>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82" name="Google Shape;82;p2"/>
            <p:cNvSpPr/>
            <p:nvPr/>
          </p:nvSpPr>
          <p:spPr>
            <a:xfrm>
              <a:off x="849675" y="3907525"/>
              <a:ext cx="386425" cy="376350"/>
            </a:xfrm>
            <a:custGeom>
              <a:rect b="b" l="l" r="r" t="t"/>
              <a:pathLst>
                <a:path extrusionOk="0" h="15054" w="15457">
                  <a:moveTo>
                    <a:pt x="403" y="0"/>
                  </a:moveTo>
                  <a:lnTo>
                    <a:pt x="0" y="269"/>
                  </a:lnTo>
                  <a:lnTo>
                    <a:pt x="5242" y="9543"/>
                  </a:lnTo>
                  <a:lnTo>
                    <a:pt x="10887" y="15054"/>
                  </a:lnTo>
                  <a:lnTo>
                    <a:pt x="15457" y="15054"/>
                  </a:lnTo>
                  <a:lnTo>
                    <a:pt x="403" y="0"/>
                  </a:lnTo>
                  <a:close/>
                </a:path>
              </a:pathLst>
            </a:custGeom>
            <a:solidFill>
              <a:srgbClr val="01E0C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83" name="Google Shape;83;p2"/>
            <p:cNvSpPr/>
            <p:nvPr/>
          </p:nvSpPr>
          <p:spPr>
            <a:xfrm>
              <a:off x="715250" y="3675675"/>
              <a:ext cx="618300" cy="608200"/>
            </a:xfrm>
            <a:custGeom>
              <a:rect b="b" l="l" r="r" t="t"/>
              <a:pathLst>
                <a:path extrusionOk="0" h="24328" w="24732">
                  <a:moveTo>
                    <a:pt x="404" y="0"/>
                  </a:moveTo>
                  <a:lnTo>
                    <a:pt x="1" y="404"/>
                  </a:lnTo>
                  <a:lnTo>
                    <a:pt x="5377" y="9543"/>
                  </a:lnTo>
                  <a:lnTo>
                    <a:pt x="20162" y="24328"/>
                  </a:lnTo>
                  <a:lnTo>
                    <a:pt x="24732" y="24328"/>
                  </a:lnTo>
                  <a:lnTo>
                    <a:pt x="404" y="0"/>
                  </a:lnTo>
                  <a:close/>
                </a:path>
              </a:pathLst>
            </a:custGeom>
            <a:solidFill>
              <a:srgbClr val="02DFC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84" name="Google Shape;84;p2"/>
            <p:cNvSpPr/>
            <p:nvPr/>
          </p:nvSpPr>
          <p:spPr>
            <a:xfrm>
              <a:off x="584200" y="3447175"/>
              <a:ext cx="846800" cy="836700"/>
            </a:xfrm>
            <a:custGeom>
              <a:rect b="b" l="l" r="r" t="t"/>
              <a:pathLst>
                <a:path extrusionOk="0" h="33468" w="33872">
                  <a:moveTo>
                    <a:pt x="404" y="1"/>
                  </a:moveTo>
                  <a:lnTo>
                    <a:pt x="1" y="270"/>
                  </a:lnTo>
                  <a:lnTo>
                    <a:pt x="5243" y="9544"/>
                  </a:lnTo>
                  <a:lnTo>
                    <a:pt x="29167" y="33468"/>
                  </a:lnTo>
                  <a:lnTo>
                    <a:pt x="33872" y="33468"/>
                  </a:lnTo>
                  <a:lnTo>
                    <a:pt x="404" y="1"/>
                  </a:lnTo>
                  <a:close/>
                </a:path>
              </a:pathLst>
            </a:custGeom>
            <a:solidFill>
              <a:srgbClr val="03DDC9"/>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85" name="Google Shape;85;p2"/>
            <p:cNvSpPr/>
            <p:nvPr/>
          </p:nvSpPr>
          <p:spPr>
            <a:xfrm>
              <a:off x="449800" y="3218700"/>
              <a:ext cx="1078650" cy="1065175"/>
            </a:xfrm>
            <a:custGeom>
              <a:rect b="b" l="l" r="r" t="t"/>
              <a:pathLst>
                <a:path extrusionOk="0" h="42607" w="43146">
                  <a:moveTo>
                    <a:pt x="404" y="0"/>
                  </a:moveTo>
                  <a:lnTo>
                    <a:pt x="1" y="269"/>
                  </a:lnTo>
                  <a:lnTo>
                    <a:pt x="5377" y="9543"/>
                  </a:lnTo>
                  <a:lnTo>
                    <a:pt x="38441" y="42607"/>
                  </a:lnTo>
                  <a:lnTo>
                    <a:pt x="43145" y="42607"/>
                  </a:lnTo>
                  <a:lnTo>
                    <a:pt x="404" y="0"/>
                  </a:lnTo>
                  <a:close/>
                </a:path>
              </a:pathLst>
            </a:custGeom>
            <a:solidFill>
              <a:srgbClr val="04DBC9"/>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86" name="Google Shape;86;p2"/>
            <p:cNvSpPr/>
            <p:nvPr/>
          </p:nvSpPr>
          <p:spPr>
            <a:xfrm>
              <a:off x="318750" y="2990200"/>
              <a:ext cx="1307150" cy="1293675"/>
            </a:xfrm>
            <a:custGeom>
              <a:rect b="b" l="l" r="r" t="t"/>
              <a:pathLst>
                <a:path extrusionOk="0" h="51747" w="52286">
                  <a:moveTo>
                    <a:pt x="404" y="1"/>
                  </a:moveTo>
                  <a:lnTo>
                    <a:pt x="1" y="269"/>
                  </a:lnTo>
                  <a:lnTo>
                    <a:pt x="5243" y="9409"/>
                  </a:lnTo>
                  <a:lnTo>
                    <a:pt x="47581" y="51747"/>
                  </a:lnTo>
                  <a:lnTo>
                    <a:pt x="52285" y="51747"/>
                  </a:lnTo>
                  <a:lnTo>
                    <a:pt x="39517" y="38978"/>
                  </a:lnTo>
                  <a:lnTo>
                    <a:pt x="37097" y="38978"/>
                  </a:lnTo>
                  <a:lnTo>
                    <a:pt x="33737" y="33333"/>
                  </a:lnTo>
                  <a:lnTo>
                    <a:pt x="404" y="1"/>
                  </a:lnTo>
                  <a:close/>
                </a:path>
              </a:pathLst>
            </a:custGeom>
            <a:solidFill>
              <a:srgbClr val="06D9CA"/>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87" name="Google Shape;87;p2"/>
            <p:cNvSpPr/>
            <p:nvPr/>
          </p:nvSpPr>
          <p:spPr>
            <a:xfrm>
              <a:off x="1286500" y="3964650"/>
              <a:ext cx="436850" cy="319225"/>
            </a:xfrm>
            <a:custGeom>
              <a:rect b="b" l="l" r="r" t="t"/>
              <a:pathLst>
                <a:path extrusionOk="0" h="12769" w="17474">
                  <a:moveTo>
                    <a:pt x="0" y="0"/>
                  </a:moveTo>
                  <a:lnTo>
                    <a:pt x="12769" y="12769"/>
                  </a:lnTo>
                  <a:lnTo>
                    <a:pt x="17473" y="12769"/>
                  </a:lnTo>
                  <a:lnTo>
                    <a:pt x="4704" y="0"/>
                  </a:lnTo>
                  <a:close/>
                </a:path>
              </a:pathLst>
            </a:custGeom>
            <a:solidFill>
              <a:srgbClr val="07D8C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88" name="Google Shape;88;p2"/>
            <p:cNvSpPr/>
            <p:nvPr/>
          </p:nvSpPr>
          <p:spPr>
            <a:xfrm>
              <a:off x="238125" y="2822200"/>
              <a:ext cx="924075" cy="1008075"/>
            </a:xfrm>
            <a:custGeom>
              <a:rect b="b" l="l" r="r" t="t"/>
              <a:pathLst>
                <a:path extrusionOk="0" h="40323" w="36963">
                  <a:moveTo>
                    <a:pt x="806" y="0"/>
                  </a:moveTo>
                  <a:lnTo>
                    <a:pt x="0" y="1479"/>
                  </a:lnTo>
                  <a:lnTo>
                    <a:pt x="3226" y="6989"/>
                  </a:lnTo>
                  <a:lnTo>
                    <a:pt x="36559" y="40322"/>
                  </a:lnTo>
                  <a:lnTo>
                    <a:pt x="36962" y="40053"/>
                  </a:lnTo>
                  <a:lnTo>
                    <a:pt x="31720" y="30779"/>
                  </a:lnTo>
                  <a:lnTo>
                    <a:pt x="806" y="0"/>
                  </a:lnTo>
                  <a:close/>
                </a:path>
              </a:pathLst>
            </a:custGeom>
            <a:solidFill>
              <a:srgbClr val="07D8C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89" name="Google Shape;89;p2"/>
            <p:cNvSpPr/>
            <p:nvPr/>
          </p:nvSpPr>
          <p:spPr>
            <a:xfrm>
              <a:off x="1383925" y="3964650"/>
              <a:ext cx="433500" cy="319225"/>
            </a:xfrm>
            <a:custGeom>
              <a:rect b="b" l="l" r="r" t="t"/>
              <a:pathLst>
                <a:path extrusionOk="0" h="12769" w="17340">
                  <a:moveTo>
                    <a:pt x="1" y="0"/>
                  </a:moveTo>
                  <a:lnTo>
                    <a:pt x="12770" y="12769"/>
                  </a:lnTo>
                  <a:lnTo>
                    <a:pt x="17339" y="12769"/>
                  </a:lnTo>
                  <a:lnTo>
                    <a:pt x="4705" y="0"/>
                  </a:lnTo>
                  <a:close/>
                </a:path>
              </a:pathLst>
            </a:custGeom>
            <a:solidFill>
              <a:srgbClr val="08D6C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90" name="Google Shape;90;p2"/>
            <p:cNvSpPr/>
            <p:nvPr/>
          </p:nvSpPr>
          <p:spPr>
            <a:xfrm>
              <a:off x="251550" y="2761700"/>
              <a:ext cx="779600" cy="840075"/>
            </a:xfrm>
            <a:custGeom>
              <a:rect b="b" l="l" r="r" t="t"/>
              <a:pathLst>
                <a:path extrusionOk="0" h="33603" w="31184">
                  <a:moveTo>
                    <a:pt x="1748" y="1"/>
                  </a:moveTo>
                  <a:lnTo>
                    <a:pt x="1" y="2823"/>
                  </a:lnTo>
                  <a:lnTo>
                    <a:pt x="30780" y="33603"/>
                  </a:lnTo>
                  <a:lnTo>
                    <a:pt x="31183" y="33199"/>
                  </a:lnTo>
                  <a:lnTo>
                    <a:pt x="25807" y="24060"/>
                  </a:lnTo>
                  <a:lnTo>
                    <a:pt x="1748" y="1"/>
                  </a:lnTo>
                  <a:close/>
                </a:path>
              </a:pathLst>
            </a:custGeom>
            <a:solidFill>
              <a:srgbClr val="08D6C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91" name="Google Shape;91;p2"/>
            <p:cNvSpPr/>
            <p:nvPr/>
          </p:nvSpPr>
          <p:spPr>
            <a:xfrm>
              <a:off x="288525" y="2697875"/>
              <a:ext cx="608200" cy="675400"/>
            </a:xfrm>
            <a:custGeom>
              <a:rect b="b" l="l" r="r" t="t"/>
              <a:pathLst>
                <a:path extrusionOk="0" h="27016" w="24328">
                  <a:moveTo>
                    <a:pt x="1613" y="0"/>
                  </a:moveTo>
                  <a:lnTo>
                    <a:pt x="0" y="2957"/>
                  </a:lnTo>
                  <a:lnTo>
                    <a:pt x="23925" y="27016"/>
                  </a:lnTo>
                  <a:lnTo>
                    <a:pt x="24328" y="26613"/>
                  </a:lnTo>
                  <a:lnTo>
                    <a:pt x="19086" y="17473"/>
                  </a:lnTo>
                  <a:lnTo>
                    <a:pt x="1613" y="0"/>
                  </a:lnTo>
                  <a:close/>
                </a:path>
              </a:pathLst>
            </a:custGeom>
            <a:solidFill>
              <a:srgbClr val="09D4C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92" name="Google Shape;92;p2"/>
            <p:cNvSpPr/>
            <p:nvPr/>
          </p:nvSpPr>
          <p:spPr>
            <a:xfrm>
              <a:off x="1481375" y="3964650"/>
              <a:ext cx="433500" cy="319225"/>
            </a:xfrm>
            <a:custGeom>
              <a:rect b="b" l="l" r="r" t="t"/>
              <a:pathLst>
                <a:path extrusionOk="0" h="12769" w="17340">
                  <a:moveTo>
                    <a:pt x="1" y="0"/>
                  </a:moveTo>
                  <a:lnTo>
                    <a:pt x="12769" y="12769"/>
                  </a:lnTo>
                  <a:lnTo>
                    <a:pt x="17339" y="12769"/>
                  </a:lnTo>
                  <a:lnTo>
                    <a:pt x="4705" y="0"/>
                  </a:lnTo>
                  <a:close/>
                </a:path>
              </a:pathLst>
            </a:custGeom>
            <a:solidFill>
              <a:srgbClr val="09D4C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93" name="Google Shape;93;p2"/>
            <p:cNvSpPr/>
            <p:nvPr/>
          </p:nvSpPr>
          <p:spPr>
            <a:xfrm>
              <a:off x="1578825" y="3964650"/>
              <a:ext cx="433500" cy="319225"/>
            </a:xfrm>
            <a:custGeom>
              <a:rect b="b" l="l" r="r" t="t"/>
              <a:pathLst>
                <a:path extrusionOk="0" h="12769" w="17340">
                  <a:moveTo>
                    <a:pt x="1" y="0"/>
                  </a:moveTo>
                  <a:lnTo>
                    <a:pt x="12769" y="12769"/>
                  </a:lnTo>
                  <a:lnTo>
                    <a:pt x="17339" y="12769"/>
                  </a:lnTo>
                  <a:lnTo>
                    <a:pt x="4570" y="0"/>
                  </a:lnTo>
                  <a:close/>
                </a:path>
              </a:pathLst>
            </a:custGeom>
            <a:solidFill>
              <a:srgbClr val="0AD3C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94" name="Google Shape;94;p2"/>
            <p:cNvSpPr/>
            <p:nvPr/>
          </p:nvSpPr>
          <p:spPr>
            <a:xfrm>
              <a:off x="322125" y="2637375"/>
              <a:ext cx="443550" cy="504050"/>
            </a:xfrm>
            <a:custGeom>
              <a:rect b="b" l="l" r="r" t="t"/>
              <a:pathLst>
                <a:path extrusionOk="0" h="20162" w="17742">
                  <a:moveTo>
                    <a:pt x="1747" y="1"/>
                  </a:moveTo>
                  <a:lnTo>
                    <a:pt x="0" y="2958"/>
                  </a:lnTo>
                  <a:lnTo>
                    <a:pt x="17339" y="20162"/>
                  </a:lnTo>
                  <a:lnTo>
                    <a:pt x="17742" y="19893"/>
                  </a:lnTo>
                  <a:lnTo>
                    <a:pt x="12366" y="10619"/>
                  </a:lnTo>
                  <a:lnTo>
                    <a:pt x="1747" y="1"/>
                  </a:lnTo>
                  <a:close/>
                </a:path>
              </a:pathLst>
            </a:custGeom>
            <a:solidFill>
              <a:srgbClr val="0AD3C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95" name="Google Shape;95;p2"/>
            <p:cNvSpPr/>
            <p:nvPr/>
          </p:nvSpPr>
          <p:spPr>
            <a:xfrm>
              <a:off x="359075" y="2576900"/>
              <a:ext cx="275575" cy="336050"/>
            </a:xfrm>
            <a:custGeom>
              <a:rect b="b" l="l" r="r" t="t"/>
              <a:pathLst>
                <a:path extrusionOk="0" h="13442" w="11023">
                  <a:moveTo>
                    <a:pt x="1614" y="1"/>
                  </a:moveTo>
                  <a:lnTo>
                    <a:pt x="1" y="2823"/>
                  </a:lnTo>
                  <a:lnTo>
                    <a:pt x="10484" y="13441"/>
                  </a:lnTo>
                  <a:lnTo>
                    <a:pt x="10888" y="13172"/>
                  </a:lnTo>
                  <a:lnTo>
                    <a:pt x="9812" y="11291"/>
                  </a:lnTo>
                  <a:lnTo>
                    <a:pt x="11022" y="9275"/>
                  </a:lnTo>
                  <a:lnTo>
                    <a:pt x="1614" y="1"/>
                  </a:lnTo>
                  <a:close/>
                </a:path>
              </a:pathLst>
            </a:custGeom>
            <a:solidFill>
              <a:srgbClr val="0BD1C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96" name="Google Shape;96;p2"/>
            <p:cNvSpPr/>
            <p:nvPr/>
          </p:nvSpPr>
          <p:spPr>
            <a:xfrm>
              <a:off x="1676275" y="3964650"/>
              <a:ext cx="433475" cy="319225"/>
            </a:xfrm>
            <a:custGeom>
              <a:rect b="b" l="l" r="r" t="t"/>
              <a:pathLst>
                <a:path extrusionOk="0" h="12769" w="17339">
                  <a:moveTo>
                    <a:pt x="0" y="0"/>
                  </a:moveTo>
                  <a:lnTo>
                    <a:pt x="12769" y="12769"/>
                  </a:lnTo>
                  <a:lnTo>
                    <a:pt x="17339" y="12769"/>
                  </a:lnTo>
                  <a:lnTo>
                    <a:pt x="4570" y="0"/>
                  </a:lnTo>
                  <a:close/>
                </a:path>
              </a:pathLst>
            </a:custGeom>
            <a:solidFill>
              <a:srgbClr val="0BD1C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97" name="Google Shape;97;p2"/>
            <p:cNvSpPr/>
            <p:nvPr/>
          </p:nvSpPr>
          <p:spPr>
            <a:xfrm>
              <a:off x="392675" y="2513050"/>
              <a:ext cx="275575" cy="309175"/>
            </a:xfrm>
            <a:custGeom>
              <a:rect b="b" l="l" r="r" t="t"/>
              <a:pathLst>
                <a:path extrusionOk="0" h="12367" w="11023">
                  <a:moveTo>
                    <a:pt x="1748" y="1"/>
                  </a:moveTo>
                  <a:lnTo>
                    <a:pt x="1" y="2958"/>
                  </a:lnTo>
                  <a:lnTo>
                    <a:pt x="9409" y="12366"/>
                  </a:lnTo>
                  <a:lnTo>
                    <a:pt x="11022" y="9409"/>
                  </a:lnTo>
                  <a:lnTo>
                    <a:pt x="1748" y="1"/>
                  </a:lnTo>
                  <a:close/>
                </a:path>
              </a:pathLst>
            </a:custGeom>
            <a:solidFill>
              <a:srgbClr val="0CCFC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98" name="Google Shape;98;p2"/>
            <p:cNvSpPr/>
            <p:nvPr/>
          </p:nvSpPr>
          <p:spPr>
            <a:xfrm>
              <a:off x="1773725" y="3964650"/>
              <a:ext cx="433475" cy="319225"/>
            </a:xfrm>
            <a:custGeom>
              <a:rect b="b" l="l" r="r" t="t"/>
              <a:pathLst>
                <a:path extrusionOk="0" h="12769" w="17339">
                  <a:moveTo>
                    <a:pt x="0" y="0"/>
                  </a:moveTo>
                  <a:lnTo>
                    <a:pt x="12634" y="12769"/>
                  </a:lnTo>
                  <a:lnTo>
                    <a:pt x="17339" y="12769"/>
                  </a:lnTo>
                  <a:lnTo>
                    <a:pt x="4570" y="0"/>
                  </a:lnTo>
                  <a:close/>
                </a:path>
              </a:pathLst>
            </a:custGeom>
            <a:solidFill>
              <a:srgbClr val="0CCFC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99" name="Google Shape;99;p2"/>
            <p:cNvSpPr/>
            <p:nvPr/>
          </p:nvSpPr>
          <p:spPr>
            <a:xfrm>
              <a:off x="429650" y="2452575"/>
              <a:ext cx="275550" cy="305800"/>
            </a:xfrm>
            <a:custGeom>
              <a:rect b="b" l="l" r="r" t="t"/>
              <a:pathLst>
                <a:path extrusionOk="0" h="12232" w="11022">
                  <a:moveTo>
                    <a:pt x="1748" y="1"/>
                  </a:moveTo>
                  <a:lnTo>
                    <a:pt x="0" y="2957"/>
                  </a:lnTo>
                  <a:lnTo>
                    <a:pt x="9274" y="12232"/>
                  </a:lnTo>
                  <a:lnTo>
                    <a:pt x="11022" y="9275"/>
                  </a:lnTo>
                  <a:lnTo>
                    <a:pt x="1748" y="1"/>
                  </a:lnTo>
                  <a:close/>
                </a:path>
              </a:pathLst>
            </a:custGeom>
            <a:solidFill>
              <a:srgbClr val="0DCDCE"/>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100" name="Google Shape;100;p2"/>
            <p:cNvSpPr/>
            <p:nvPr/>
          </p:nvSpPr>
          <p:spPr>
            <a:xfrm>
              <a:off x="1871150" y="3964650"/>
              <a:ext cx="433500" cy="319225"/>
            </a:xfrm>
            <a:custGeom>
              <a:rect b="b" l="l" r="r" t="t"/>
              <a:pathLst>
                <a:path extrusionOk="0" h="12769" w="17340">
                  <a:moveTo>
                    <a:pt x="1" y="0"/>
                  </a:moveTo>
                  <a:lnTo>
                    <a:pt x="12635" y="12769"/>
                  </a:lnTo>
                  <a:lnTo>
                    <a:pt x="17340" y="12769"/>
                  </a:lnTo>
                  <a:lnTo>
                    <a:pt x="4571" y="0"/>
                  </a:lnTo>
                  <a:close/>
                </a:path>
              </a:pathLst>
            </a:custGeom>
            <a:solidFill>
              <a:srgbClr val="0DCDCE"/>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101" name="Google Shape;101;p2"/>
            <p:cNvSpPr/>
            <p:nvPr/>
          </p:nvSpPr>
          <p:spPr>
            <a:xfrm>
              <a:off x="1965250" y="3964650"/>
              <a:ext cx="436850" cy="319225"/>
            </a:xfrm>
            <a:custGeom>
              <a:rect b="b" l="l" r="r" t="t"/>
              <a:pathLst>
                <a:path extrusionOk="0" h="12769" w="17474">
                  <a:moveTo>
                    <a:pt x="0" y="0"/>
                  </a:moveTo>
                  <a:lnTo>
                    <a:pt x="12769" y="12769"/>
                  </a:lnTo>
                  <a:lnTo>
                    <a:pt x="17473" y="12769"/>
                  </a:lnTo>
                  <a:lnTo>
                    <a:pt x="4705" y="0"/>
                  </a:lnTo>
                  <a:close/>
                </a:path>
              </a:pathLst>
            </a:custGeom>
            <a:solidFill>
              <a:srgbClr val="0ECCC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102" name="Google Shape;102;p2"/>
            <p:cNvSpPr/>
            <p:nvPr/>
          </p:nvSpPr>
          <p:spPr>
            <a:xfrm>
              <a:off x="466600" y="2392100"/>
              <a:ext cx="272200" cy="305800"/>
            </a:xfrm>
            <a:custGeom>
              <a:rect b="b" l="l" r="r" t="t"/>
              <a:pathLst>
                <a:path extrusionOk="0" h="12232" w="10888">
                  <a:moveTo>
                    <a:pt x="1614" y="0"/>
                  </a:moveTo>
                  <a:lnTo>
                    <a:pt x="1" y="2957"/>
                  </a:lnTo>
                  <a:lnTo>
                    <a:pt x="9275" y="12231"/>
                  </a:lnTo>
                  <a:lnTo>
                    <a:pt x="10888" y="9274"/>
                  </a:lnTo>
                  <a:lnTo>
                    <a:pt x="1614" y="0"/>
                  </a:lnTo>
                  <a:close/>
                </a:path>
              </a:pathLst>
            </a:custGeom>
            <a:solidFill>
              <a:srgbClr val="0ECCC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103" name="Google Shape;103;p2"/>
            <p:cNvSpPr/>
            <p:nvPr/>
          </p:nvSpPr>
          <p:spPr>
            <a:xfrm>
              <a:off x="2062700" y="3964650"/>
              <a:ext cx="433475" cy="319225"/>
            </a:xfrm>
            <a:custGeom>
              <a:rect b="b" l="l" r="r" t="t"/>
              <a:pathLst>
                <a:path extrusionOk="0" h="12769" w="17339">
                  <a:moveTo>
                    <a:pt x="0" y="0"/>
                  </a:moveTo>
                  <a:lnTo>
                    <a:pt x="12769" y="12769"/>
                  </a:lnTo>
                  <a:lnTo>
                    <a:pt x="17339" y="12769"/>
                  </a:lnTo>
                  <a:lnTo>
                    <a:pt x="4704" y="0"/>
                  </a:lnTo>
                  <a:close/>
                </a:path>
              </a:pathLst>
            </a:custGeom>
            <a:solidFill>
              <a:srgbClr val="10CAC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104" name="Google Shape;104;p2"/>
            <p:cNvSpPr/>
            <p:nvPr/>
          </p:nvSpPr>
          <p:spPr>
            <a:xfrm>
              <a:off x="500200" y="2328250"/>
              <a:ext cx="275575" cy="309150"/>
            </a:xfrm>
            <a:custGeom>
              <a:rect b="b" l="l" r="r" t="t"/>
              <a:pathLst>
                <a:path extrusionOk="0" h="12366" w="11023">
                  <a:moveTo>
                    <a:pt x="1748" y="1"/>
                  </a:moveTo>
                  <a:lnTo>
                    <a:pt x="1" y="2957"/>
                  </a:lnTo>
                  <a:lnTo>
                    <a:pt x="9275" y="12366"/>
                  </a:lnTo>
                  <a:lnTo>
                    <a:pt x="11022" y="9409"/>
                  </a:lnTo>
                  <a:lnTo>
                    <a:pt x="1748" y="1"/>
                  </a:lnTo>
                  <a:close/>
                </a:path>
              </a:pathLst>
            </a:custGeom>
            <a:solidFill>
              <a:srgbClr val="10CAC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105" name="Google Shape;105;p2"/>
            <p:cNvSpPr/>
            <p:nvPr/>
          </p:nvSpPr>
          <p:spPr>
            <a:xfrm>
              <a:off x="537175" y="2267775"/>
              <a:ext cx="275550" cy="305800"/>
            </a:xfrm>
            <a:custGeom>
              <a:rect b="b" l="l" r="r" t="t"/>
              <a:pathLst>
                <a:path extrusionOk="0" h="12232" w="11022">
                  <a:moveTo>
                    <a:pt x="1613" y="0"/>
                  </a:moveTo>
                  <a:lnTo>
                    <a:pt x="0" y="2957"/>
                  </a:lnTo>
                  <a:lnTo>
                    <a:pt x="9274" y="12231"/>
                  </a:lnTo>
                  <a:lnTo>
                    <a:pt x="11022" y="9274"/>
                  </a:lnTo>
                  <a:lnTo>
                    <a:pt x="1613" y="0"/>
                  </a:lnTo>
                  <a:close/>
                </a:path>
              </a:pathLst>
            </a:custGeom>
            <a:solidFill>
              <a:srgbClr val="11C8D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106" name="Google Shape;106;p2"/>
            <p:cNvSpPr/>
            <p:nvPr/>
          </p:nvSpPr>
          <p:spPr>
            <a:xfrm>
              <a:off x="2160150" y="3964650"/>
              <a:ext cx="433475" cy="319225"/>
            </a:xfrm>
            <a:custGeom>
              <a:rect b="b" l="l" r="r" t="t"/>
              <a:pathLst>
                <a:path extrusionOk="0" h="12769" w="17339">
                  <a:moveTo>
                    <a:pt x="0" y="0"/>
                  </a:moveTo>
                  <a:lnTo>
                    <a:pt x="12769" y="12769"/>
                  </a:lnTo>
                  <a:lnTo>
                    <a:pt x="17339" y="12769"/>
                  </a:lnTo>
                  <a:lnTo>
                    <a:pt x="4704" y="0"/>
                  </a:lnTo>
                  <a:close/>
                </a:path>
              </a:pathLst>
            </a:custGeom>
            <a:solidFill>
              <a:srgbClr val="11C8D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107" name="Google Shape;107;p2"/>
            <p:cNvSpPr/>
            <p:nvPr/>
          </p:nvSpPr>
          <p:spPr>
            <a:xfrm>
              <a:off x="570775" y="2207275"/>
              <a:ext cx="275550" cy="305800"/>
            </a:xfrm>
            <a:custGeom>
              <a:rect b="b" l="l" r="r" t="t"/>
              <a:pathLst>
                <a:path extrusionOk="0" h="12232" w="11022">
                  <a:moveTo>
                    <a:pt x="1748" y="1"/>
                  </a:moveTo>
                  <a:lnTo>
                    <a:pt x="0" y="2958"/>
                  </a:lnTo>
                  <a:lnTo>
                    <a:pt x="9409" y="12232"/>
                  </a:lnTo>
                  <a:lnTo>
                    <a:pt x="11022" y="9275"/>
                  </a:lnTo>
                  <a:lnTo>
                    <a:pt x="1748" y="1"/>
                  </a:lnTo>
                  <a:close/>
                </a:path>
              </a:pathLst>
            </a:custGeom>
            <a:solidFill>
              <a:srgbClr val="12C7D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108" name="Google Shape;108;p2"/>
            <p:cNvSpPr/>
            <p:nvPr/>
          </p:nvSpPr>
          <p:spPr>
            <a:xfrm>
              <a:off x="2257575" y="3964650"/>
              <a:ext cx="433500" cy="319225"/>
            </a:xfrm>
            <a:custGeom>
              <a:rect b="b" l="l" r="r" t="t"/>
              <a:pathLst>
                <a:path extrusionOk="0" h="12769" w="17340">
                  <a:moveTo>
                    <a:pt x="1" y="0"/>
                  </a:moveTo>
                  <a:lnTo>
                    <a:pt x="12770" y="12769"/>
                  </a:lnTo>
                  <a:lnTo>
                    <a:pt x="17339" y="12769"/>
                  </a:lnTo>
                  <a:lnTo>
                    <a:pt x="4705" y="0"/>
                  </a:lnTo>
                  <a:close/>
                </a:path>
              </a:pathLst>
            </a:custGeom>
            <a:solidFill>
              <a:srgbClr val="12C7D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109" name="Google Shape;109;p2"/>
            <p:cNvSpPr/>
            <p:nvPr/>
          </p:nvSpPr>
          <p:spPr>
            <a:xfrm>
              <a:off x="2355025" y="3964650"/>
              <a:ext cx="383100" cy="319225"/>
            </a:xfrm>
            <a:custGeom>
              <a:rect b="b" l="l" r="r" t="t"/>
              <a:pathLst>
                <a:path extrusionOk="0" h="12769" w="15324">
                  <a:moveTo>
                    <a:pt x="1" y="0"/>
                  </a:moveTo>
                  <a:lnTo>
                    <a:pt x="12769" y="12769"/>
                  </a:lnTo>
                  <a:lnTo>
                    <a:pt x="14248" y="12769"/>
                  </a:lnTo>
                  <a:lnTo>
                    <a:pt x="15323" y="10753"/>
                  </a:lnTo>
                  <a:lnTo>
                    <a:pt x="4570" y="0"/>
                  </a:lnTo>
                  <a:close/>
                </a:path>
              </a:pathLst>
            </a:custGeom>
            <a:solidFill>
              <a:srgbClr val="13C5D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110" name="Google Shape;110;p2"/>
            <p:cNvSpPr/>
            <p:nvPr/>
          </p:nvSpPr>
          <p:spPr>
            <a:xfrm>
              <a:off x="607725" y="2146800"/>
              <a:ext cx="275575" cy="305800"/>
            </a:xfrm>
            <a:custGeom>
              <a:rect b="b" l="l" r="r" t="t"/>
              <a:pathLst>
                <a:path extrusionOk="0" h="12232" w="11023">
                  <a:moveTo>
                    <a:pt x="1614" y="1"/>
                  </a:moveTo>
                  <a:lnTo>
                    <a:pt x="1" y="2823"/>
                  </a:lnTo>
                  <a:lnTo>
                    <a:pt x="9275" y="12232"/>
                  </a:lnTo>
                  <a:lnTo>
                    <a:pt x="11022" y="9275"/>
                  </a:lnTo>
                  <a:lnTo>
                    <a:pt x="1614" y="1"/>
                  </a:lnTo>
                  <a:close/>
                </a:path>
              </a:pathLst>
            </a:custGeom>
            <a:solidFill>
              <a:srgbClr val="13C5D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111" name="Google Shape;111;p2"/>
            <p:cNvSpPr/>
            <p:nvPr/>
          </p:nvSpPr>
          <p:spPr>
            <a:xfrm>
              <a:off x="2452475" y="3941125"/>
              <a:ext cx="322600" cy="305800"/>
            </a:xfrm>
            <a:custGeom>
              <a:rect b="b" l="l" r="r" t="t"/>
              <a:pathLst>
                <a:path extrusionOk="0" h="12232" w="12904">
                  <a:moveTo>
                    <a:pt x="3495" y="1"/>
                  </a:moveTo>
                  <a:lnTo>
                    <a:pt x="2957" y="941"/>
                  </a:lnTo>
                  <a:lnTo>
                    <a:pt x="0" y="941"/>
                  </a:lnTo>
                  <a:lnTo>
                    <a:pt x="11156" y="12232"/>
                  </a:lnTo>
                  <a:lnTo>
                    <a:pt x="12904" y="9275"/>
                  </a:lnTo>
                  <a:lnTo>
                    <a:pt x="3495" y="1"/>
                  </a:lnTo>
                  <a:close/>
                </a:path>
              </a:pathLst>
            </a:custGeom>
            <a:solidFill>
              <a:srgbClr val="14C3D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112" name="Google Shape;112;p2"/>
            <p:cNvSpPr/>
            <p:nvPr/>
          </p:nvSpPr>
          <p:spPr>
            <a:xfrm>
              <a:off x="641325" y="2082950"/>
              <a:ext cx="275575" cy="305800"/>
            </a:xfrm>
            <a:custGeom>
              <a:rect b="b" l="l" r="r" t="t"/>
              <a:pathLst>
                <a:path extrusionOk="0" h="12232" w="11023">
                  <a:moveTo>
                    <a:pt x="1748" y="1"/>
                  </a:moveTo>
                  <a:lnTo>
                    <a:pt x="1" y="2958"/>
                  </a:lnTo>
                  <a:lnTo>
                    <a:pt x="9409" y="12232"/>
                  </a:lnTo>
                  <a:lnTo>
                    <a:pt x="11022" y="9409"/>
                  </a:lnTo>
                  <a:lnTo>
                    <a:pt x="1748" y="1"/>
                  </a:lnTo>
                  <a:close/>
                </a:path>
              </a:pathLst>
            </a:custGeom>
            <a:solidFill>
              <a:srgbClr val="14C3D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113" name="Google Shape;113;p2"/>
            <p:cNvSpPr/>
            <p:nvPr/>
          </p:nvSpPr>
          <p:spPr>
            <a:xfrm>
              <a:off x="678300" y="2022475"/>
              <a:ext cx="275550" cy="305800"/>
            </a:xfrm>
            <a:custGeom>
              <a:rect b="b" l="l" r="r" t="t"/>
              <a:pathLst>
                <a:path extrusionOk="0" h="12232" w="11022">
                  <a:moveTo>
                    <a:pt x="1748" y="1"/>
                  </a:moveTo>
                  <a:lnTo>
                    <a:pt x="0" y="2957"/>
                  </a:lnTo>
                  <a:lnTo>
                    <a:pt x="9274" y="12232"/>
                  </a:lnTo>
                  <a:lnTo>
                    <a:pt x="11022" y="9275"/>
                  </a:lnTo>
                  <a:lnTo>
                    <a:pt x="1748" y="1"/>
                  </a:lnTo>
                  <a:close/>
                </a:path>
              </a:pathLst>
            </a:custGeom>
            <a:solidFill>
              <a:srgbClr val="15C1D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114" name="Google Shape;114;p2"/>
            <p:cNvSpPr/>
            <p:nvPr/>
          </p:nvSpPr>
          <p:spPr>
            <a:xfrm>
              <a:off x="2533125" y="3877275"/>
              <a:ext cx="275550" cy="309175"/>
            </a:xfrm>
            <a:custGeom>
              <a:rect b="b" l="l" r="r" t="t"/>
              <a:pathLst>
                <a:path extrusionOk="0" h="12367" w="11022">
                  <a:moveTo>
                    <a:pt x="1748" y="1"/>
                  </a:moveTo>
                  <a:lnTo>
                    <a:pt x="0" y="2958"/>
                  </a:lnTo>
                  <a:lnTo>
                    <a:pt x="9409" y="12366"/>
                  </a:lnTo>
                  <a:lnTo>
                    <a:pt x="11022" y="9409"/>
                  </a:lnTo>
                  <a:lnTo>
                    <a:pt x="1748" y="1"/>
                  </a:lnTo>
                  <a:close/>
                </a:path>
              </a:pathLst>
            </a:custGeom>
            <a:solidFill>
              <a:srgbClr val="15C1D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115" name="Google Shape;115;p2"/>
            <p:cNvSpPr/>
            <p:nvPr/>
          </p:nvSpPr>
          <p:spPr>
            <a:xfrm>
              <a:off x="2570075" y="3816800"/>
              <a:ext cx="275575" cy="305800"/>
            </a:xfrm>
            <a:custGeom>
              <a:rect b="b" l="l" r="r" t="t"/>
              <a:pathLst>
                <a:path extrusionOk="0" h="12232" w="11023">
                  <a:moveTo>
                    <a:pt x="1614" y="1"/>
                  </a:moveTo>
                  <a:lnTo>
                    <a:pt x="1" y="2957"/>
                  </a:lnTo>
                  <a:lnTo>
                    <a:pt x="9275" y="12232"/>
                  </a:lnTo>
                  <a:lnTo>
                    <a:pt x="11022" y="9275"/>
                  </a:lnTo>
                  <a:lnTo>
                    <a:pt x="1614" y="1"/>
                  </a:lnTo>
                  <a:close/>
                </a:path>
              </a:pathLst>
            </a:custGeom>
            <a:solidFill>
              <a:srgbClr val="16C0D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116" name="Google Shape;116;p2"/>
            <p:cNvSpPr/>
            <p:nvPr/>
          </p:nvSpPr>
          <p:spPr>
            <a:xfrm>
              <a:off x="711900" y="1962000"/>
              <a:ext cx="275550" cy="305800"/>
            </a:xfrm>
            <a:custGeom>
              <a:rect b="b" l="l" r="r" t="t"/>
              <a:pathLst>
                <a:path extrusionOk="0" h="12232" w="11022">
                  <a:moveTo>
                    <a:pt x="1748" y="0"/>
                  </a:moveTo>
                  <a:lnTo>
                    <a:pt x="0" y="2957"/>
                  </a:lnTo>
                  <a:lnTo>
                    <a:pt x="9409" y="12231"/>
                  </a:lnTo>
                  <a:lnTo>
                    <a:pt x="11022" y="9274"/>
                  </a:lnTo>
                  <a:lnTo>
                    <a:pt x="1748" y="0"/>
                  </a:lnTo>
                  <a:close/>
                </a:path>
              </a:pathLst>
            </a:custGeom>
            <a:solidFill>
              <a:srgbClr val="16C0D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117" name="Google Shape;117;p2"/>
            <p:cNvSpPr/>
            <p:nvPr/>
          </p:nvSpPr>
          <p:spPr>
            <a:xfrm>
              <a:off x="2603675" y="3756325"/>
              <a:ext cx="275575" cy="305800"/>
            </a:xfrm>
            <a:custGeom>
              <a:rect b="b" l="l" r="r" t="t"/>
              <a:pathLst>
                <a:path extrusionOk="0" h="12232" w="11023">
                  <a:moveTo>
                    <a:pt x="1748" y="0"/>
                  </a:moveTo>
                  <a:lnTo>
                    <a:pt x="1" y="2957"/>
                  </a:lnTo>
                  <a:lnTo>
                    <a:pt x="9409" y="12231"/>
                  </a:lnTo>
                  <a:lnTo>
                    <a:pt x="11022" y="9274"/>
                  </a:lnTo>
                  <a:lnTo>
                    <a:pt x="1748" y="0"/>
                  </a:lnTo>
                  <a:close/>
                </a:path>
              </a:pathLst>
            </a:custGeom>
            <a:solidFill>
              <a:srgbClr val="17BED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118" name="Google Shape;118;p2"/>
            <p:cNvSpPr/>
            <p:nvPr/>
          </p:nvSpPr>
          <p:spPr>
            <a:xfrm>
              <a:off x="748850" y="1898150"/>
              <a:ext cx="275575" cy="309150"/>
            </a:xfrm>
            <a:custGeom>
              <a:rect b="b" l="l" r="r" t="t"/>
              <a:pathLst>
                <a:path extrusionOk="0" h="12366" w="11023">
                  <a:moveTo>
                    <a:pt x="1748" y="0"/>
                  </a:moveTo>
                  <a:lnTo>
                    <a:pt x="1" y="2957"/>
                  </a:lnTo>
                  <a:lnTo>
                    <a:pt x="9275" y="12366"/>
                  </a:lnTo>
                  <a:lnTo>
                    <a:pt x="11022" y="9409"/>
                  </a:lnTo>
                  <a:lnTo>
                    <a:pt x="1748" y="0"/>
                  </a:lnTo>
                  <a:close/>
                </a:path>
              </a:pathLst>
            </a:custGeom>
            <a:solidFill>
              <a:srgbClr val="17BED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119" name="Google Shape;119;p2"/>
            <p:cNvSpPr/>
            <p:nvPr/>
          </p:nvSpPr>
          <p:spPr>
            <a:xfrm>
              <a:off x="2640650" y="3692475"/>
              <a:ext cx="275550" cy="309150"/>
            </a:xfrm>
            <a:custGeom>
              <a:rect b="b" l="l" r="r" t="t"/>
              <a:pathLst>
                <a:path extrusionOk="0" h="12366" w="11022">
                  <a:moveTo>
                    <a:pt x="1748" y="0"/>
                  </a:moveTo>
                  <a:lnTo>
                    <a:pt x="0" y="2957"/>
                  </a:lnTo>
                  <a:lnTo>
                    <a:pt x="9274" y="12366"/>
                  </a:lnTo>
                  <a:lnTo>
                    <a:pt x="11022" y="9409"/>
                  </a:lnTo>
                  <a:lnTo>
                    <a:pt x="1748" y="0"/>
                  </a:lnTo>
                  <a:close/>
                </a:path>
              </a:pathLst>
            </a:custGeom>
            <a:solidFill>
              <a:srgbClr val="18BCD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120" name="Google Shape;120;p2"/>
            <p:cNvSpPr/>
            <p:nvPr/>
          </p:nvSpPr>
          <p:spPr>
            <a:xfrm>
              <a:off x="785825" y="1837675"/>
              <a:ext cx="275550" cy="305800"/>
            </a:xfrm>
            <a:custGeom>
              <a:rect b="b" l="l" r="r" t="t"/>
              <a:pathLst>
                <a:path extrusionOk="0" h="12232" w="11022">
                  <a:moveTo>
                    <a:pt x="1613" y="0"/>
                  </a:moveTo>
                  <a:lnTo>
                    <a:pt x="0" y="2957"/>
                  </a:lnTo>
                  <a:lnTo>
                    <a:pt x="9275" y="12231"/>
                  </a:lnTo>
                  <a:lnTo>
                    <a:pt x="11022" y="9274"/>
                  </a:lnTo>
                  <a:lnTo>
                    <a:pt x="1613" y="0"/>
                  </a:lnTo>
                  <a:close/>
                </a:path>
              </a:pathLst>
            </a:custGeom>
            <a:solidFill>
              <a:srgbClr val="18BCD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121" name="Google Shape;121;p2"/>
            <p:cNvSpPr/>
            <p:nvPr/>
          </p:nvSpPr>
          <p:spPr>
            <a:xfrm>
              <a:off x="2677600" y="3632000"/>
              <a:ext cx="275575" cy="305800"/>
            </a:xfrm>
            <a:custGeom>
              <a:rect b="b" l="l" r="r" t="t"/>
              <a:pathLst>
                <a:path extrusionOk="0" h="12232" w="11023">
                  <a:moveTo>
                    <a:pt x="1614" y="0"/>
                  </a:moveTo>
                  <a:lnTo>
                    <a:pt x="1" y="2957"/>
                  </a:lnTo>
                  <a:lnTo>
                    <a:pt x="9275" y="12231"/>
                  </a:lnTo>
                  <a:lnTo>
                    <a:pt x="11022" y="9274"/>
                  </a:lnTo>
                  <a:lnTo>
                    <a:pt x="1614" y="0"/>
                  </a:lnTo>
                  <a:close/>
                </a:path>
              </a:pathLst>
            </a:custGeom>
            <a:solidFill>
              <a:srgbClr val="19BBD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122" name="Google Shape;122;p2"/>
            <p:cNvSpPr/>
            <p:nvPr/>
          </p:nvSpPr>
          <p:spPr>
            <a:xfrm>
              <a:off x="819425" y="1777175"/>
              <a:ext cx="275550" cy="305800"/>
            </a:xfrm>
            <a:custGeom>
              <a:rect b="b" l="l" r="r" t="t"/>
              <a:pathLst>
                <a:path extrusionOk="0" h="12232" w="11022">
                  <a:moveTo>
                    <a:pt x="1748" y="1"/>
                  </a:moveTo>
                  <a:lnTo>
                    <a:pt x="0" y="2958"/>
                  </a:lnTo>
                  <a:lnTo>
                    <a:pt x="9275" y="12232"/>
                  </a:lnTo>
                  <a:lnTo>
                    <a:pt x="11022" y="9275"/>
                  </a:lnTo>
                  <a:lnTo>
                    <a:pt x="1748" y="1"/>
                  </a:lnTo>
                  <a:close/>
                </a:path>
              </a:pathLst>
            </a:custGeom>
            <a:solidFill>
              <a:srgbClr val="19BBD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123" name="Google Shape;123;p2"/>
            <p:cNvSpPr/>
            <p:nvPr/>
          </p:nvSpPr>
          <p:spPr>
            <a:xfrm>
              <a:off x="2711200" y="3571500"/>
              <a:ext cx="275575" cy="305800"/>
            </a:xfrm>
            <a:custGeom>
              <a:rect b="b" l="l" r="r" t="t"/>
              <a:pathLst>
                <a:path extrusionOk="0" h="12232" w="11023">
                  <a:moveTo>
                    <a:pt x="1748" y="1"/>
                  </a:moveTo>
                  <a:lnTo>
                    <a:pt x="1" y="2958"/>
                  </a:lnTo>
                  <a:lnTo>
                    <a:pt x="9275" y="12232"/>
                  </a:lnTo>
                  <a:lnTo>
                    <a:pt x="11022" y="9275"/>
                  </a:lnTo>
                  <a:lnTo>
                    <a:pt x="1748" y="1"/>
                  </a:lnTo>
                  <a:close/>
                </a:path>
              </a:pathLst>
            </a:custGeom>
            <a:solidFill>
              <a:srgbClr val="1BB9D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124" name="Google Shape;124;p2"/>
            <p:cNvSpPr/>
            <p:nvPr/>
          </p:nvSpPr>
          <p:spPr>
            <a:xfrm>
              <a:off x="856375" y="1713350"/>
              <a:ext cx="275575" cy="309150"/>
            </a:xfrm>
            <a:custGeom>
              <a:rect b="b" l="l" r="r" t="t"/>
              <a:pathLst>
                <a:path extrusionOk="0" h="12366" w="11023">
                  <a:moveTo>
                    <a:pt x="1614" y="0"/>
                  </a:moveTo>
                  <a:lnTo>
                    <a:pt x="1" y="2957"/>
                  </a:lnTo>
                  <a:lnTo>
                    <a:pt x="9275" y="12366"/>
                  </a:lnTo>
                  <a:lnTo>
                    <a:pt x="11022" y="9409"/>
                  </a:lnTo>
                  <a:lnTo>
                    <a:pt x="1614" y="0"/>
                  </a:lnTo>
                  <a:close/>
                </a:path>
              </a:pathLst>
            </a:custGeom>
            <a:solidFill>
              <a:srgbClr val="1BB9D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125" name="Google Shape;125;p2"/>
            <p:cNvSpPr/>
            <p:nvPr/>
          </p:nvSpPr>
          <p:spPr>
            <a:xfrm>
              <a:off x="890000" y="1652850"/>
              <a:ext cx="275550" cy="305800"/>
            </a:xfrm>
            <a:custGeom>
              <a:rect b="b" l="l" r="r" t="t"/>
              <a:pathLst>
                <a:path extrusionOk="0" h="12232" w="11022">
                  <a:moveTo>
                    <a:pt x="1747" y="1"/>
                  </a:moveTo>
                  <a:lnTo>
                    <a:pt x="0" y="2958"/>
                  </a:lnTo>
                  <a:lnTo>
                    <a:pt x="9409" y="12232"/>
                  </a:lnTo>
                  <a:lnTo>
                    <a:pt x="11021" y="9275"/>
                  </a:lnTo>
                  <a:lnTo>
                    <a:pt x="1747" y="1"/>
                  </a:lnTo>
                  <a:close/>
                </a:path>
              </a:pathLst>
            </a:custGeom>
            <a:solidFill>
              <a:srgbClr val="1CB7D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126" name="Google Shape;126;p2"/>
            <p:cNvSpPr/>
            <p:nvPr/>
          </p:nvSpPr>
          <p:spPr>
            <a:xfrm>
              <a:off x="2748175" y="3511025"/>
              <a:ext cx="275550" cy="305800"/>
            </a:xfrm>
            <a:custGeom>
              <a:rect b="b" l="l" r="r" t="t"/>
              <a:pathLst>
                <a:path extrusionOk="0" h="12232" w="11022">
                  <a:moveTo>
                    <a:pt x="1613" y="1"/>
                  </a:moveTo>
                  <a:lnTo>
                    <a:pt x="0" y="2823"/>
                  </a:lnTo>
                  <a:lnTo>
                    <a:pt x="9274" y="12232"/>
                  </a:lnTo>
                  <a:lnTo>
                    <a:pt x="11022" y="9275"/>
                  </a:lnTo>
                  <a:lnTo>
                    <a:pt x="1613" y="1"/>
                  </a:lnTo>
                  <a:close/>
                </a:path>
              </a:pathLst>
            </a:custGeom>
            <a:solidFill>
              <a:srgbClr val="1CB7D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127" name="Google Shape;127;p2"/>
            <p:cNvSpPr/>
            <p:nvPr/>
          </p:nvSpPr>
          <p:spPr>
            <a:xfrm>
              <a:off x="2781775" y="3447175"/>
              <a:ext cx="275550" cy="305800"/>
            </a:xfrm>
            <a:custGeom>
              <a:rect b="b" l="l" r="r" t="t"/>
              <a:pathLst>
                <a:path extrusionOk="0" h="12232" w="11022">
                  <a:moveTo>
                    <a:pt x="1748" y="1"/>
                  </a:moveTo>
                  <a:lnTo>
                    <a:pt x="0" y="2958"/>
                  </a:lnTo>
                  <a:lnTo>
                    <a:pt x="9409" y="12232"/>
                  </a:lnTo>
                  <a:lnTo>
                    <a:pt x="11022" y="9409"/>
                  </a:lnTo>
                  <a:lnTo>
                    <a:pt x="1748" y="1"/>
                  </a:lnTo>
                  <a:close/>
                </a:path>
              </a:pathLst>
            </a:custGeom>
            <a:solidFill>
              <a:srgbClr val="1DB5D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128" name="Google Shape;128;p2"/>
            <p:cNvSpPr/>
            <p:nvPr/>
          </p:nvSpPr>
          <p:spPr>
            <a:xfrm>
              <a:off x="926950" y="1592375"/>
              <a:ext cx="275550" cy="305800"/>
            </a:xfrm>
            <a:custGeom>
              <a:rect b="b" l="l" r="r" t="t"/>
              <a:pathLst>
                <a:path extrusionOk="0" h="12232" w="11022">
                  <a:moveTo>
                    <a:pt x="1613" y="1"/>
                  </a:moveTo>
                  <a:lnTo>
                    <a:pt x="1" y="2957"/>
                  </a:lnTo>
                  <a:lnTo>
                    <a:pt x="9275" y="12231"/>
                  </a:lnTo>
                  <a:lnTo>
                    <a:pt x="11022" y="9275"/>
                  </a:lnTo>
                  <a:lnTo>
                    <a:pt x="1613" y="1"/>
                  </a:lnTo>
                  <a:close/>
                </a:path>
              </a:pathLst>
            </a:custGeom>
            <a:solidFill>
              <a:srgbClr val="1DB5D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129" name="Google Shape;129;p2"/>
            <p:cNvSpPr/>
            <p:nvPr/>
          </p:nvSpPr>
          <p:spPr>
            <a:xfrm>
              <a:off x="960550" y="1531900"/>
              <a:ext cx="275550" cy="305800"/>
            </a:xfrm>
            <a:custGeom>
              <a:rect b="b" l="l" r="r" t="t"/>
              <a:pathLst>
                <a:path extrusionOk="0" h="12232" w="11022">
                  <a:moveTo>
                    <a:pt x="1748" y="0"/>
                  </a:moveTo>
                  <a:lnTo>
                    <a:pt x="1" y="2823"/>
                  </a:lnTo>
                  <a:lnTo>
                    <a:pt x="9409" y="12231"/>
                  </a:lnTo>
                  <a:lnTo>
                    <a:pt x="11022" y="9274"/>
                  </a:lnTo>
                  <a:lnTo>
                    <a:pt x="1748" y="0"/>
                  </a:lnTo>
                  <a:close/>
                </a:path>
              </a:pathLst>
            </a:custGeom>
            <a:solidFill>
              <a:srgbClr val="1EB4D7"/>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130" name="Google Shape;130;p2"/>
            <p:cNvSpPr/>
            <p:nvPr/>
          </p:nvSpPr>
          <p:spPr>
            <a:xfrm>
              <a:off x="2818725" y="3386700"/>
              <a:ext cx="275575" cy="305800"/>
            </a:xfrm>
            <a:custGeom>
              <a:rect b="b" l="l" r="r" t="t"/>
              <a:pathLst>
                <a:path extrusionOk="0" h="12232" w="11023">
                  <a:moveTo>
                    <a:pt x="1614" y="1"/>
                  </a:moveTo>
                  <a:lnTo>
                    <a:pt x="1" y="2957"/>
                  </a:lnTo>
                  <a:lnTo>
                    <a:pt x="9275" y="12231"/>
                  </a:lnTo>
                  <a:lnTo>
                    <a:pt x="11022" y="9275"/>
                  </a:lnTo>
                  <a:lnTo>
                    <a:pt x="1614" y="1"/>
                  </a:lnTo>
                  <a:close/>
                </a:path>
              </a:pathLst>
            </a:custGeom>
            <a:solidFill>
              <a:srgbClr val="1EB4D7"/>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131" name="Google Shape;131;p2"/>
            <p:cNvSpPr/>
            <p:nvPr/>
          </p:nvSpPr>
          <p:spPr>
            <a:xfrm>
              <a:off x="997525" y="1468050"/>
              <a:ext cx="322600" cy="305800"/>
            </a:xfrm>
            <a:custGeom>
              <a:rect b="b" l="l" r="r" t="t"/>
              <a:pathLst>
                <a:path extrusionOk="0" h="12232" w="12904">
                  <a:moveTo>
                    <a:pt x="1747" y="0"/>
                  </a:moveTo>
                  <a:lnTo>
                    <a:pt x="0" y="2957"/>
                  </a:lnTo>
                  <a:lnTo>
                    <a:pt x="9274" y="12231"/>
                  </a:lnTo>
                  <a:lnTo>
                    <a:pt x="9946" y="11291"/>
                  </a:lnTo>
                  <a:lnTo>
                    <a:pt x="12903" y="11291"/>
                  </a:lnTo>
                  <a:lnTo>
                    <a:pt x="1747" y="0"/>
                  </a:lnTo>
                  <a:close/>
                </a:path>
              </a:pathLst>
            </a:custGeom>
            <a:solidFill>
              <a:srgbClr val="1FB2D7"/>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132" name="Google Shape;132;p2"/>
            <p:cNvSpPr/>
            <p:nvPr/>
          </p:nvSpPr>
          <p:spPr>
            <a:xfrm>
              <a:off x="2852325" y="3326225"/>
              <a:ext cx="275575" cy="305800"/>
            </a:xfrm>
            <a:custGeom>
              <a:rect b="b" l="l" r="r" t="t"/>
              <a:pathLst>
                <a:path extrusionOk="0" h="12232" w="11023">
                  <a:moveTo>
                    <a:pt x="1748" y="0"/>
                  </a:moveTo>
                  <a:lnTo>
                    <a:pt x="1" y="2957"/>
                  </a:lnTo>
                  <a:lnTo>
                    <a:pt x="9409" y="12231"/>
                  </a:lnTo>
                  <a:lnTo>
                    <a:pt x="11022" y="9274"/>
                  </a:lnTo>
                  <a:lnTo>
                    <a:pt x="1748" y="0"/>
                  </a:lnTo>
                  <a:close/>
                </a:path>
              </a:pathLst>
            </a:custGeom>
            <a:solidFill>
              <a:srgbClr val="1FB2D7"/>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133" name="Google Shape;133;p2"/>
            <p:cNvSpPr/>
            <p:nvPr/>
          </p:nvSpPr>
          <p:spPr>
            <a:xfrm>
              <a:off x="1034475" y="1431100"/>
              <a:ext cx="383075" cy="319225"/>
            </a:xfrm>
            <a:custGeom>
              <a:rect b="b" l="l" r="r" t="t"/>
              <a:pathLst>
                <a:path extrusionOk="0" h="12769" w="15323">
                  <a:moveTo>
                    <a:pt x="1076" y="0"/>
                  </a:moveTo>
                  <a:lnTo>
                    <a:pt x="1" y="2016"/>
                  </a:lnTo>
                  <a:lnTo>
                    <a:pt x="10619" y="12769"/>
                  </a:lnTo>
                  <a:lnTo>
                    <a:pt x="15323" y="12769"/>
                  </a:lnTo>
                  <a:lnTo>
                    <a:pt x="2554" y="0"/>
                  </a:lnTo>
                  <a:close/>
                </a:path>
              </a:pathLst>
            </a:custGeom>
            <a:solidFill>
              <a:srgbClr val="20B0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134" name="Google Shape;134;p2"/>
            <p:cNvSpPr/>
            <p:nvPr/>
          </p:nvSpPr>
          <p:spPr>
            <a:xfrm>
              <a:off x="2889300" y="3262375"/>
              <a:ext cx="275550" cy="309150"/>
            </a:xfrm>
            <a:custGeom>
              <a:rect b="b" l="l" r="r" t="t"/>
              <a:pathLst>
                <a:path extrusionOk="0" h="12366" w="11022">
                  <a:moveTo>
                    <a:pt x="1748" y="0"/>
                  </a:moveTo>
                  <a:lnTo>
                    <a:pt x="0" y="2957"/>
                  </a:lnTo>
                  <a:lnTo>
                    <a:pt x="9274" y="12366"/>
                  </a:lnTo>
                  <a:lnTo>
                    <a:pt x="11022" y="9409"/>
                  </a:lnTo>
                  <a:lnTo>
                    <a:pt x="1748" y="0"/>
                  </a:lnTo>
                  <a:close/>
                </a:path>
              </a:pathLst>
            </a:custGeom>
            <a:solidFill>
              <a:srgbClr val="20B0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135" name="Google Shape;135;p2"/>
            <p:cNvSpPr/>
            <p:nvPr/>
          </p:nvSpPr>
          <p:spPr>
            <a:xfrm>
              <a:off x="1078150" y="1431100"/>
              <a:ext cx="436850" cy="319225"/>
            </a:xfrm>
            <a:custGeom>
              <a:rect b="b" l="l" r="r" t="t"/>
              <a:pathLst>
                <a:path extrusionOk="0" h="12769" w="17474">
                  <a:moveTo>
                    <a:pt x="1" y="0"/>
                  </a:moveTo>
                  <a:lnTo>
                    <a:pt x="12770" y="12769"/>
                  </a:lnTo>
                  <a:lnTo>
                    <a:pt x="17474" y="12769"/>
                  </a:lnTo>
                  <a:lnTo>
                    <a:pt x="4705" y="0"/>
                  </a:lnTo>
                  <a:close/>
                </a:path>
              </a:pathLst>
            </a:custGeom>
            <a:solidFill>
              <a:srgbClr val="21AED9"/>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136" name="Google Shape;136;p2"/>
            <p:cNvSpPr/>
            <p:nvPr/>
          </p:nvSpPr>
          <p:spPr>
            <a:xfrm>
              <a:off x="2926250" y="3201900"/>
              <a:ext cx="272200" cy="305800"/>
            </a:xfrm>
            <a:custGeom>
              <a:rect b="b" l="l" r="r" t="t"/>
              <a:pathLst>
                <a:path extrusionOk="0" h="12232" w="10888">
                  <a:moveTo>
                    <a:pt x="1614" y="0"/>
                  </a:moveTo>
                  <a:lnTo>
                    <a:pt x="1" y="2957"/>
                  </a:lnTo>
                  <a:lnTo>
                    <a:pt x="9275" y="12231"/>
                  </a:lnTo>
                  <a:lnTo>
                    <a:pt x="10888" y="9274"/>
                  </a:lnTo>
                  <a:lnTo>
                    <a:pt x="1614" y="0"/>
                  </a:lnTo>
                  <a:close/>
                </a:path>
              </a:pathLst>
            </a:custGeom>
            <a:solidFill>
              <a:srgbClr val="21AED9"/>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137" name="Google Shape;137;p2"/>
            <p:cNvSpPr/>
            <p:nvPr/>
          </p:nvSpPr>
          <p:spPr>
            <a:xfrm>
              <a:off x="1175600" y="1431100"/>
              <a:ext cx="436850" cy="319225"/>
            </a:xfrm>
            <a:custGeom>
              <a:rect b="b" l="l" r="r" t="t"/>
              <a:pathLst>
                <a:path extrusionOk="0" h="12769" w="17474">
                  <a:moveTo>
                    <a:pt x="1" y="0"/>
                  </a:moveTo>
                  <a:lnTo>
                    <a:pt x="12769" y="12769"/>
                  </a:lnTo>
                  <a:lnTo>
                    <a:pt x="17474" y="12769"/>
                  </a:lnTo>
                  <a:lnTo>
                    <a:pt x="4705" y="0"/>
                  </a:lnTo>
                  <a:close/>
                </a:path>
              </a:pathLst>
            </a:custGeom>
            <a:solidFill>
              <a:srgbClr val="22ADD9"/>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138" name="Google Shape;138;p2"/>
            <p:cNvSpPr/>
            <p:nvPr/>
          </p:nvSpPr>
          <p:spPr>
            <a:xfrm>
              <a:off x="2959850" y="3141400"/>
              <a:ext cx="275575" cy="305800"/>
            </a:xfrm>
            <a:custGeom>
              <a:rect b="b" l="l" r="r" t="t"/>
              <a:pathLst>
                <a:path extrusionOk="0" h="12232" w="11023">
                  <a:moveTo>
                    <a:pt x="1748" y="1"/>
                  </a:moveTo>
                  <a:lnTo>
                    <a:pt x="1" y="2958"/>
                  </a:lnTo>
                  <a:lnTo>
                    <a:pt x="9275" y="12232"/>
                  </a:lnTo>
                  <a:lnTo>
                    <a:pt x="11022" y="9275"/>
                  </a:lnTo>
                  <a:lnTo>
                    <a:pt x="1748" y="1"/>
                  </a:lnTo>
                  <a:close/>
                </a:path>
              </a:pathLst>
            </a:custGeom>
            <a:solidFill>
              <a:srgbClr val="22ADD9"/>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139" name="Google Shape;139;p2"/>
            <p:cNvSpPr/>
            <p:nvPr/>
          </p:nvSpPr>
          <p:spPr>
            <a:xfrm>
              <a:off x="2996825" y="3077575"/>
              <a:ext cx="275550" cy="309150"/>
            </a:xfrm>
            <a:custGeom>
              <a:rect b="b" l="l" r="r" t="t"/>
              <a:pathLst>
                <a:path extrusionOk="0" h="12366" w="11022">
                  <a:moveTo>
                    <a:pt x="1613" y="0"/>
                  </a:moveTo>
                  <a:lnTo>
                    <a:pt x="0" y="2957"/>
                  </a:lnTo>
                  <a:lnTo>
                    <a:pt x="9275" y="12366"/>
                  </a:lnTo>
                  <a:lnTo>
                    <a:pt x="11022" y="9409"/>
                  </a:lnTo>
                  <a:lnTo>
                    <a:pt x="1613" y="0"/>
                  </a:lnTo>
                  <a:close/>
                </a:path>
              </a:pathLst>
            </a:custGeom>
            <a:solidFill>
              <a:srgbClr val="23ABDA"/>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140" name="Google Shape;140;p2"/>
            <p:cNvSpPr/>
            <p:nvPr/>
          </p:nvSpPr>
          <p:spPr>
            <a:xfrm>
              <a:off x="1273050" y="1431100"/>
              <a:ext cx="433500" cy="319225"/>
            </a:xfrm>
            <a:custGeom>
              <a:rect b="b" l="l" r="r" t="t"/>
              <a:pathLst>
                <a:path extrusionOk="0" h="12769" w="17340">
                  <a:moveTo>
                    <a:pt x="0" y="0"/>
                  </a:moveTo>
                  <a:lnTo>
                    <a:pt x="12769" y="12769"/>
                  </a:lnTo>
                  <a:lnTo>
                    <a:pt x="17339" y="12769"/>
                  </a:lnTo>
                  <a:lnTo>
                    <a:pt x="4705" y="0"/>
                  </a:lnTo>
                  <a:close/>
                </a:path>
              </a:pathLst>
            </a:custGeom>
            <a:solidFill>
              <a:srgbClr val="23ABDA"/>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141" name="Google Shape;141;p2"/>
            <p:cNvSpPr/>
            <p:nvPr/>
          </p:nvSpPr>
          <p:spPr>
            <a:xfrm>
              <a:off x="1370500" y="1431100"/>
              <a:ext cx="433475" cy="319225"/>
            </a:xfrm>
            <a:custGeom>
              <a:rect b="b" l="l" r="r" t="t"/>
              <a:pathLst>
                <a:path extrusionOk="0" h="12769" w="17339">
                  <a:moveTo>
                    <a:pt x="0" y="0"/>
                  </a:moveTo>
                  <a:lnTo>
                    <a:pt x="12769" y="12769"/>
                  </a:lnTo>
                  <a:lnTo>
                    <a:pt x="17339" y="12769"/>
                  </a:lnTo>
                  <a:lnTo>
                    <a:pt x="4705" y="0"/>
                  </a:lnTo>
                  <a:close/>
                </a:path>
              </a:pathLst>
            </a:custGeom>
            <a:solidFill>
              <a:srgbClr val="25A9DA"/>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142" name="Google Shape;142;p2"/>
            <p:cNvSpPr/>
            <p:nvPr/>
          </p:nvSpPr>
          <p:spPr>
            <a:xfrm>
              <a:off x="3030425" y="3017075"/>
              <a:ext cx="275550" cy="305800"/>
            </a:xfrm>
            <a:custGeom>
              <a:rect b="b" l="l" r="r" t="t"/>
              <a:pathLst>
                <a:path extrusionOk="0" h="12232" w="11022">
                  <a:moveTo>
                    <a:pt x="1748" y="1"/>
                  </a:moveTo>
                  <a:lnTo>
                    <a:pt x="1" y="2958"/>
                  </a:lnTo>
                  <a:lnTo>
                    <a:pt x="9409" y="12232"/>
                  </a:lnTo>
                  <a:lnTo>
                    <a:pt x="11022" y="9275"/>
                  </a:lnTo>
                  <a:lnTo>
                    <a:pt x="1748" y="1"/>
                  </a:lnTo>
                  <a:close/>
                </a:path>
              </a:pathLst>
            </a:custGeom>
            <a:solidFill>
              <a:srgbClr val="25A9DA"/>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143" name="Google Shape;143;p2"/>
            <p:cNvSpPr/>
            <p:nvPr/>
          </p:nvSpPr>
          <p:spPr>
            <a:xfrm>
              <a:off x="1467950" y="1431100"/>
              <a:ext cx="433475" cy="319225"/>
            </a:xfrm>
            <a:custGeom>
              <a:rect b="b" l="l" r="r" t="t"/>
              <a:pathLst>
                <a:path extrusionOk="0" h="12769" w="17339">
                  <a:moveTo>
                    <a:pt x="0" y="0"/>
                  </a:moveTo>
                  <a:lnTo>
                    <a:pt x="12769" y="12769"/>
                  </a:lnTo>
                  <a:lnTo>
                    <a:pt x="17339" y="12769"/>
                  </a:lnTo>
                  <a:lnTo>
                    <a:pt x="4570" y="0"/>
                  </a:lnTo>
                  <a:close/>
                </a:path>
              </a:pathLst>
            </a:custGeom>
            <a:solidFill>
              <a:srgbClr val="26A8D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144" name="Google Shape;144;p2"/>
            <p:cNvSpPr/>
            <p:nvPr/>
          </p:nvSpPr>
          <p:spPr>
            <a:xfrm>
              <a:off x="3067375" y="2956600"/>
              <a:ext cx="275575" cy="305800"/>
            </a:xfrm>
            <a:custGeom>
              <a:rect b="b" l="l" r="r" t="t"/>
              <a:pathLst>
                <a:path extrusionOk="0" h="12232" w="11023">
                  <a:moveTo>
                    <a:pt x="1614" y="0"/>
                  </a:moveTo>
                  <a:lnTo>
                    <a:pt x="1" y="2957"/>
                  </a:lnTo>
                  <a:lnTo>
                    <a:pt x="9275" y="12231"/>
                  </a:lnTo>
                  <a:lnTo>
                    <a:pt x="11022" y="9275"/>
                  </a:lnTo>
                  <a:lnTo>
                    <a:pt x="1614" y="0"/>
                  </a:lnTo>
                  <a:close/>
                </a:path>
              </a:pathLst>
            </a:custGeom>
            <a:solidFill>
              <a:srgbClr val="26A8D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145" name="Google Shape;145;p2"/>
            <p:cNvSpPr/>
            <p:nvPr/>
          </p:nvSpPr>
          <p:spPr>
            <a:xfrm>
              <a:off x="1565375" y="1431100"/>
              <a:ext cx="433500" cy="319225"/>
            </a:xfrm>
            <a:custGeom>
              <a:rect b="b" l="l" r="r" t="t"/>
              <a:pathLst>
                <a:path extrusionOk="0" h="12769" w="17340">
                  <a:moveTo>
                    <a:pt x="1" y="0"/>
                  </a:moveTo>
                  <a:lnTo>
                    <a:pt x="12635" y="12769"/>
                  </a:lnTo>
                  <a:lnTo>
                    <a:pt x="17339" y="12769"/>
                  </a:lnTo>
                  <a:lnTo>
                    <a:pt x="4571" y="0"/>
                  </a:lnTo>
                  <a:close/>
                </a:path>
              </a:pathLst>
            </a:custGeom>
            <a:solidFill>
              <a:srgbClr val="27A6D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146" name="Google Shape;146;p2"/>
            <p:cNvSpPr/>
            <p:nvPr/>
          </p:nvSpPr>
          <p:spPr>
            <a:xfrm>
              <a:off x="3101000" y="2896125"/>
              <a:ext cx="275550" cy="305800"/>
            </a:xfrm>
            <a:custGeom>
              <a:rect b="b" l="l" r="r" t="t"/>
              <a:pathLst>
                <a:path extrusionOk="0" h="12232" w="11022">
                  <a:moveTo>
                    <a:pt x="1747" y="0"/>
                  </a:moveTo>
                  <a:lnTo>
                    <a:pt x="0" y="2823"/>
                  </a:lnTo>
                  <a:lnTo>
                    <a:pt x="9409" y="12231"/>
                  </a:lnTo>
                  <a:lnTo>
                    <a:pt x="11021" y="9274"/>
                  </a:lnTo>
                  <a:lnTo>
                    <a:pt x="1747" y="0"/>
                  </a:lnTo>
                  <a:close/>
                </a:path>
              </a:pathLst>
            </a:custGeom>
            <a:solidFill>
              <a:srgbClr val="27A6D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147" name="Google Shape;147;p2"/>
            <p:cNvSpPr/>
            <p:nvPr/>
          </p:nvSpPr>
          <p:spPr>
            <a:xfrm>
              <a:off x="3137950" y="2802025"/>
              <a:ext cx="275550" cy="336050"/>
            </a:xfrm>
            <a:custGeom>
              <a:rect b="b" l="l" r="r" t="t"/>
              <a:pathLst>
                <a:path extrusionOk="0" h="13442" w="11022">
                  <a:moveTo>
                    <a:pt x="404" y="1"/>
                  </a:moveTo>
                  <a:lnTo>
                    <a:pt x="1" y="404"/>
                  </a:lnTo>
                  <a:lnTo>
                    <a:pt x="1076" y="2286"/>
                  </a:lnTo>
                  <a:lnTo>
                    <a:pt x="1" y="4167"/>
                  </a:lnTo>
                  <a:lnTo>
                    <a:pt x="9275" y="13441"/>
                  </a:lnTo>
                  <a:lnTo>
                    <a:pt x="11022" y="10619"/>
                  </a:lnTo>
                  <a:lnTo>
                    <a:pt x="404" y="1"/>
                  </a:lnTo>
                  <a:close/>
                </a:path>
              </a:pathLst>
            </a:custGeom>
            <a:solidFill>
              <a:srgbClr val="28A4D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148" name="Google Shape;148;p2"/>
            <p:cNvSpPr/>
            <p:nvPr/>
          </p:nvSpPr>
          <p:spPr>
            <a:xfrm>
              <a:off x="1662825" y="1431100"/>
              <a:ext cx="433500" cy="319225"/>
            </a:xfrm>
            <a:custGeom>
              <a:rect b="b" l="l" r="r" t="t"/>
              <a:pathLst>
                <a:path extrusionOk="0" h="12769" w="17340">
                  <a:moveTo>
                    <a:pt x="1" y="0"/>
                  </a:moveTo>
                  <a:lnTo>
                    <a:pt x="12635" y="12769"/>
                  </a:lnTo>
                  <a:lnTo>
                    <a:pt x="17339" y="12769"/>
                  </a:lnTo>
                  <a:lnTo>
                    <a:pt x="4571" y="0"/>
                  </a:lnTo>
                  <a:close/>
                </a:path>
              </a:pathLst>
            </a:custGeom>
            <a:solidFill>
              <a:srgbClr val="28A4D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149" name="Google Shape;149;p2"/>
            <p:cNvSpPr/>
            <p:nvPr/>
          </p:nvSpPr>
          <p:spPr>
            <a:xfrm>
              <a:off x="3006900" y="2573550"/>
              <a:ext cx="440200" cy="504050"/>
            </a:xfrm>
            <a:custGeom>
              <a:rect b="b" l="l" r="r" t="t"/>
              <a:pathLst>
                <a:path extrusionOk="0" h="20162" w="17608">
                  <a:moveTo>
                    <a:pt x="404" y="0"/>
                  </a:moveTo>
                  <a:lnTo>
                    <a:pt x="1" y="269"/>
                  </a:lnTo>
                  <a:lnTo>
                    <a:pt x="5243" y="9543"/>
                  </a:lnTo>
                  <a:lnTo>
                    <a:pt x="15995" y="20161"/>
                  </a:lnTo>
                  <a:lnTo>
                    <a:pt x="17608" y="17204"/>
                  </a:lnTo>
                  <a:lnTo>
                    <a:pt x="404" y="0"/>
                  </a:lnTo>
                  <a:close/>
                </a:path>
              </a:pathLst>
            </a:custGeom>
            <a:solidFill>
              <a:srgbClr val="29A2D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150" name="Google Shape;150;p2"/>
            <p:cNvSpPr/>
            <p:nvPr/>
          </p:nvSpPr>
          <p:spPr>
            <a:xfrm>
              <a:off x="1760275" y="1431100"/>
              <a:ext cx="433500" cy="319225"/>
            </a:xfrm>
            <a:custGeom>
              <a:rect b="b" l="l" r="r" t="t"/>
              <a:pathLst>
                <a:path extrusionOk="0" h="12769" w="17340">
                  <a:moveTo>
                    <a:pt x="1" y="0"/>
                  </a:moveTo>
                  <a:lnTo>
                    <a:pt x="12635" y="12769"/>
                  </a:lnTo>
                  <a:lnTo>
                    <a:pt x="17339" y="12769"/>
                  </a:lnTo>
                  <a:lnTo>
                    <a:pt x="4570" y="0"/>
                  </a:lnTo>
                  <a:close/>
                </a:path>
              </a:pathLst>
            </a:custGeom>
            <a:solidFill>
              <a:srgbClr val="29A2D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151" name="Google Shape;151;p2"/>
            <p:cNvSpPr/>
            <p:nvPr/>
          </p:nvSpPr>
          <p:spPr>
            <a:xfrm>
              <a:off x="1854350" y="1431100"/>
              <a:ext cx="436850" cy="319225"/>
            </a:xfrm>
            <a:custGeom>
              <a:rect b="b" l="l" r="r" t="t"/>
              <a:pathLst>
                <a:path extrusionOk="0" h="12769" w="17474">
                  <a:moveTo>
                    <a:pt x="1" y="0"/>
                  </a:moveTo>
                  <a:lnTo>
                    <a:pt x="12770" y="12769"/>
                  </a:lnTo>
                  <a:lnTo>
                    <a:pt x="17474" y="12769"/>
                  </a:lnTo>
                  <a:lnTo>
                    <a:pt x="4705" y="0"/>
                  </a:lnTo>
                  <a:close/>
                </a:path>
              </a:pathLst>
            </a:custGeom>
            <a:solidFill>
              <a:srgbClr val="2AA1D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152" name="Google Shape;152;p2"/>
            <p:cNvSpPr/>
            <p:nvPr/>
          </p:nvSpPr>
          <p:spPr>
            <a:xfrm>
              <a:off x="2872500" y="2345050"/>
              <a:ext cx="611575" cy="672050"/>
            </a:xfrm>
            <a:custGeom>
              <a:rect b="b" l="l" r="r" t="t"/>
              <a:pathLst>
                <a:path extrusionOk="0" h="26882" w="24463">
                  <a:moveTo>
                    <a:pt x="538" y="1"/>
                  </a:moveTo>
                  <a:lnTo>
                    <a:pt x="0" y="269"/>
                  </a:lnTo>
                  <a:lnTo>
                    <a:pt x="5377" y="9409"/>
                  </a:lnTo>
                  <a:lnTo>
                    <a:pt x="22715" y="26882"/>
                  </a:lnTo>
                  <a:lnTo>
                    <a:pt x="24462" y="23925"/>
                  </a:lnTo>
                  <a:lnTo>
                    <a:pt x="538" y="1"/>
                  </a:lnTo>
                  <a:close/>
                </a:path>
              </a:pathLst>
            </a:custGeom>
            <a:solidFill>
              <a:srgbClr val="2AA1D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153" name="Google Shape;153;p2"/>
            <p:cNvSpPr/>
            <p:nvPr/>
          </p:nvSpPr>
          <p:spPr>
            <a:xfrm>
              <a:off x="2741450" y="2113200"/>
              <a:ext cx="779575" cy="843425"/>
            </a:xfrm>
            <a:custGeom>
              <a:rect b="b" l="l" r="r" t="t"/>
              <a:pathLst>
                <a:path extrusionOk="0" h="33737" w="31183">
                  <a:moveTo>
                    <a:pt x="404" y="0"/>
                  </a:moveTo>
                  <a:lnTo>
                    <a:pt x="0" y="404"/>
                  </a:lnTo>
                  <a:lnTo>
                    <a:pt x="5242" y="9543"/>
                  </a:lnTo>
                  <a:lnTo>
                    <a:pt x="29436" y="33736"/>
                  </a:lnTo>
                  <a:lnTo>
                    <a:pt x="31183" y="30780"/>
                  </a:lnTo>
                  <a:lnTo>
                    <a:pt x="404" y="0"/>
                  </a:lnTo>
                  <a:close/>
                </a:path>
              </a:pathLst>
            </a:custGeom>
            <a:solidFill>
              <a:srgbClr val="2B9FDE"/>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154" name="Google Shape;154;p2"/>
            <p:cNvSpPr/>
            <p:nvPr/>
          </p:nvSpPr>
          <p:spPr>
            <a:xfrm>
              <a:off x="1951800" y="1431100"/>
              <a:ext cx="433500" cy="319225"/>
            </a:xfrm>
            <a:custGeom>
              <a:rect b="b" l="l" r="r" t="t"/>
              <a:pathLst>
                <a:path extrusionOk="0" h="12769" w="17340">
                  <a:moveTo>
                    <a:pt x="1" y="0"/>
                  </a:moveTo>
                  <a:lnTo>
                    <a:pt x="12769" y="12769"/>
                  </a:lnTo>
                  <a:lnTo>
                    <a:pt x="17339" y="12769"/>
                  </a:lnTo>
                  <a:lnTo>
                    <a:pt x="4705" y="0"/>
                  </a:lnTo>
                  <a:close/>
                </a:path>
              </a:pathLst>
            </a:custGeom>
            <a:solidFill>
              <a:srgbClr val="2B9FDE"/>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155" name="Google Shape;155;p2"/>
            <p:cNvSpPr/>
            <p:nvPr/>
          </p:nvSpPr>
          <p:spPr>
            <a:xfrm>
              <a:off x="2049250" y="1431100"/>
              <a:ext cx="433500" cy="319225"/>
            </a:xfrm>
            <a:custGeom>
              <a:rect b="b" l="l" r="r" t="t"/>
              <a:pathLst>
                <a:path extrusionOk="0" h="12769" w="17340">
                  <a:moveTo>
                    <a:pt x="1" y="0"/>
                  </a:moveTo>
                  <a:lnTo>
                    <a:pt x="12769" y="12769"/>
                  </a:lnTo>
                  <a:lnTo>
                    <a:pt x="17339" y="12769"/>
                  </a:lnTo>
                  <a:lnTo>
                    <a:pt x="4705" y="0"/>
                  </a:lnTo>
                  <a:close/>
                </a:path>
              </a:pathLst>
            </a:custGeom>
            <a:solidFill>
              <a:srgbClr val="2C9DDE"/>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156" name="Google Shape;156;p2"/>
            <p:cNvSpPr/>
            <p:nvPr/>
          </p:nvSpPr>
          <p:spPr>
            <a:xfrm>
              <a:off x="2610400" y="1884700"/>
              <a:ext cx="924075" cy="1008075"/>
            </a:xfrm>
            <a:custGeom>
              <a:rect b="b" l="l" r="r" t="t"/>
              <a:pathLst>
                <a:path extrusionOk="0" h="40323" w="36963">
                  <a:moveTo>
                    <a:pt x="404" y="1"/>
                  </a:moveTo>
                  <a:lnTo>
                    <a:pt x="1" y="270"/>
                  </a:lnTo>
                  <a:lnTo>
                    <a:pt x="5242" y="9544"/>
                  </a:lnTo>
                  <a:lnTo>
                    <a:pt x="36022" y="40323"/>
                  </a:lnTo>
                  <a:lnTo>
                    <a:pt x="36963" y="38979"/>
                  </a:lnTo>
                  <a:lnTo>
                    <a:pt x="33737" y="33334"/>
                  </a:lnTo>
                  <a:lnTo>
                    <a:pt x="404" y="1"/>
                  </a:lnTo>
                  <a:close/>
                </a:path>
              </a:pathLst>
            </a:custGeom>
            <a:solidFill>
              <a:srgbClr val="2C9DDE"/>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157" name="Google Shape;157;p2"/>
            <p:cNvSpPr/>
            <p:nvPr/>
          </p:nvSpPr>
          <p:spPr>
            <a:xfrm>
              <a:off x="2146700" y="1431100"/>
              <a:ext cx="1307125" cy="1297025"/>
            </a:xfrm>
            <a:custGeom>
              <a:rect b="b" l="l" r="r" t="t"/>
              <a:pathLst>
                <a:path extrusionOk="0" h="51881" w="52285">
                  <a:moveTo>
                    <a:pt x="0" y="0"/>
                  </a:moveTo>
                  <a:lnTo>
                    <a:pt x="12769" y="12769"/>
                  </a:lnTo>
                  <a:lnTo>
                    <a:pt x="15188" y="12769"/>
                  </a:lnTo>
                  <a:lnTo>
                    <a:pt x="18549" y="18548"/>
                  </a:lnTo>
                  <a:lnTo>
                    <a:pt x="51882" y="51881"/>
                  </a:lnTo>
                  <a:lnTo>
                    <a:pt x="52285" y="51478"/>
                  </a:lnTo>
                  <a:lnTo>
                    <a:pt x="46909" y="42338"/>
                  </a:lnTo>
                  <a:lnTo>
                    <a:pt x="4570" y="0"/>
                  </a:lnTo>
                  <a:close/>
                </a:path>
              </a:pathLst>
            </a:custGeom>
            <a:solidFill>
              <a:srgbClr val="2D9CD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158" name="Google Shape;158;p2"/>
            <p:cNvSpPr/>
            <p:nvPr/>
          </p:nvSpPr>
          <p:spPr>
            <a:xfrm>
              <a:off x="2244150" y="1431100"/>
              <a:ext cx="1075275" cy="1065175"/>
            </a:xfrm>
            <a:custGeom>
              <a:rect b="b" l="l" r="r" t="t"/>
              <a:pathLst>
                <a:path extrusionOk="0" h="42607" w="43011">
                  <a:moveTo>
                    <a:pt x="0" y="0"/>
                  </a:moveTo>
                  <a:lnTo>
                    <a:pt x="42607" y="42607"/>
                  </a:lnTo>
                  <a:lnTo>
                    <a:pt x="43011" y="42338"/>
                  </a:lnTo>
                  <a:lnTo>
                    <a:pt x="37769" y="33064"/>
                  </a:lnTo>
                  <a:lnTo>
                    <a:pt x="4570" y="0"/>
                  </a:lnTo>
                  <a:close/>
                </a:path>
              </a:pathLst>
            </a:custGeom>
            <a:solidFill>
              <a:srgbClr val="2F9AE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159" name="Google Shape;159;p2"/>
            <p:cNvSpPr/>
            <p:nvPr/>
          </p:nvSpPr>
          <p:spPr>
            <a:xfrm>
              <a:off x="2341575" y="1431100"/>
              <a:ext cx="846800" cy="836700"/>
            </a:xfrm>
            <a:custGeom>
              <a:rect b="b" l="l" r="r" t="t"/>
              <a:pathLst>
                <a:path extrusionOk="0" h="33468" w="33872">
                  <a:moveTo>
                    <a:pt x="1" y="0"/>
                  </a:moveTo>
                  <a:lnTo>
                    <a:pt x="33468" y="33467"/>
                  </a:lnTo>
                  <a:lnTo>
                    <a:pt x="33872" y="33198"/>
                  </a:lnTo>
                  <a:lnTo>
                    <a:pt x="28495" y="23924"/>
                  </a:lnTo>
                  <a:lnTo>
                    <a:pt x="4571" y="0"/>
                  </a:lnTo>
                  <a:close/>
                </a:path>
              </a:pathLst>
            </a:custGeom>
            <a:solidFill>
              <a:srgbClr val="3098E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160" name="Google Shape;160;p2"/>
            <p:cNvSpPr/>
            <p:nvPr/>
          </p:nvSpPr>
          <p:spPr>
            <a:xfrm>
              <a:off x="2439025" y="1431100"/>
              <a:ext cx="618300" cy="608200"/>
            </a:xfrm>
            <a:custGeom>
              <a:rect b="b" l="l" r="r" t="t"/>
              <a:pathLst>
                <a:path extrusionOk="0" h="24328" w="24732">
                  <a:moveTo>
                    <a:pt x="1" y="0"/>
                  </a:moveTo>
                  <a:lnTo>
                    <a:pt x="24194" y="24328"/>
                  </a:lnTo>
                  <a:lnTo>
                    <a:pt x="24732" y="23924"/>
                  </a:lnTo>
                  <a:lnTo>
                    <a:pt x="19355" y="14785"/>
                  </a:lnTo>
                  <a:lnTo>
                    <a:pt x="4571" y="0"/>
                  </a:lnTo>
                  <a:close/>
                </a:path>
              </a:pathLst>
            </a:custGeom>
            <a:solidFill>
              <a:srgbClr val="3196E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161" name="Google Shape;161;p2"/>
            <p:cNvSpPr/>
            <p:nvPr/>
          </p:nvSpPr>
          <p:spPr>
            <a:xfrm>
              <a:off x="2533125" y="1431100"/>
              <a:ext cx="389800" cy="376350"/>
            </a:xfrm>
            <a:custGeom>
              <a:rect b="b" l="l" r="r" t="t"/>
              <a:pathLst>
                <a:path extrusionOk="0" h="15054" w="15592">
                  <a:moveTo>
                    <a:pt x="0" y="0"/>
                  </a:moveTo>
                  <a:lnTo>
                    <a:pt x="15188" y="15054"/>
                  </a:lnTo>
                  <a:lnTo>
                    <a:pt x="15591" y="14785"/>
                  </a:lnTo>
                  <a:lnTo>
                    <a:pt x="10350" y="5645"/>
                  </a:lnTo>
                  <a:lnTo>
                    <a:pt x="4704" y="0"/>
                  </a:lnTo>
                  <a:close/>
                </a:path>
              </a:pathLst>
            </a:custGeom>
            <a:solidFill>
              <a:srgbClr val="3295E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162" name="Google Shape;162;p2"/>
            <p:cNvSpPr/>
            <p:nvPr/>
          </p:nvSpPr>
          <p:spPr>
            <a:xfrm>
              <a:off x="2630575" y="1431100"/>
              <a:ext cx="161300" cy="147850"/>
            </a:xfrm>
            <a:custGeom>
              <a:rect b="b" l="l" r="r" t="t"/>
              <a:pathLst>
                <a:path extrusionOk="0" h="5914" w="6452">
                  <a:moveTo>
                    <a:pt x="0" y="0"/>
                  </a:moveTo>
                  <a:lnTo>
                    <a:pt x="6048" y="5914"/>
                  </a:lnTo>
                  <a:lnTo>
                    <a:pt x="6452" y="5645"/>
                  </a:lnTo>
                  <a:lnTo>
                    <a:pt x="3226" y="0"/>
                  </a:lnTo>
                  <a:close/>
                </a:path>
              </a:pathLst>
            </a:custGeom>
            <a:solidFill>
              <a:srgbClr val="3393E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grpSp>
      <p:sp>
        <p:nvSpPr>
          <p:cNvPr id="163" name="Google Shape;163;p2"/>
          <p:cNvSpPr/>
          <p:nvPr/>
        </p:nvSpPr>
        <p:spPr>
          <a:xfrm flipH="1" rot="10800000">
            <a:off x="5010533" y="4576648"/>
            <a:ext cx="1032900" cy="894600"/>
          </a:xfrm>
          <a:prstGeom prst="hexagon">
            <a:avLst>
              <a:gd fmla="val 28678" name="adj"/>
              <a:gd fmla="val 115470" name="vf"/>
            </a:avLst>
          </a:prstGeom>
          <a:noFill/>
          <a:ln cap="flat" cmpd="sng" w="19050">
            <a:solidFill>
              <a:srgbClr val="184769"/>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164" name="Google Shape;164;p2"/>
          <p:cNvSpPr/>
          <p:nvPr/>
        </p:nvSpPr>
        <p:spPr>
          <a:xfrm flipH="1" rot="10800000">
            <a:off x="5133679" y="4056450"/>
            <a:ext cx="540000" cy="467400"/>
          </a:xfrm>
          <a:prstGeom prst="hexagon">
            <a:avLst>
              <a:gd fmla="val 28678" name="adj"/>
              <a:gd fmla="val 115470" name="vf"/>
            </a:avLst>
          </a:prstGeom>
          <a:solidFill>
            <a:srgbClr val="3292E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165" name="Google Shape;165;p2"/>
          <p:cNvSpPr/>
          <p:nvPr/>
        </p:nvSpPr>
        <p:spPr>
          <a:xfrm flipH="1" rot="10800000">
            <a:off x="3101709" y="3629719"/>
            <a:ext cx="1032900" cy="894000"/>
          </a:xfrm>
          <a:prstGeom prst="hexagon">
            <a:avLst>
              <a:gd fmla="val 28678" name="adj"/>
              <a:gd fmla="val 115470" name="vf"/>
            </a:avLst>
          </a:prstGeom>
          <a:solidFill>
            <a:srgbClr val="184769"/>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166" name="Google Shape;166;p2"/>
          <p:cNvSpPr/>
          <p:nvPr/>
        </p:nvSpPr>
        <p:spPr>
          <a:xfrm flipH="1" rot="10800000">
            <a:off x="3530384" y="4576662"/>
            <a:ext cx="452100" cy="391200"/>
          </a:xfrm>
          <a:prstGeom prst="hexagon">
            <a:avLst>
              <a:gd fmla="val 28678" name="adj"/>
              <a:gd fmla="val 115470" name="vf"/>
            </a:avLst>
          </a:prstGeom>
          <a:noFill/>
          <a:ln cap="flat" cmpd="sng" w="19050">
            <a:solidFill>
              <a:srgbClr val="00E1C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167" name="Google Shape;167;p2"/>
          <p:cNvSpPr/>
          <p:nvPr/>
        </p:nvSpPr>
        <p:spPr>
          <a:xfrm>
            <a:off x="5370705" y="4867761"/>
            <a:ext cx="312503" cy="312484"/>
          </a:xfrm>
          <a:custGeom>
            <a:rect b="b" l="l" r="r" t="t"/>
            <a:pathLst>
              <a:path extrusionOk="0" h="16999" w="17000">
                <a:moveTo>
                  <a:pt x="8769" y="5740"/>
                </a:moveTo>
                <a:lnTo>
                  <a:pt x="9037" y="5788"/>
                </a:lnTo>
                <a:lnTo>
                  <a:pt x="9282" y="5862"/>
                </a:lnTo>
                <a:lnTo>
                  <a:pt x="9550" y="5935"/>
                </a:lnTo>
                <a:lnTo>
                  <a:pt x="9794" y="6057"/>
                </a:lnTo>
                <a:lnTo>
                  <a:pt x="10014" y="6204"/>
                </a:lnTo>
                <a:lnTo>
                  <a:pt x="10234" y="6350"/>
                </a:lnTo>
                <a:lnTo>
                  <a:pt x="10454" y="6546"/>
                </a:lnTo>
                <a:lnTo>
                  <a:pt x="10649" y="6765"/>
                </a:lnTo>
                <a:lnTo>
                  <a:pt x="10796" y="6985"/>
                </a:lnTo>
                <a:lnTo>
                  <a:pt x="10942" y="7205"/>
                </a:lnTo>
                <a:lnTo>
                  <a:pt x="11064" y="7449"/>
                </a:lnTo>
                <a:lnTo>
                  <a:pt x="11138" y="7718"/>
                </a:lnTo>
                <a:lnTo>
                  <a:pt x="11211" y="7962"/>
                </a:lnTo>
                <a:lnTo>
                  <a:pt x="11260" y="8231"/>
                </a:lnTo>
                <a:lnTo>
                  <a:pt x="11260" y="8499"/>
                </a:lnTo>
                <a:lnTo>
                  <a:pt x="11260" y="8768"/>
                </a:lnTo>
                <a:lnTo>
                  <a:pt x="11211" y="9037"/>
                </a:lnTo>
                <a:lnTo>
                  <a:pt x="11138" y="9281"/>
                </a:lnTo>
                <a:lnTo>
                  <a:pt x="11064" y="9550"/>
                </a:lnTo>
                <a:lnTo>
                  <a:pt x="10942" y="9794"/>
                </a:lnTo>
                <a:lnTo>
                  <a:pt x="10796" y="10014"/>
                </a:lnTo>
                <a:lnTo>
                  <a:pt x="10649" y="10233"/>
                </a:lnTo>
                <a:lnTo>
                  <a:pt x="10454" y="10453"/>
                </a:lnTo>
                <a:lnTo>
                  <a:pt x="10234" y="10649"/>
                </a:lnTo>
                <a:lnTo>
                  <a:pt x="10014" y="10795"/>
                </a:lnTo>
                <a:lnTo>
                  <a:pt x="9794" y="10942"/>
                </a:lnTo>
                <a:lnTo>
                  <a:pt x="9550" y="11064"/>
                </a:lnTo>
                <a:lnTo>
                  <a:pt x="9282" y="11137"/>
                </a:lnTo>
                <a:lnTo>
                  <a:pt x="9037" y="11210"/>
                </a:lnTo>
                <a:lnTo>
                  <a:pt x="8769" y="11259"/>
                </a:lnTo>
                <a:lnTo>
                  <a:pt x="8231" y="11259"/>
                </a:lnTo>
                <a:lnTo>
                  <a:pt x="7963" y="11210"/>
                </a:lnTo>
                <a:lnTo>
                  <a:pt x="7719" y="11137"/>
                </a:lnTo>
                <a:lnTo>
                  <a:pt x="7450" y="11064"/>
                </a:lnTo>
                <a:lnTo>
                  <a:pt x="7206" y="10942"/>
                </a:lnTo>
                <a:lnTo>
                  <a:pt x="6986" y="10795"/>
                </a:lnTo>
                <a:lnTo>
                  <a:pt x="6766" y="10649"/>
                </a:lnTo>
                <a:lnTo>
                  <a:pt x="6546" y="10453"/>
                </a:lnTo>
                <a:lnTo>
                  <a:pt x="6351" y="10233"/>
                </a:lnTo>
                <a:lnTo>
                  <a:pt x="6204" y="10014"/>
                </a:lnTo>
                <a:lnTo>
                  <a:pt x="6058" y="9794"/>
                </a:lnTo>
                <a:lnTo>
                  <a:pt x="5936" y="9550"/>
                </a:lnTo>
                <a:lnTo>
                  <a:pt x="5862" y="9281"/>
                </a:lnTo>
                <a:lnTo>
                  <a:pt x="5789" y="9037"/>
                </a:lnTo>
                <a:lnTo>
                  <a:pt x="5740" y="8768"/>
                </a:lnTo>
                <a:lnTo>
                  <a:pt x="5740" y="8499"/>
                </a:lnTo>
                <a:lnTo>
                  <a:pt x="5740" y="8231"/>
                </a:lnTo>
                <a:lnTo>
                  <a:pt x="5789" y="7962"/>
                </a:lnTo>
                <a:lnTo>
                  <a:pt x="5862" y="7718"/>
                </a:lnTo>
                <a:lnTo>
                  <a:pt x="5936" y="7449"/>
                </a:lnTo>
                <a:lnTo>
                  <a:pt x="6058" y="7205"/>
                </a:lnTo>
                <a:lnTo>
                  <a:pt x="6204" y="6985"/>
                </a:lnTo>
                <a:lnTo>
                  <a:pt x="6351" y="6765"/>
                </a:lnTo>
                <a:lnTo>
                  <a:pt x="6546" y="6546"/>
                </a:lnTo>
                <a:lnTo>
                  <a:pt x="6766" y="6350"/>
                </a:lnTo>
                <a:lnTo>
                  <a:pt x="6986" y="6204"/>
                </a:lnTo>
                <a:lnTo>
                  <a:pt x="7206" y="6057"/>
                </a:lnTo>
                <a:lnTo>
                  <a:pt x="7450" y="5935"/>
                </a:lnTo>
                <a:lnTo>
                  <a:pt x="7719" y="5862"/>
                </a:lnTo>
                <a:lnTo>
                  <a:pt x="7963" y="5788"/>
                </a:lnTo>
                <a:lnTo>
                  <a:pt x="8231" y="5740"/>
                </a:lnTo>
                <a:close/>
                <a:moveTo>
                  <a:pt x="7914" y="0"/>
                </a:moveTo>
                <a:lnTo>
                  <a:pt x="7743" y="25"/>
                </a:lnTo>
                <a:lnTo>
                  <a:pt x="7596" y="73"/>
                </a:lnTo>
                <a:lnTo>
                  <a:pt x="7474" y="147"/>
                </a:lnTo>
                <a:lnTo>
                  <a:pt x="7328" y="244"/>
                </a:lnTo>
                <a:lnTo>
                  <a:pt x="7230" y="342"/>
                </a:lnTo>
                <a:lnTo>
                  <a:pt x="7132" y="489"/>
                </a:lnTo>
                <a:lnTo>
                  <a:pt x="7084" y="635"/>
                </a:lnTo>
                <a:lnTo>
                  <a:pt x="7035" y="782"/>
                </a:lnTo>
                <a:lnTo>
                  <a:pt x="6839" y="2540"/>
                </a:lnTo>
                <a:lnTo>
                  <a:pt x="6497" y="2638"/>
                </a:lnTo>
                <a:lnTo>
                  <a:pt x="6131" y="2784"/>
                </a:lnTo>
                <a:lnTo>
                  <a:pt x="5789" y="2931"/>
                </a:lnTo>
                <a:lnTo>
                  <a:pt x="5447" y="3102"/>
                </a:lnTo>
                <a:lnTo>
                  <a:pt x="4079" y="2027"/>
                </a:lnTo>
                <a:lnTo>
                  <a:pt x="3933" y="1930"/>
                </a:lnTo>
                <a:lnTo>
                  <a:pt x="3786" y="1881"/>
                </a:lnTo>
                <a:lnTo>
                  <a:pt x="3640" y="1832"/>
                </a:lnTo>
                <a:lnTo>
                  <a:pt x="3493" y="1832"/>
                </a:lnTo>
                <a:lnTo>
                  <a:pt x="3322" y="1856"/>
                </a:lnTo>
                <a:lnTo>
                  <a:pt x="3176" y="1905"/>
                </a:lnTo>
                <a:lnTo>
                  <a:pt x="3029" y="1978"/>
                </a:lnTo>
                <a:lnTo>
                  <a:pt x="2907" y="2076"/>
                </a:lnTo>
                <a:lnTo>
                  <a:pt x="2077" y="2907"/>
                </a:lnTo>
                <a:lnTo>
                  <a:pt x="1979" y="3029"/>
                </a:lnTo>
                <a:lnTo>
                  <a:pt x="1906" y="3175"/>
                </a:lnTo>
                <a:lnTo>
                  <a:pt x="1857" y="3322"/>
                </a:lnTo>
                <a:lnTo>
                  <a:pt x="1833" y="3493"/>
                </a:lnTo>
                <a:lnTo>
                  <a:pt x="1833" y="3639"/>
                </a:lnTo>
                <a:lnTo>
                  <a:pt x="1881" y="3786"/>
                </a:lnTo>
                <a:lnTo>
                  <a:pt x="1930" y="3932"/>
                </a:lnTo>
                <a:lnTo>
                  <a:pt x="2028" y="4079"/>
                </a:lnTo>
                <a:lnTo>
                  <a:pt x="3103" y="5447"/>
                </a:lnTo>
                <a:lnTo>
                  <a:pt x="2932" y="5788"/>
                </a:lnTo>
                <a:lnTo>
                  <a:pt x="2785" y="6130"/>
                </a:lnTo>
                <a:lnTo>
                  <a:pt x="2639" y="6497"/>
                </a:lnTo>
                <a:lnTo>
                  <a:pt x="2541" y="6839"/>
                </a:lnTo>
                <a:lnTo>
                  <a:pt x="782" y="7034"/>
                </a:lnTo>
                <a:lnTo>
                  <a:pt x="636" y="7083"/>
                </a:lnTo>
                <a:lnTo>
                  <a:pt x="489" y="7132"/>
                </a:lnTo>
                <a:lnTo>
                  <a:pt x="343" y="7229"/>
                </a:lnTo>
                <a:lnTo>
                  <a:pt x="245" y="7327"/>
                </a:lnTo>
                <a:lnTo>
                  <a:pt x="147" y="7474"/>
                </a:lnTo>
                <a:lnTo>
                  <a:pt x="74" y="7596"/>
                </a:lnTo>
                <a:lnTo>
                  <a:pt x="25" y="7742"/>
                </a:lnTo>
                <a:lnTo>
                  <a:pt x="1" y="7913"/>
                </a:lnTo>
                <a:lnTo>
                  <a:pt x="1" y="9086"/>
                </a:lnTo>
                <a:lnTo>
                  <a:pt x="25" y="9257"/>
                </a:lnTo>
                <a:lnTo>
                  <a:pt x="74" y="9403"/>
                </a:lnTo>
                <a:lnTo>
                  <a:pt x="147" y="9525"/>
                </a:lnTo>
                <a:lnTo>
                  <a:pt x="245" y="9672"/>
                </a:lnTo>
                <a:lnTo>
                  <a:pt x="343" y="9769"/>
                </a:lnTo>
                <a:lnTo>
                  <a:pt x="489" y="9867"/>
                </a:lnTo>
                <a:lnTo>
                  <a:pt x="636" y="9916"/>
                </a:lnTo>
                <a:lnTo>
                  <a:pt x="782" y="9965"/>
                </a:lnTo>
                <a:lnTo>
                  <a:pt x="2541" y="10160"/>
                </a:lnTo>
                <a:lnTo>
                  <a:pt x="2639" y="10502"/>
                </a:lnTo>
                <a:lnTo>
                  <a:pt x="2785" y="10868"/>
                </a:lnTo>
                <a:lnTo>
                  <a:pt x="2932" y="11210"/>
                </a:lnTo>
                <a:lnTo>
                  <a:pt x="3103" y="11552"/>
                </a:lnTo>
                <a:lnTo>
                  <a:pt x="2028" y="12920"/>
                </a:lnTo>
                <a:lnTo>
                  <a:pt x="1930" y="13067"/>
                </a:lnTo>
                <a:lnTo>
                  <a:pt x="1881" y="13213"/>
                </a:lnTo>
                <a:lnTo>
                  <a:pt x="1833" y="13360"/>
                </a:lnTo>
                <a:lnTo>
                  <a:pt x="1833" y="13506"/>
                </a:lnTo>
                <a:lnTo>
                  <a:pt x="1857" y="13677"/>
                </a:lnTo>
                <a:lnTo>
                  <a:pt x="1906" y="13824"/>
                </a:lnTo>
                <a:lnTo>
                  <a:pt x="1979" y="13970"/>
                </a:lnTo>
                <a:lnTo>
                  <a:pt x="2077" y="14092"/>
                </a:lnTo>
                <a:lnTo>
                  <a:pt x="2907" y="14923"/>
                </a:lnTo>
                <a:lnTo>
                  <a:pt x="3029" y="15020"/>
                </a:lnTo>
                <a:lnTo>
                  <a:pt x="3176" y="15094"/>
                </a:lnTo>
                <a:lnTo>
                  <a:pt x="3322" y="15142"/>
                </a:lnTo>
                <a:lnTo>
                  <a:pt x="3493" y="15167"/>
                </a:lnTo>
                <a:lnTo>
                  <a:pt x="3640" y="15167"/>
                </a:lnTo>
                <a:lnTo>
                  <a:pt x="3786" y="15118"/>
                </a:lnTo>
                <a:lnTo>
                  <a:pt x="3933" y="15069"/>
                </a:lnTo>
                <a:lnTo>
                  <a:pt x="4079" y="14996"/>
                </a:lnTo>
                <a:lnTo>
                  <a:pt x="5447" y="13897"/>
                </a:lnTo>
                <a:lnTo>
                  <a:pt x="5789" y="14068"/>
                </a:lnTo>
                <a:lnTo>
                  <a:pt x="6131" y="14214"/>
                </a:lnTo>
                <a:lnTo>
                  <a:pt x="6497" y="14361"/>
                </a:lnTo>
                <a:lnTo>
                  <a:pt x="6839" y="14459"/>
                </a:lnTo>
                <a:lnTo>
                  <a:pt x="7035" y="16217"/>
                </a:lnTo>
                <a:lnTo>
                  <a:pt x="7084" y="16364"/>
                </a:lnTo>
                <a:lnTo>
                  <a:pt x="7132" y="16510"/>
                </a:lnTo>
                <a:lnTo>
                  <a:pt x="7230" y="16657"/>
                </a:lnTo>
                <a:lnTo>
                  <a:pt x="7328" y="16754"/>
                </a:lnTo>
                <a:lnTo>
                  <a:pt x="7474" y="16852"/>
                </a:lnTo>
                <a:lnTo>
                  <a:pt x="7596" y="16925"/>
                </a:lnTo>
                <a:lnTo>
                  <a:pt x="7743" y="16974"/>
                </a:lnTo>
                <a:lnTo>
                  <a:pt x="7914" y="16999"/>
                </a:lnTo>
                <a:lnTo>
                  <a:pt x="9086" y="16999"/>
                </a:lnTo>
                <a:lnTo>
                  <a:pt x="9257" y="16974"/>
                </a:lnTo>
                <a:lnTo>
                  <a:pt x="9404" y="16925"/>
                </a:lnTo>
                <a:lnTo>
                  <a:pt x="9526" y="16852"/>
                </a:lnTo>
                <a:lnTo>
                  <a:pt x="9672" y="16754"/>
                </a:lnTo>
                <a:lnTo>
                  <a:pt x="9770" y="16657"/>
                </a:lnTo>
                <a:lnTo>
                  <a:pt x="9868" y="16510"/>
                </a:lnTo>
                <a:lnTo>
                  <a:pt x="9917" y="16364"/>
                </a:lnTo>
                <a:lnTo>
                  <a:pt x="9965" y="16217"/>
                </a:lnTo>
                <a:lnTo>
                  <a:pt x="10161" y="14459"/>
                </a:lnTo>
                <a:lnTo>
                  <a:pt x="10503" y="14361"/>
                </a:lnTo>
                <a:lnTo>
                  <a:pt x="10869" y="14214"/>
                </a:lnTo>
                <a:lnTo>
                  <a:pt x="11211" y="14068"/>
                </a:lnTo>
                <a:lnTo>
                  <a:pt x="11553" y="13897"/>
                </a:lnTo>
                <a:lnTo>
                  <a:pt x="12921" y="14996"/>
                </a:lnTo>
                <a:lnTo>
                  <a:pt x="13067" y="15069"/>
                </a:lnTo>
                <a:lnTo>
                  <a:pt x="13214" y="15118"/>
                </a:lnTo>
                <a:lnTo>
                  <a:pt x="13360" y="15167"/>
                </a:lnTo>
                <a:lnTo>
                  <a:pt x="13507" y="15167"/>
                </a:lnTo>
                <a:lnTo>
                  <a:pt x="13678" y="15142"/>
                </a:lnTo>
                <a:lnTo>
                  <a:pt x="13824" y="15094"/>
                </a:lnTo>
                <a:lnTo>
                  <a:pt x="13971" y="15020"/>
                </a:lnTo>
                <a:lnTo>
                  <a:pt x="14093" y="14923"/>
                </a:lnTo>
                <a:lnTo>
                  <a:pt x="14923" y="14092"/>
                </a:lnTo>
                <a:lnTo>
                  <a:pt x="15021" y="13970"/>
                </a:lnTo>
                <a:lnTo>
                  <a:pt x="15094" y="13824"/>
                </a:lnTo>
                <a:lnTo>
                  <a:pt x="15143" y="13677"/>
                </a:lnTo>
                <a:lnTo>
                  <a:pt x="15168" y="13506"/>
                </a:lnTo>
                <a:lnTo>
                  <a:pt x="15168" y="13360"/>
                </a:lnTo>
                <a:lnTo>
                  <a:pt x="15119" y="13213"/>
                </a:lnTo>
                <a:lnTo>
                  <a:pt x="15070" y="13067"/>
                </a:lnTo>
                <a:lnTo>
                  <a:pt x="14997" y="12920"/>
                </a:lnTo>
                <a:lnTo>
                  <a:pt x="13898" y="11552"/>
                </a:lnTo>
                <a:lnTo>
                  <a:pt x="14068" y="11210"/>
                </a:lnTo>
                <a:lnTo>
                  <a:pt x="14215" y="10868"/>
                </a:lnTo>
                <a:lnTo>
                  <a:pt x="14362" y="10502"/>
                </a:lnTo>
                <a:lnTo>
                  <a:pt x="14459" y="10160"/>
                </a:lnTo>
                <a:lnTo>
                  <a:pt x="16218" y="9965"/>
                </a:lnTo>
                <a:lnTo>
                  <a:pt x="16364" y="9916"/>
                </a:lnTo>
                <a:lnTo>
                  <a:pt x="16511" y="9867"/>
                </a:lnTo>
                <a:lnTo>
                  <a:pt x="16657" y="9769"/>
                </a:lnTo>
                <a:lnTo>
                  <a:pt x="16755" y="9672"/>
                </a:lnTo>
                <a:lnTo>
                  <a:pt x="16853" y="9525"/>
                </a:lnTo>
                <a:lnTo>
                  <a:pt x="16926" y="9403"/>
                </a:lnTo>
                <a:lnTo>
                  <a:pt x="16975" y="9257"/>
                </a:lnTo>
                <a:lnTo>
                  <a:pt x="16999" y="9086"/>
                </a:lnTo>
                <a:lnTo>
                  <a:pt x="16999" y="7913"/>
                </a:lnTo>
                <a:lnTo>
                  <a:pt x="16975" y="7742"/>
                </a:lnTo>
                <a:lnTo>
                  <a:pt x="16926" y="7596"/>
                </a:lnTo>
                <a:lnTo>
                  <a:pt x="16853" y="7474"/>
                </a:lnTo>
                <a:lnTo>
                  <a:pt x="16755" y="7327"/>
                </a:lnTo>
                <a:lnTo>
                  <a:pt x="16657" y="7229"/>
                </a:lnTo>
                <a:lnTo>
                  <a:pt x="16511" y="7132"/>
                </a:lnTo>
                <a:lnTo>
                  <a:pt x="16364" y="7083"/>
                </a:lnTo>
                <a:lnTo>
                  <a:pt x="16218" y="7034"/>
                </a:lnTo>
                <a:lnTo>
                  <a:pt x="14459" y="6839"/>
                </a:lnTo>
                <a:lnTo>
                  <a:pt x="14362" y="6497"/>
                </a:lnTo>
                <a:lnTo>
                  <a:pt x="14215" y="6130"/>
                </a:lnTo>
                <a:lnTo>
                  <a:pt x="14068" y="5788"/>
                </a:lnTo>
                <a:lnTo>
                  <a:pt x="13898" y="5447"/>
                </a:lnTo>
                <a:lnTo>
                  <a:pt x="14997" y="4079"/>
                </a:lnTo>
                <a:lnTo>
                  <a:pt x="15070" y="3932"/>
                </a:lnTo>
                <a:lnTo>
                  <a:pt x="15119" y="3786"/>
                </a:lnTo>
                <a:lnTo>
                  <a:pt x="15168" y="3639"/>
                </a:lnTo>
                <a:lnTo>
                  <a:pt x="15168" y="3493"/>
                </a:lnTo>
                <a:lnTo>
                  <a:pt x="15143" y="3322"/>
                </a:lnTo>
                <a:lnTo>
                  <a:pt x="15094" y="3175"/>
                </a:lnTo>
                <a:lnTo>
                  <a:pt x="15021" y="3029"/>
                </a:lnTo>
                <a:lnTo>
                  <a:pt x="14923" y="2907"/>
                </a:lnTo>
                <a:lnTo>
                  <a:pt x="14093" y="2076"/>
                </a:lnTo>
                <a:lnTo>
                  <a:pt x="13971" y="1978"/>
                </a:lnTo>
                <a:lnTo>
                  <a:pt x="13824" y="1905"/>
                </a:lnTo>
                <a:lnTo>
                  <a:pt x="13678" y="1856"/>
                </a:lnTo>
                <a:lnTo>
                  <a:pt x="13507" y="1832"/>
                </a:lnTo>
                <a:lnTo>
                  <a:pt x="13360" y="1832"/>
                </a:lnTo>
                <a:lnTo>
                  <a:pt x="13214" y="1881"/>
                </a:lnTo>
                <a:lnTo>
                  <a:pt x="13067" y="1930"/>
                </a:lnTo>
                <a:lnTo>
                  <a:pt x="12921" y="2027"/>
                </a:lnTo>
                <a:lnTo>
                  <a:pt x="11553" y="3102"/>
                </a:lnTo>
                <a:lnTo>
                  <a:pt x="11211" y="2931"/>
                </a:lnTo>
                <a:lnTo>
                  <a:pt x="10869" y="2784"/>
                </a:lnTo>
                <a:lnTo>
                  <a:pt x="10503" y="2638"/>
                </a:lnTo>
                <a:lnTo>
                  <a:pt x="10161" y="2540"/>
                </a:lnTo>
                <a:lnTo>
                  <a:pt x="9965" y="782"/>
                </a:lnTo>
                <a:lnTo>
                  <a:pt x="9917" y="635"/>
                </a:lnTo>
                <a:lnTo>
                  <a:pt x="9868" y="489"/>
                </a:lnTo>
                <a:lnTo>
                  <a:pt x="9770" y="342"/>
                </a:lnTo>
                <a:lnTo>
                  <a:pt x="9672" y="244"/>
                </a:lnTo>
                <a:lnTo>
                  <a:pt x="9526" y="147"/>
                </a:lnTo>
                <a:lnTo>
                  <a:pt x="9404" y="73"/>
                </a:lnTo>
                <a:lnTo>
                  <a:pt x="9257" y="25"/>
                </a:lnTo>
                <a:lnTo>
                  <a:pt x="9086" y="0"/>
                </a:lnTo>
                <a:close/>
              </a:path>
            </a:pathLst>
          </a:custGeom>
          <a:solidFill>
            <a:srgbClr val="184769"/>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grpSp>
        <p:nvGrpSpPr>
          <p:cNvPr id="168" name="Google Shape;168;p2"/>
          <p:cNvGrpSpPr/>
          <p:nvPr/>
        </p:nvGrpSpPr>
        <p:grpSpPr>
          <a:xfrm>
            <a:off x="5772009" y="4056440"/>
            <a:ext cx="573943" cy="550550"/>
            <a:chOff x="5241175" y="4959100"/>
            <a:chExt cx="539775" cy="517775"/>
          </a:xfrm>
        </p:grpSpPr>
        <p:sp>
          <p:nvSpPr>
            <p:cNvPr id="169" name="Google Shape;169;p2"/>
            <p:cNvSpPr/>
            <p:nvPr/>
          </p:nvSpPr>
          <p:spPr>
            <a:xfrm>
              <a:off x="5575150" y="4959100"/>
              <a:ext cx="161225" cy="178300"/>
            </a:xfrm>
            <a:custGeom>
              <a:rect b="b" l="l" r="r" t="t"/>
              <a:pathLst>
                <a:path extrusionOk="0" h="7132" w="6449">
                  <a:moveTo>
                    <a:pt x="4641" y="0"/>
                  </a:moveTo>
                  <a:lnTo>
                    <a:pt x="4470" y="25"/>
                  </a:lnTo>
                  <a:lnTo>
                    <a:pt x="4299" y="49"/>
                  </a:lnTo>
                  <a:lnTo>
                    <a:pt x="4128" y="98"/>
                  </a:lnTo>
                  <a:lnTo>
                    <a:pt x="3957" y="147"/>
                  </a:lnTo>
                  <a:lnTo>
                    <a:pt x="3786" y="220"/>
                  </a:lnTo>
                  <a:lnTo>
                    <a:pt x="3640" y="318"/>
                  </a:lnTo>
                  <a:lnTo>
                    <a:pt x="3517" y="415"/>
                  </a:lnTo>
                  <a:lnTo>
                    <a:pt x="3395" y="538"/>
                  </a:lnTo>
                  <a:lnTo>
                    <a:pt x="3273" y="660"/>
                  </a:lnTo>
                  <a:lnTo>
                    <a:pt x="3175" y="806"/>
                  </a:lnTo>
                  <a:lnTo>
                    <a:pt x="3078" y="953"/>
                  </a:lnTo>
                  <a:lnTo>
                    <a:pt x="3005" y="1099"/>
                  </a:lnTo>
                  <a:lnTo>
                    <a:pt x="2931" y="1270"/>
                  </a:lnTo>
                  <a:lnTo>
                    <a:pt x="2907" y="1441"/>
                  </a:lnTo>
                  <a:lnTo>
                    <a:pt x="2882" y="1612"/>
                  </a:lnTo>
                  <a:lnTo>
                    <a:pt x="2858" y="1808"/>
                  </a:lnTo>
                  <a:lnTo>
                    <a:pt x="2882" y="2076"/>
                  </a:lnTo>
                  <a:lnTo>
                    <a:pt x="2956" y="2345"/>
                  </a:lnTo>
                  <a:lnTo>
                    <a:pt x="3053" y="2589"/>
                  </a:lnTo>
                  <a:lnTo>
                    <a:pt x="3175" y="2809"/>
                  </a:lnTo>
                  <a:lnTo>
                    <a:pt x="0" y="6546"/>
                  </a:lnTo>
                  <a:lnTo>
                    <a:pt x="367" y="6814"/>
                  </a:lnTo>
                  <a:lnTo>
                    <a:pt x="709" y="7132"/>
                  </a:lnTo>
                  <a:lnTo>
                    <a:pt x="3884" y="3419"/>
                  </a:lnTo>
                  <a:lnTo>
                    <a:pt x="4055" y="3493"/>
                  </a:lnTo>
                  <a:lnTo>
                    <a:pt x="4250" y="3542"/>
                  </a:lnTo>
                  <a:lnTo>
                    <a:pt x="4445" y="3566"/>
                  </a:lnTo>
                  <a:lnTo>
                    <a:pt x="4641" y="3590"/>
                  </a:lnTo>
                  <a:lnTo>
                    <a:pt x="4836" y="3566"/>
                  </a:lnTo>
                  <a:lnTo>
                    <a:pt x="5007" y="3542"/>
                  </a:lnTo>
                  <a:lnTo>
                    <a:pt x="5178" y="3517"/>
                  </a:lnTo>
                  <a:lnTo>
                    <a:pt x="5349" y="3444"/>
                  </a:lnTo>
                  <a:lnTo>
                    <a:pt x="5496" y="3371"/>
                  </a:lnTo>
                  <a:lnTo>
                    <a:pt x="5642" y="3273"/>
                  </a:lnTo>
                  <a:lnTo>
                    <a:pt x="5789" y="3175"/>
                  </a:lnTo>
                  <a:lnTo>
                    <a:pt x="5911" y="3053"/>
                  </a:lnTo>
                  <a:lnTo>
                    <a:pt x="6033" y="2931"/>
                  </a:lnTo>
                  <a:lnTo>
                    <a:pt x="6131" y="2809"/>
                  </a:lnTo>
                  <a:lnTo>
                    <a:pt x="6228" y="2638"/>
                  </a:lnTo>
                  <a:lnTo>
                    <a:pt x="6302" y="2491"/>
                  </a:lnTo>
                  <a:lnTo>
                    <a:pt x="6350" y="2320"/>
                  </a:lnTo>
                  <a:lnTo>
                    <a:pt x="6399" y="2149"/>
                  </a:lnTo>
                  <a:lnTo>
                    <a:pt x="6424" y="1979"/>
                  </a:lnTo>
                  <a:lnTo>
                    <a:pt x="6448" y="1808"/>
                  </a:lnTo>
                  <a:lnTo>
                    <a:pt x="6424" y="1612"/>
                  </a:lnTo>
                  <a:lnTo>
                    <a:pt x="6399" y="1441"/>
                  </a:lnTo>
                  <a:lnTo>
                    <a:pt x="6350" y="1270"/>
                  </a:lnTo>
                  <a:lnTo>
                    <a:pt x="6302" y="1099"/>
                  </a:lnTo>
                  <a:lnTo>
                    <a:pt x="6228" y="953"/>
                  </a:lnTo>
                  <a:lnTo>
                    <a:pt x="6131" y="806"/>
                  </a:lnTo>
                  <a:lnTo>
                    <a:pt x="6033" y="660"/>
                  </a:lnTo>
                  <a:lnTo>
                    <a:pt x="5911" y="538"/>
                  </a:lnTo>
                  <a:lnTo>
                    <a:pt x="5789" y="415"/>
                  </a:lnTo>
                  <a:lnTo>
                    <a:pt x="5642" y="318"/>
                  </a:lnTo>
                  <a:lnTo>
                    <a:pt x="5496" y="220"/>
                  </a:lnTo>
                  <a:lnTo>
                    <a:pt x="5349" y="147"/>
                  </a:lnTo>
                  <a:lnTo>
                    <a:pt x="5178" y="98"/>
                  </a:lnTo>
                  <a:lnTo>
                    <a:pt x="5007" y="49"/>
                  </a:lnTo>
                  <a:lnTo>
                    <a:pt x="4836" y="25"/>
                  </a:lnTo>
                  <a:lnTo>
                    <a:pt x="4641" y="0"/>
                  </a:lnTo>
                  <a:close/>
                </a:path>
              </a:pathLst>
            </a:custGeom>
            <a:solidFill>
              <a:srgbClr val="184769"/>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170" name="Google Shape;170;p2"/>
            <p:cNvSpPr/>
            <p:nvPr/>
          </p:nvSpPr>
          <p:spPr>
            <a:xfrm>
              <a:off x="5330925" y="4985350"/>
              <a:ext cx="128250" cy="148400"/>
            </a:xfrm>
            <a:custGeom>
              <a:rect b="b" l="l" r="r" t="t"/>
              <a:pathLst>
                <a:path extrusionOk="0" h="5936" w="5130">
                  <a:moveTo>
                    <a:pt x="1563" y="0"/>
                  </a:moveTo>
                  <a:lnTo>
                    <a:pt x="1392" y="25"/>
                  </a:lnTo>
                  <a:lnTo>
                    <a:pt x="1221" y="74"/>
                  </a:lnTo>
                  <a:lnTo>
                    <a:pt x="1075" y="147"/>
                  </a:lnTo>
                  <a:lnTo>
                    <a:pt x="904" y="220"/>
                  </a:lnTo>
                  <a:lnTo>
                    <a:pt x="757" y="318"/>
                  </a:lnTo>
                  <a:lnTo>
                    <a:pt x="635" y="416"/>
                  </a:lnTo>
                  <a:lnTo>
                    <a:pt x="513" y="538"/>
                  </a:lnTo>
                  <a:lnTo>
                    <a:pt x="391" y="660"/>
                  </a:lnTo>
                  <a:lnTo>
                    <a:pt x="293" y="806"/>
                  </a:lnTo>
                  <a:lnTo>
                    <a:pt x="196" y="953"/>
                  </a:lnTo>
                  <a:lnTo>
                    <a:pt x="122" y="1099"/>
                  </a:lnTo>
                  <a:lnTo>
                    <a:pt x="74" y="1270"/>
                  </a:lnTo>
                  <a:lnTo>
                    <a:pt x="25" y="1466"/>
                  </a:lnTo>
                  <a:lnTo>
                    <a:pt x="0" y="1637"/>
                  </a:lnTo>
                  <a:lnTo>
                    <a:pt x="0" y="1808"/>
                  </a:lnTo>
                  <a:lnTo>
                    <a:pt x="0" y="2003"/>
                  </a:lnTo>
                  <a:lnTo>
                    <a:pt x="25" y="2174"/>
                  </a:lnTo>
                  <a:lnTo>
                    <a:pt x="74" y="2345"/>
                  </a:lnTo>
                  <a:lnTo>
                    <a:pt x="147" y="2492"/>
                  </a:lnTo>
                  <a:lnTo>
                    <a:pt x="220" y="2663"/>
                  </a:lnTo>
                  <a:lnTo>
                    <a:pt x="318" y="2785"/>
                  </a:lnTo>
                  <a:lnTo>
                    <a:pt x="415" y="2931"/>
                  </a:lnTo>
                  <a:lnTo>
                    <a:pt x="538" y="3053"/>
                  </a:lnTo>
                  <a:lnTo>
                    <a:pt x="660" y="3175"/>
                  </a:lnTo>
                  <a:lnTo>
                    <a:pt x="806" y="3273"/>
                  </a:lnTo>
                  <a:lnTo>
                    <a:pt x="953" y="3371"/>
                  </a:lnTo>
                  <a:lnTo>
                    <a:pt x="1099" y="3444"/>
                  </a:lnTo>
                  <a:lnTo>
                    <a:pt x="1270" y="3493"/>
                  </a:lnTo>
                  <a:lnTo>
                    <a:pt x="1466" y="3542"/>
                  </a:lnTo>
                  <a:lnTo>
                    <a:pt x="1710" y="3566"/>
                  </a:lnTo>
                  <a:lnTo>
                    <a:pt x="1979" y="3566"/>
                  </a:lnTo>
                  <a:lnTo>
                    <a:pt x="2223" y="3517"/>
                  </a:lnTo>
                  <a:lnTo>
                    <a:pt x="2467" y="3444"/>
                  </a:lnTo>
                  <a:lnTo>
                    <a:pt x="4396" y="5935"/>
                  </a:lnTo>
                  <a:lnTo>
                    <a:pt x="4738" y="5642"/>
                  </a:lnTo>
                  <a:lnTo>
                    <a:pt x="5129" y="5374"/>
                  </a:lnTo>
                  <a:lnTo>
                    <a:pt x="3200" y="2858"/>
                  </a:lnTo>
                  <a:lnTo>
                    <a:pt x="3322" y="2687"/>
                  </a:lnTo>
                  <a:lnTo>
                    <a:pt x="3419" y="2516"/>
                  </a:lnTo>
                  <a:lnTo>
                    <a:pt x="3493" y="2321"/>
                  </a:lnTo>
                  <a:lnTo>
                    <a:pt x="3542" y="2101"/>
                  </a:lnTo>
                  <a:lnTo>
                    <a:pt x="3566" y="1930"/>
                  </a:lnTo>
                  <a:lnTo>
                    <a:pt x="3566" y="1734"/>
                  </a:lnTo>
                  <a:lnTo>
                    <a:pt x="3566" y="1564"/>
                  </a:lnTo>
                  <a:lnTo>
                    <a:pt x="3517" y="1393"/>
                  </a:lnTo>
                  <a:lnTo>
                    <a:pt x="3468" y="1222"/>
                  </a:lnTo>
                  <a:lnTo>
                    <a:pt x="3419" y="1075"/>
                  </a:lnTo>
                  <a:lnTo>
                    <a:pt x="3346" y="904"/>
                  </a:lnTo>
                  <a:lnTo>
                    <a:pt x="3249" y="758"/>
                  </a:lnTo>
                  <a:lnTo>
                    <a:pt x="3151" y="635"/>
                  </a:lnTo>
                  <a:lnTo>
                    <a:pt x="3029" y="513"/>
                  </a:lnTo>
                  <a:lnTo>
                    <a:pt x="2907" y="391"/>
                  </a:lnTo>
                  <a:lnTo>
                    <a:pt x="2760" y="294"/>
                  </a:lnTo>
                  <a:lnTo>
                    <a:pt x="2614" y="196"/>
                  </a:lnTo>
                  <a:lnTo>
                    <a:pt x="2443" y="123"/>
                  </a:lnTo>
                  <a:lnTo>
                    <a:pt x="2272" y="74"/>
                  </a:lnTo>
                  <a:lnTo>
                    <a:pt x="2101" y="25"/>
                  </a:lnTo>
                  <a:lnTo>
                    <a:pt x="1930" y="0"/>
                  </a:lnTo>
                  <a:close/>
                </a:path>
              </a:pathLst>
            </a:custGeom>
            <a:solidFill>
              <a:srgbClr val="184769"/>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171" name="Google Shape;171;p2"/>
            <p:cNvSpPr/>
            <p:nvPr/>
          </p:nvSpPr>
          <p:spPr>
            <a:xfrm>
              <a:off x="5241175" y="5241175"/>
              <a:ext cx="180125" cy="109325"/>
            </a:xfrm>
            <a:custGeom>
              <a:rect b="b" l="l" r="r" t="t"/>
              <a:pathLst>
                <a:path extrusionOk="0" h="4373" w="7205">
                  <a:moveTo>
                    <a:pt x="6839" y="1"/>
                  </a:moveTo>
                  <a:lnTo>
                    <a:pt x="3224" y="1491"/>
                  </a:lnTo>
                  <a:lnTo>
                    <a:pt x="3102" y="1368"/>
                  </a:lnTo>
                  <a:lnTo>
                    <a:pt x="2980" y="1246"/>
                  </a:lnTo>
                  <a:lnTo>
                    <a:pt x="2858" y="1124"/>
                  </a:lnTo>
                  <a:lnTo>
                    <a:pt x="2687" y="1026"/>
                  </a:lnTo>
                  <a:lnTo>
                    <a:pt x="2540" y="953"/>
                  </a:lnTo>
                  <a:lnTo>
                    <a:pt x="2369" y="880"/>
                  </a:lnTo>
                  <a:lnTo>
                    <a:pt x="2198" y="831"/>
                  </a:lnTo>
                  <a:lnTo>
                    <a:pt x="2027" y="807"/>
                  </a:lnTo>
                  <a:lnTo>
                    <a:pt x="1856" y="782"/>
                  </a:lnTo>
                  <a:lnTo>
                    <a:pt x="1685" y="807"/>
                  </a:lnTo>
                  <a:lnTo>
                    <a:pt x="1514" y="807"/>
                  </a:lnTo>
                  <a:lnTo>
                    <a:pt x="1343" y="856"/>
                  </a:lnTo>
                  <a:lnTo>
                    <a:pt x="1172" y="904"/>
                  </a:lnTo>
                  <a:lnTo>
                    <a:pt x="1026" y="978"/>
                  </a:lnTo>
                  <a:lnTo>
                    <a:pt x="879" y="1051"/>
                  </a:lnTo>
                  <a:lnTo>
                    <a:pt x="733" y="1149"/>
                  </a:lnTo>
                  <a:lnTo>
                    <a:pt x="586" y="1271"/>
                  </a:lnTo>
                  <a:lnTo>
                    <a:pt x="464" y="1393"/>
                  </a:lnTo>
                  <a:lnTo>
                    <a:pt x="342" y="1515"/>
                  </a:lnTo>
                  <a:lnTo>
                    <a:pt x="244" y="1686"/>
                  </a:lnTo>
                  <a:lnTo>
                    <a:pt x="171" y="1832"/>
                  </a:lnTo>
                  <a:lnTo>
                    <a:pt x="98" y="2003"/>
                  </a:lnTo>
                  <a:lnTo>
                    <a:pt x="49" y="2174"/>
                  </a:lnTo>
                  <a:lnTo>
                    <a:pt x="25" y="2345"/>
                  </a:lnTo>
                  <a:lnTo>
                    <a:pt x="0" y="2516"/>
                  </a:lnTo>
                  <a:lnTo>
                    <a:pt x="0" y="2687"/>
                  </a:lnTo>
                  <a:lnTo>
                    <a:pt x="25" y="2858"/>
                  </a:lnTo>
                  <a:lnTo>
                    <a:pt x="73" y="3029"/>
                  </a:lnTo>
                  <a:lnTo>
                    <a:pt x="122" y="3200"/>
                  </a:lnTo>
                  <a:lnTo>
                    <a:pt x="195" y="3347"/>
                  </a:lnTo>
                  <a:lnTo>
                    <a:pt x="269" y="3518"/>
                  </a:lnTo>
                  <a:lnTo>
                    <a:pt x="366" y="3640"/>
                  </a:lnTo>
                  <a:lnTo>
                    <a:pt x="464" y="3786"/>
                  </a:lnTo>
                  <a:lnTo>
                    <a:pt x="611" y="3908"/>
                  </a:lnTo>
                  <a:lnTo>
                    <a:pt x="733" y="4031"/>
                  </a:lnTo>
                  <a:lnTo>
                    <a:pt x="904" y="4128"/>
                  </a:lnTo>
                  <a:lnTo>
                    <a:pt x="1050" y="4201"/>
                  </a:lnTo>
                  <a:lnTo>
                    <a:pt x="1221" y="4275"/>
                  </a:lnTo>
                  <a:lnTo>
                    <a:pt x="1392" y="4324"/>
                  </a:lnTo>
                  <a:lnTo>
                    <a:pt x="1563" y="4348"/>
                  </a:lnTo>
                  <a:lnTo>
                    <a:pt x="1734" y="4372"/>
                  </a:lnTo>
                  <a:lnTo>
                    <a:pt x="1905" y="4372"/>
                  </a:lnTo>
                  <a:lnTo>
                    <a:pt x="2076" y="4348"/>
                  </a:lnTo>
                  <a:lnTo>
                    <a:pt x="2247" y="4299"/>
                  </a:lnTo>
                  <a:lnTo>
                    <a:pt x="2418" y="4250"/>
                  </a:lnTo>
                  <a:lnTo>
                    <a:pt x="2565" y="4201"/>
                  </a:lnTo>
                  <a:lnTo>
                    <a:pt x="2711" y="4104"/>
                  </a:lnTo>
                  <a:lnTo>
                    <a:pt x="2858" y="4006"/>
                  </a:lnTo>
                  <a:lnTo>
                    <a:pt x="3004" y="3908"/>
                  </a:lnTo>
                  <a:lnTo>
                    <a:pt x="3126" y="3786"/>
                  </a:lnTo>
                  <a:lnTo>
                    <a:pt x="3248" y="3640"/>
                  </a:lnTo>
                  <a:lnTo>
                    <a:pt x="3346" y="3493"/>
                  </a:lnTo>
                  <a:lnTo>
                    <a:pt x="3468" y="3200"/>
                  </a:lnTo>
                  <a:lnTo>
                    <a:pt x="3541" y="2931"/>
                  </a:lnTo>
                  <a:lnTo>
                    <a:pt x="3590" y="2638"/>
                  </a:lnTo>
                  <a:lnTo>
                    <a:pt x="3566" y="2345"/>
                  </a:lnTo>
                  <a:lnTo>
                    <a:pt x="7205" y="856"/>
                  </a:lnTo>
                  <a:lnTo>
                    <a:pt x="6985" y="440"/>
                  </a:lnTo>
                  <a:lnTo>
                    <a:pt x="6839" y="1"/>
                  </a:lnTo>
                  <a:close/>
                </a:path>
              </a:pathLst>
            </a:custGeom>
            <a:solidFill>
              <a:srgbClr val="184769"/>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172" name="Google Shape;172;p2"/>
            <p:cNvSpPr/>
            <p:nvPr/>
          </p:nvSpPr>
          <p:spPr>
            <a:xfrm>
              <a:off x="5461575" y="5316900"/>
              <a:ext cx="89175" cy="159975"/>
            </a:xfrm>
            <a:custGeom>
              <a:rect b="b" l="l" r="r" t="t"/>
              <a:pathLst>
                <a:path extrusionOk="0" h="6399" w="3567">
                  <a:moveTo>
                    <a:pt x="1491" y="0"/>
                  </a:moveTo>
                  <a:lnTo>
                    <a:pt x="1393" y="2858"/>
                  </a:lnTo>
                  <a:lnTo>
                    <a:pt x="1198" y="2907"/>
                  </a:lnTo>
                  <a:lnTo>
                    <a:pt x="1002" y="3004"/>
                  </a:lnTo>
                  <a:lnTo>
                    <a:pt x="807" y="3102"/>
                  </a:lnTo>
                  <a:lnTo>
                    <a:pt x="636" y="3224"/>
                  </a:lnTo>
                  <a:lnTo>
                    <a:pt x="489" y="3346"/>
                  </a:lnTo>
                  <a:lnTo>
                    <a:pt x="392" y="3493"/>
                  </a:lnTo>
                  <a:lnTo>
                    <a:pt x="269" y="3639"/>
                  </a:lnTo>
                  <a:lnTo>
                    <a:pt x="196" y="3786"/>
                  </a:lnTo>
                  <a:lnTo>
                    <a:pt x="123" y="3932"/>
                  </a:lnTo>
                  <a:lnTo>
                    <a:pt x="74" y="4103"/>
                  </a:lnTo>
                  <a:lnTo>
                    <a:pt x="25" y="4274"/>
                  </a:lnTo>
                  <a:lnTo>
                    <a:pt x="1" y="4445"/>
                  </a:lnTo>
                  <a:lnTo>
                    <a:pt x="1" y="4616"/>
                  </a:lnTo>
                  <a:lnTo>
                    <a:pt x="1" y="4787"/>
                  </a:lnTo>
                  <a:lnTo>
                    <a:pt x="25" y="4958"/>
                  </a:lnTo>
                  <a:lnTo>
                    <a:pt x="74" y="5129"/>
                  </a:lnTo>
                  <a:lnTo>
                    <a:pt x="123" y="5276"/>
                  </a:lnTo>
                  <a:lnTo>
                    <a:pt x="196" y="5447"/>
                  </a:lnTo>
                  <a:lnTo>
                    <a:pt x="294" y="5593"/>
                  </a:lnTo>
                  <a:lnTo>
                    <a:pt x="416" y="5740"/>
                  </a:lnTo>
                  <a:lnTo>
                    <a:pt x="538" y="5886"/>
                  </a:lnTo>
                  <a:lnTo>
                    <a:pt x="660" y="6008"/>
                  </a:lnTo>
                  <a:lnTo>
                    <a:pt x="807" y="6106"/>
                  </a:lnTo>
                  <a:lnTo>
                    <a:pt x="953" y="6179"/>
                  </a:lnTo>
                  <a:lnTo>
                    <a:pt x="1124" y="6252"/>
                  </a:lnTo>
                  <a:lnTo>
                    <a:pt x="1271" y="6326"/>
                  </a:lnTo>
                  <a:lnTo>
                    <a:pt x="1442" y="6350"/>
                  </a:lnTo>
                  <a:lnTo>
                    <a:pt x="1613" y="6375"/>
                  </a:lnTo>
                  <a:lnTo>
                    <a:pt x="1784" y="6399"/>
                  </a:lnTo>
                  <a:lnTo>
                    <a:pt x="1955" y="6375"/>
                  </a:lnTo>
                  <a:lnTo>
                    <a:pt x="2126" y="6350"/>
                  </a:lnTo>
                  <a:lnTo>
                    <a:pt x="2297" y="6301"/>
                  </a:lnTo>
                  <a:lnTo>
                    <a:pt x="2468" y="6252"/>
                  </a:lnTo>
                  <a:lnTo>
                    <a:pt x="2614" y="6179"/>
                  </a:lnTo>
                  <a:lnTo>
                    <a:pt x="2785" y="6082"/>
                  </a:lnTo>
                  <a:lnTo>
                    <a:pt x="2932" y="5984"/>
                  </a:lnTo>
                  <a:lnTo>
                    <a:pt x="3054" y="5862"/>
                  </a:lnTo>
                  <a:lnTo>
                    <a:pt x="3176" y="5715"/>
                  </a:lnTo>
                  <a:lnTo>
                    <a:pt x="3273" y="5569"/>
                  </a:lnTo>
                  <a:lnTo>
                    <a:pt x="3371" y="5422"/>
                  </a:lnTo>
                  <a:lnTo>
                    <a:pt x="3444" y="5276"/>
                  </a:lnTo>
                  <a:lnTo>
                    <a:pt x="3493" y="5105"/>
                  </a:lnTo>
                  <a:lnTo>
                    <a:pt x="3542" y="4934"/>
                  </a:lnTo>
                  <a:lnTo>
                    <a:pt x="3567" y="4763"/>
                  </a:lnTo>
                  <a:lnTo>
                    <a:pt x="3567" y="4592"/>
                  </a:lnTo>
                  <a:lnTo>
                    <a:pt x="3567" y="4421"/>
                  </a:lnTo>
                  <a:lnTo>
                    <a:pt x="3542" y="4250"/>
                  </a:lnTo>
                  <a:lnTo>
                    <a:pt x="3493" y="4079"/>
                  </a:lnTo>
                  <a:lnTo>
                    <a:pt x="3420" y="3908"/>
                  </a:lnTo>
                  <a:lnTo>
                    <a:pt x="3347" y="3761"/>
                  </a:lnTo>
                  <a:lnTo>
                    <a:pt x="3273" y="3615"/>
                  </a:lnTo>
                  <a:lnTo>
                    <a:pt x="3151" y="3468"/>
                  </a:lnTo>
                  <a:lnTo>
                    <a:pt x="2980" y="3273"/>
                  </a:lnTo>
                  <a:lnTo>
                    <a:pt x="2761" y="3102"/>
                  </a:lnTo>
                  <a:lnTo>
                    <a:pt x="2541" y="2980"/>
                  </a:lnTo>
                  <a:lnTo>
                    <a:pt x="2321" y="2907"/>
                  </a:lnTo>
                  <a:lnTo>
                    <a:pt x="2419" y="25"/>
                  </a:lnTo>
                  <a:lnTo>
                    <a:pt x="2419" y="25"/>
                  </a:lnTo>
                  <a:lnTo>
                    <a:pt x="2126" y="49"/>
                  </a:lnTo>
                  <a:lnTo>
                    <a:pt x="1808" y="25"/>
                  </a:lnTo>
                  <a:lnTo>
                    <a:pt x="1491" y="0"/>
                  </a:lnTo>
                  <a:close/>
                </a:path>
              </a:pathLst>
            </a:custGeom>
            <a:solidFill>
              <a:srgbClr val="184769"/>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173" name="Google Shape;173;p2"/>
            <p:cNvSpPr/>
            <p:nvPr/>
          </p:nvSpPr>
          <p:spPr>
            <a:xfrm>
              <a:off x="5619100" y="5194175"/>
              <a:ext cx="161850" cy="89775"/>
            </a:xfrm>
            <a:custGeom>
              <a:rect b="b" l="l" r="r" t="t"/>
              <a:pathLst>
                <a:path extrusionOk="0" h="3591" w="6474">
                  <a:moveTo>
                    <a:pt x="4592" y="0"/>
                  </a:moveTo>
                  <a:lnTo>
                    <a:pt x="4422" y="25"/>
                  </a:lnTo>
                  <a:lnTo>
                    <a:pt x="4251" y="73"/>
                  </a:lnTo>
                  <a:lnTo>
                    <a:pt x="4080" y="122"/>
                  </a:lnTo>
                  <a:lnTo>
                    <a:pt x="3884" y="196"/>
                  </a:lnTo>
                  <a:lnTo>
                    <a:pt x="3713" y="293"/>
                  </a:lnTo>
                  <a:lnTo>
                    <a:pt x="3567" y="391"/>
                  </a:lnTo>
                  <a:lnTo>
                    <a:pt x="3420" y="513"/>
                  </a:lnTo>
                  <a:lnTo>
                    <a:pt x="3298" y="660"/>
                  </a:lnTo>
                  <a:lnTo>
                    <a:pt x="3200" y="806"/>
                  </a:lnTo>
                  <a:lnTo>
                    <a:pt x="3103" y="953"/>
                  </a:lnTo>
                  <a:lnTo>
                    <a:pt x="3029" y="1124"/>
                  </a:lnTo>
                  <a:lnTo>
                    <a:pt x="99" y="757"/>
                  </a:lnTo>
                  <a:lnTo>
                    <a:pt x="74" y="1221"/>
                  </a:lnTo>
                  <a:lnTo>
                    <a:pt x="1" y="1661"/>
                  </a:lnTo>
                  <a:lnTo>
                    <a:pt x="2907" y="2027"/>
                  </a:lnTo>
                  <a:lnTo>
                    <a:pt x="2932" y="2223"/>
                  </a:lnTo>
                  <a:lnTo>
                    <a:pt x="3005" y="2418"/>
                  </a:lnTo>
                  <a:lnTo>
                    <a:pt x="3078" y="2565"/>
                  </a:lnTo>
                  <a:lnTo>
                    <a:pt x="3152" y="2736"/>
                  </a:lnTo>
                  <a:lnTo>
                    <a:pt x="3249" y="2882"/>
                  </a:lnTo>
                  <a:lnTo>
                    <a:pt x="3371" y="3004"/>
                  </a:lnTo>
                  <a:lnTo>
                    <a:pt x="3493" y="3126"/>
                  </a:lnTo>
                  <a:lnTo>
                    <a:pt x="3616" y="3248"/>
                  </a:lnTo>
                  <a:lnTo>
                    <a:pt x="3762" y="3346"/>
                  </a:lnTo>
                  <a:lnTo>
                    <a:pt x="3909" y="3419"/>
                  </a:lnTo>
                  <a:lnTo>
                    <a:pt x="4080" y="3493"/>
                  </a:lnTo>
                  <a:lnTo>
                    <a:pt x="4251" y="3541"/>
                  </a:lnTo>
                  <a:lnTo>
                    <a:pt x="4422" y="3566"/>
                  </a:lnTo>
                  <a:lnTo>
                    <a:pt x="4592" y="3590"/>
                  </a:lnTo>
                  <a:lnTo>
                    <a:pt x="4763" y="3590"/>
                  </a:lnTo>
                  <a:lnTo>
                    <a:pt x="4934" y="3566"/>
                  </a:lnTo>
                  <a:lnTo>
                    <a:pt x="5105" y="3541"/>
                  </a:lnTo>
                  <a:lnTo>
                    <a:pt x="5276" y="3468"/>
                  </a:lnTo>
                  <a:lnTo>
                    <a:pt x="5447" y="3419"/>
                  </a:lnTo>
                  <a:lnTo>
                    <a:pt x="5618" y="3322"/>
                  </a:lnTo>
                  <a:lnTo>
                    <a:pt x="5765" y="3224"/>
                  </a:lnTo>
                  <a:lnTo>
                    <a:pt x="5887" y="3102"/>
                  </a:lnTo>
                  <a:lnTo>
                    <a:pt x="6009" y="2980"/>
                  </a:lnTo>
                  <a:lnTo>
                    <a:pt x="6131" y="2858"/>
                  </a:lnTo>
                  <a:lnTo>
                    <a:pt x="6204" y="2711"/>
                  </a:lnTo>
                  <a:lnTo>
                    <a:pt x="6302" y="2565"/>
                  </a:lnTo>
                  <a:lnTo>
                    <a:pt x="6351" y="2394"/>
                  </a:lnTo>
                  <a:lnTo>
                    <a:pt x="6400" y="2223"/>
                  </a:lnTo>
                  <a:lnTo>
                    <a:pt x="6449" y="2076"/>
                  </a:lnTo>
                  <a:lnTo>
                    <a:pt x="6473" y="1881"/>
                  </a:lnTo>
                  <a:lnTo>
                    <a:pt x="6473" y="1710"/>
                  </a:lnTo>
                  <a:lnTo>
                    <a:pt x="6449" y="1539"/>
                  </a:lnTo>
                  <a:lnTo>
                    <a:pt x="6424" y="1368"/>
                  </a:lnTo>
                  <a:lnTo>
                    <a:pt x="6351" y="1197"/>
                  </a:lnTo>
                  <a:lnTo>
                    <a:pt x="6278" y="1026"/>
                  </a:lnTo>
                  <a:lnTo>
                    <a:pt x="6204" y="855"/>
                  </a:lnTo>
                  <a:lnTo>
                    <a:pt x="6107" y="708"/>
                  </a:lnTo>
                  <a:lnTo>
                    <a:pt x="5985" y="586"/>
                  </a:lnTo>
                  <a:lnTo>
                    <a:pt x="5862" y="464"/>
                  </a:lnTo>
                  <a:lnTo>
                    <a:pt x="5740" y="342"/>
                  </a:lnTo>
                  <a:lnTo>
                    <a:pt x="5594" y="269"/>
                  </a:lnTo>
                  <a:lnTo>
                    <a:pt x="5447" y="171"/>
                  </a:lnTo>
                  <a:lnTo>
                    <a:pt x="5276" y="122"/>
                  </a:lnTo>
                  <a:lnTo>
                    <a:pt x="5105" y="73"/>
                  </a:lnTo>
                  <a:lnTo>
                    <a:pt x="4934" y="25"/>
                  </a:lnTo>
                  <a:lnTo>
                    <a:pt x="4763" y="25"/>
                  </a:lnTo>
                  <a:lnTo>
                    <a:pt x="4592" y="0"/>
                  </a:lnTo>
                  <a:close/>
                </a:path>
              </a:pathLst>
            </a:custGeom>
            <a:solidFill>
              <a:srgbClr val="184769"/>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174" name="Google Shape;174;p2"/>
            <p:cNvSpPr/>
            <p:nvPr/>
          </p:nvSpPr>
          <p:spPr>
            <a:xfrm>
              <a:off x="5420075" y="5116000"/>
              <a:ext cx="189300" cy="189925"/>
            </a:xfrm>
            <a:custGeom>
              <a:rect b="b" l="l" r="r" t="t"/>
              <a:pathLst>
                <a:path extrusionOk="0" h="7597" w="7572">
                  <a:moveTo>
                    <a:pt x="3786" y="1"/>
                  </a:moveTo>
                  <a:lnTo>
                    <a:pt x="3395" y="25"/>
                  </a:lnTo>
                  <a:lnTo>
                    <a:pt x="3028" y="74"/>
                  </a:lnTo>
                  <a:lnTo>
                    <a:pt x="2662" y="172"/>
                  </a:lnTo>
                  <a:lnTo>
                    <a:pt x="2320" y="294"/>
                  </a:lnTo>
                  <a:lnTo>
                    <a:pt x="1978" y="465"/>
                  </a:lnTo>
                  <a:lnTo>
                    <a:pt x="1661" y="660"/>
                  </a:lnTo>
                  <a:lnTo>
                    <a:pt x="1392" y="880"/>
                  </a:lnTo>
                  <a:lnTo>
                    <a:pt x="1123" y="1124"/>
                  </a:lnTo>
                  <a:lnTo>
                    <a:pt x="879" y="1393"/>
                  </a:lnTo>
                  <a:lnTo>
                    <a:pt x="659" y="1686"/>
                  </a:lnTo>
                  <a:lnTo>
                    <a:pt x="464" y="1979"/>
                  </a:lnTo>
                  <a:lnTo>
                    <a:pt x="293" y="2321"/>
                  </a:lnTo>
                  <a:lnTo>
                    <a:pt x="171" y="2663"/>
                  </a:lnTo>
                  <a:lnTo>
                    <a:pt x="73" y="3029"/>
                  </a:lnTo>
                  <a:lnTo>
                    <a:pt x="24" y="3420"/>
                  </a:lnTo>
                  <a:lnTo>
                    <a:pt x="0" y="3787"/>
                  </a:lnTo>
                  <a:lnTo>
                    <a:pt x="24" y="4177"/>
                  </a:lnTo>
                  <a:lnTo>
                    <a:pt x="73" y="4568"/>
                  </a:lnTo>
                  <a:lnTo>
                    <a:pt x="171" y="4934"/>
                  </a:lnTo>
                  <a:lnTo>
                    <a:pt x="293" y="5276"/>
                  </a:lnTo>
                  <a:lnTo>
                    <a:pt x="464" y="5594"/>
                  </a:lnTo>
                  <a:lnTo>
                    <a:pt x="659" y="5911"/>
                  </a:lnTo>
                  <a:lnTo>
                    <a:pt x="879" y="6204"/>
                  </a:lnTo>
                  <a:lnTo>
                    <a:pt x="1123" y="6473"/>
                  </a:lnTo>
                  <a:lnTo>
                    <a:pt x="1392" y="6717"/>
                  </a:lnTo>
                  <a:lnTo>
                    <a:pt x="1661" y="6937"/>
                  </a:lnTo>
                  <a:lnTo>
                    <a:pt x="1978" y="7133"/>
                  </a:lnTo>
                  <a:lnTo>
                    <a:pt x="2320" y="7279"/>
                  </a:lnTo>
                  <a:lnTo>
                    <a:pt x="2662" y="7426"/>
                  </a:lnTo>
                  <a:lnTo>
                    <a:pt x="3028" y="7499"/>
                  </a:lnTo>
                  <a:lnTo>
                    <a:pt x="3395" y="7572"/>
                  </a:lnTo>
                  <a:lnTo>
                    <a:pt x="3786" y="7597"/>
                  </a:lnTo>
                  <a:lnTo>
                    <a:pt x="4176" y="7572"/>
                  </a:lnTo>
                  <a:lnTo>
                    <a:pt x="4567" y="7499"/>
                  </a:lnTo>
                  <a:lnTo>
                    <a:pt x="4909" y="7426"/>
                  </a:lnTo>
                  <a:lnTo>
                    <a:pt x="5275" y="7279"/>
                  </a:lnTo>
                  <a:lnTo>
                    <a:pt x="5593" y="7133"/>
                  </a:lnTo>
                  <a:lnTo>
                    <a:pt x="5910" y="6937"/>
                  </a:lnTo>
                  <a:lnTo>
                    <a:pt x="6203" y="6717"/>
                  </a:lnTo>
                  <a:lnTo>
                    <a:pt x="6472" y="6473"/>
                  </a:lnTo>
                  <a:lnTo>
                    <a:pt x="6716" y="6204"/>
                  </a:lnTo>
                  <a:lnTo>
                    <a:pt x="6936" y="5911"/>
                  </a:lnTo>
                  <a:lnTo>
                    <a:pt x="7132" y="5594"/>
                  </a:lnTo>
                  <a:lnTo>
                    <a:pt x="7278" y="5276"/>
                  </a:lnTo>
                  <a:lnTo>
                    <a:pt x="7425" y="4934"/>
                  </a:lnTo>
                  <a:lnTo>
                    <a:pt x="7498" y="4568"/>
                  </a:lnTo>
                  <a:lnTo>
                    <a:pt x="7571" y="4177"/>
                  </a:lnTo>
                  <a:lnTo>
                    <a:pt x="7571" y="3787"/>
                  </a:lnTo>
                  <a:lnTo>
                    <a:pt x="7571" y="3420"/>
                  </a:lnTo>
                  <a:lnTo>
                    <a:pt x="7498" y="3029"/>
                  </a:lnTo>
                  <a:lnTo>
                    <a:pt x="7425" y="2663"/>
                  </a:lnTo>
                  <a:lnTo>
                    <a:pt x="7278" y="2321"/>
                  </a:lnTo>
                  <a:lnTo>
                    <a:pt x="7132" y="1979"/>
                  </a:lnTo>
                  <a:lnTo>
                    <a:pt x="6936" y="1686"/>
                  </a:lnTo>
                  <a:lnTo>
                    <a:pt x="6716" y="1393"/>
                  </a:lnTo>
                  <a:lnTo>
                    <a:pt x="6472" y="1124"/>
                  </a:lnTo>
                  <a:lnTo>
                    <a:pt x="6203" y="880"/>
                  </a:lnTo>
                  <a:lnTo>
                    <a:pt x="5910" y="660"/>
                  </a:lnTo>
                  <a:lnTo>
                    <a:pt x="5593" y="465"/>
                  </a:lnTo>
                  <a:lnTo>
                    <a:pt x="5275" y="294"/>
                  </a:lnTo>
                  <a:lnTo>
                    <a:pt x="4909" y="172"/>
                  </a:lnTo>
                  <a:lnTo>
                    <a:pt x="4567" y="74"/>
                  </a:lnTo>
                  <a:lnTo>
                    <a:pt x="4176" y="25"/>
                  </a:lnTo>
                  <a:lnTo>
                    <a:pt x="3786" y="1"/>
                  </a:lnTo>
                  <a:close/>
                </a:path>
              </a:pathLst>
            </a:custGeom>
            <a:solidFill>
              <a:srgbClr val="184769"/>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grpSp>
      <p:sp>
        <p:nvSpPr>
          <p:cNvPr id="175" name="Google Shape;175;p2"/>
          <p:cNvSpPr/>
          <p:nvPr/>
        </p:nvSpPr>
        <p:spPr>
          <a:xfrm>
            <a:off x="3429208" y="3904791"/>
            <a:ext cx="377839" cy="343685"/>
          </a:xfrm>
          <a:custGeom>
            <a:rect b="b" l="l" r="r" t="t"/>
            <a:pathLst>
              <a:path extrusionOk="0" h="14752" w="16218">
                <a:moveTo>
                  <a:pt x="7694" y="0"/>
                </a:moveTo>
                <a:lnTo>
                  <a:pt x="7279" y="25"/>
                </a:lnTo>
                <a:lnTo>
                  <a:pt x="6863" y="74"/>
                </a:lnTo>
                <a:lnTo>
                  <a:pt x="6473" y="123"/>
                </a:lnTo>
                <a:lnTo>
                  <a:pt x="6082" y="196"/>
                </a:lnTo>
                <a:lnTo>
                  <a:pt x="5691" y="293"/>
                </a:lnTo>
                <a:lnTo>
                  <a:pt x="5325" y="416"/>
                </a:lnTo>
                <a:lnTo>
                  <a:pt x="4958" y="538"/>
                </a:lnTo>
                <a:lnTo>
                  <a:pt x="4592" y="660"/>
                </a:lnTo>
                <a:lnTo>
                  <a:pt x="4250" y="831"/>
                </a:lnTo>
                <a:lnTo>
                  <a:pt x="3908" y="977"/>
                </a:lnTo>
                <a:lnTo>
                  <a:pt x="3566" y="1173"/>
                </a:lnTo>
                <a:lnTo>
                  <a:pt x="3249" y="1368"/>
                </a:lnTo>
                <a:lnTo>
                  <a:pt x="2956" y="1563"/>
                </a:lnTo>
                <a:lnTo>
                  <a:pt x="2663" y="1783"/>
                </a:lnTo>
                <a:lnTo>
                  <a:pt x="2370" y="2003"/>
                </a:lnTo>
                <a:lnTo>
                  <a:pt x="2101" y="2247"/>
                </a:lnTo>
                <a:lnTo>
                  <a:pt x="1857" y="2492"/>
                </a:lnTo>
                <a:lnTo>
                  <a:pt x="1612" y="2760"/>
                </a:lnTo>
                <a:lnTo>
                  <a:pt x="1393" y="3029"/>
                </a:lnTo>
                <a:lnTo>
                  <a:pt x="1173" y="3298"/>
                </a:lnTo>
                <a:lnTo>
                  <a:pt x="977" y="3591"/>
                </a:lnTo>
                <a:lnTo>
                  <a:pt x="807" y="3884"/>
                </a:lnTo>
                <a:lnTo>
                  <a:pt x="636" y="4201"/>
                </a:lnTo>
                <a:lnTo>
                  <a:pt x="489" y="4519"/>
                </a:lnTo>
                <a:lnTo>
                  <a:pt x="367" y="4836"/>
                </a:lnTo>
                <a:lnTo>
                  <a:pt x="245" y="5154"/>
                </a:lnTo>
                <a:lnTo>
                  <a:pt x="172" y="5496"/>
                </a:lnTo>
                <a:lnTo>
                  <a:pt x="98" y="5838"/>
                </a:lnTo>
                <a:lnTo>
                  <a:pt x="49" y="6179"/>
                </a:lnTo>
                <a:lnTo>
                  <a:pt x="1" y="6521"/>
                </a:lnTo>
                <a:lnTo>
                  <a:pt x="1" y="6888"/>
                </a:lnTo>
                <a:lnTo>
                  <a:pt x="1" y="7254"/>
                </a:lnTo>
                <a:lnTo>
                  <a:pt x="49" y="7645"/>
                </a:lnTo>
                <a:lnTo>
                  <a:pt x="98" y="8011"/>
                </a:lnTo>
                <a:lnTo>
                  <a:pt x="196" y="8353"/>
                </a:lnTo>
                <a:lnTo>
                  <a:pt x="294" y="8719"/>
                </a:lnTo>
                <a:lnTo>
                  <a:pt x="416" y="9061"/>
                </a:lnTo>
                <a:lnTo>
                  <a:pt x="562" y="9403"/>
                </a:lnTo>
                <a:lnTo>
                  <a:pt x="733" y="9745"/>
                </a:lnTo>
                <a:lnTo>
                  <a:pt x="904" y="10063"/>
                </a:lnTo>
                <a:lnTo>
                  <a:pt x="1100" y="10356"/>
                </a:lnTo>
                <a:lnTo>
                  <a:pt x="1344" y="10673"/>
                </a:lnTo>
                <a:lnTo>
                  <a:pt x="1564" y="10966"/>
                </a:lnTo>
                <a:lnTo>
                  <a:pt x="1832" y="11235"/>
                </a:lnTo>
                <a:lnTo>
                  <a:pt x="2101" y="11504"/>
                </a:lnTo>
                <a:lnTo>
                  <a:pt x="2394" y="11772"/>
                </a:lnTo>
                <a:lnTo>
                  <a:pt x="2687" y="12017"/>
                </a:lnTo>
                <a:lnTo>
                  <a:pt x="2492" y="12383"/>
                </a:lnTo>
                <a:lnTo>
                  <a:pt x="2272" y="12749"/>
                </a:lnTo>
                <a:lnTo>
                  <a:pt x="2028" y="13140"/>
                </a:lnTo>
                <a:lnTo>
                  <a:pt x="1710" y="13506"/>
                </a:lnTo>
                <a:lnTo>
                  <a:pt x="1368" y="13873"/>
                </a:lnTo>
                <a:lnTo>
                  <a:pt x="1173" y="14044"/>
                </a:lnTo>
                <a:lnTo>
                  <a:pt x="953" y="14190"/>
                </a:lnTo>
                <a:lnTo>
                  <a:pt x="733" y="14337"/>
                </a:lnTo>
                <a:lnTo>
                  <a:pt x="513" y="14483"/>
                </a:lnTo>
                <a:lnTo>
                  <a:pt x="269" y="14581"/>
                </a:lnTo>
                <a:lnTo>
                  <a:pt x="1" y="14703"/>
                </a:lnTo>
                <a:lnTo>
                  <a:pt x="123" y="14703"/>
                </a:lnTo>
                <a:lnTo>
                  <a:pt x="489" y="14752"/>
                </a:lnTo>
                <a:lnTo>
                  <a:pt x="1368" y="14752"/>
                </a:lnTo>
                <a:lnTo>
                  <a:pt x="1710" y="14728"/>
                </a:lnTo>
                <a:lnTo>
                  <a:pt x="2101" y="14654"/>
                </a:lnTo>
                <a:lnTo>
                  <a:pt x="2492" y="14581"/>
                </a:lnTo>
                <a:lnTo>
                  <a:pt x="2907" y="14459"/>
                </a:lnTo>
                <a:lnTo>
                  <a:pt x="3322" y="14312"/>
                </a:lnTo>
                <a:lnTo>
                  <a:pt x="3762" y="14117"/>
                </a:lnTo>
                <a:lnTo>
                  <a:pt x="4177" y="13873"/>
                </a:lnTo>
                <a:lnTo>
                  <a:pt x="4592" y="13604"/>
                </a:lnTo>
                <a:lnTo>
                  <a:pt x="4983" y="13238"/>
                </a:lnTo>
                <a:lnTo>
                  <a:pt x="5349" y="13360"/>
                </a:lnTo>
                <a:lnTo>
                  <a:pt x="5716" y="13482"/>
                </a:lnTo>
                <a:lnTo>
                  <a:pt x="6106" y="13555"/>
                </a:lnTo>
                <a:lnTo>
                  <a:pt x="6497" y="13628"/>
                </a:lnTo>
                <a:lnTo>
                  <a:pt x="6888" y="13702"/>
                </a:lnTo>
                <a:lnTo>
                  <a:pt x="7279" y="13751"/>
                </a:lnTo>
                <a:lnTo>
                  <a:pt x="7694" y="13775"/>
                </a:lnTo>
                <a:lnTo>
                  <a:pt x="8524" y="13775"/>
                </a:lnTo>
                <a:lnTo>
                  <a:pt x="8939" y="13751"/>
                </a:lnTo>
                <a:lnTo>
                  <a:pt x="9355" y="13702"/>
                </a:lnTo>
                <a:lnTo>
                  <a:pt x="9745" y="13628"/>
                </a:lnTo>
                <a:lnTo>
                  <a:pt x="10136" y="13555"/>
                </a:lnTo>
                <a:lnTo>
                  <a:pt x="10527" y="13458"/>
                </a:lnTo>
                <a:lnTo>
                  <a:pt x="10893" y="13360"/>
                </a:lnTo>
                <a:lnTo>
                  <a:pt x="11260" y="13238"/>
                </a:lnTo>
                <a:lnTo>
                  <a:pt x="11626" y="13091"/>
                </a:lnTo>
                <a:lnTo>
                  <a:pt x="11968" y="12945"/>
                </a:lnTo>
                <a:lnTo>
                  <a:pt x="12310" y="12774"/>
                </a:lnTo>
                <a:lnTo>
                  <a:pt x="12652" y="12603"/>
                </a:lnTo>
                <a:lnTo>
                  <a:pt x="12969" y="12407"/>
                </a:lnTo>
                <a:lnTo>
                  <a:pt x="13262" y="12212"/>
                </a:lnTo>
                <a:lnTo>
                  <a:pt x="13555" y="11992"/>
                </a:lnTo>
                <a:lnTo>
                  <a:pt x="13848" y="11748"/>
                </a:lnTo>
                <a:lnTo>
                  <a:pt x="14117" y="11528"/>
                </a:lnTo>
                <a:lnTo>
                  <a:pt x="14361" y="11259"/>
                </a:lnTo>
                <a:lnTo>
                  <a:pt x="14606" y="11015"/>
                </a:lnTo>
                <a:lnTo>
                  <a:pt x="14825" y="10747"/>
                </a:lnTo>
                <a:lnTo>
                  <a:pt x="15045" y="10453"/>
                </a:lnTo>
                <a:lnTo>
                  <a:pt x="15241" y="10160"/>
                </a:lnTo>
                <a:lnTo>
                  <a:pt x="15412" y="9867"/>
                </a:lnTo>
                <a:lnTo>
                  <a:pt x="15582" y="9574"/>
                </a:lnTo>
                <a:lnTo>
                  <a:pt x="15729" y="9257"/>
                </a:lnTo>
                <a:lnTo>
                  <a:pt x="15851" y="8939"/>
                </a:lnTo>
                <a:lnTo>
                  <a:pt x="15973" y="8597"/>
                </a:lnTo>
                <a:lnTo>
                  <a:pt x="16047" y="8280"/>
                </a:lnTo>
                <a:lnTo>
                  <a:pt x="16120" y="7938"/>
                </a:lnTo>
                <a:lnTo>
                  <a:pt x="16169" y="7596"/>
                </a:lnTo>
                <a:lnTo>
                  <a:pt x="16217" y="7230"/>
                </a:lnTo>
                <a:lnTo>
                  <a:pt x="16217" y="6888"/>
                </a:lnTo>
                <a:lnTo>
                  <a:pt x="16217" y="6521"/>
                </a:lnTo>
                <a:lnTo>
                  <a:pt x="16169" y="6179"/>
                </a:lnTo>
                <a:lnTo>
                  <a:pt x="16120" y="5838"/>
                </a:lnTo>
                <a:lnTo>
                  <a:pt x="16047" y="5496"/>
                </a:lnTo>
                <a:lnTo>
                  <a:pt x="15973" y="5154"/>
                </a:lnTo>
                <a:lnTo>
                  <a:pt x="15851" y="4836"/>
                </a:lnTo>
                <a:lnTo>
                  <a:pt x="15729" y="4519"/>
                </a:lnTo>
                <a:lnTo>
                  <a:pt x="15582" y="4201"/>
                </a:lnTo>
                <a:lnTo>
                  <a:pt x="15412" y="3884"/>
                </a:lnTo>
                <a:lnTo>
                  <a:pt x="15241" y="3591"/>
                </a:lnTo>
                <a:lnTo>
                  <a:pt x="15045" y="3298"/>
                </a:lnTo>
                <a:lnTo>
                  <a:pt x="14825" y="3029"/>
                </a:lnTo>
                <a:lnTo>
                  <a:pt x="14606" y="2760"/>
                </a:lnTo>
                <a:lnTo>
                  <a:pt x="14361" y="2492"/>
                </a:lnTo>
                <a:lnTo>
                  <a:pt x="14117" y="2247"/>
                </a:lnTo>
                <a:lnTo>
                  <a:pt x="13848" y="2003"/>
                </a:lnTo>
                <a:lnTo>
                  <a:pt x="13555" y="1783"/>
                </a:lnTo>
                <a:lnTo>
                  <a:pt x="13262" y="1563"/>
                </a:lnTo>
                <a:lnTo>
                  <a:pt x="12969" y="1368"/>
                </a:lnTo>
                <a:lnTo>
                  <a:pt x="12652" y="1173"/>
                </a:lnTo>
                <a:lnTo>
                  <a:pt x="12310" y="977"/>
                </a:lnTo>
                <a:lnTo>
                  <a:pt x="11968" y="831"/>
                </a:lnTo>
                <a:lnTo>
                  <a:pt x="11626" y="660"/>
                </a:lnTo>
                <a:lnTo>
                  <a:pt x="11260" y="538"/>
                </a:lnTo>
                <a:lnTo>
                  <a:pt x="10893" y="416"/>
                </a:lnTo>
                <a:lnTo>
                  <a:pt x="10527" y="293"/>
                </a:lnTo>
                <a:lnTo>
                  <a:pt x="10136" y="196"/>
                </a:lnTo>
                <a:lnTo>
                  <a:pt x="9745" y="123"/>
                </a:lnTo>
                <a:lnTo>
                  <a:pt x="9355" y="74"/>
                </a:lnTo>
                <a:lnTo>
                  <a:pt x="8939" y="25"/>
                </a:lnTo>
                <a:lnTo>
                  <a:pt x="8524" y="0"/>
                </a:lnTo>
                <a:close/>
              </a:path>
            </a:pathLst>
          </a:custGeom>
          <a:solidFill>
            <a:srgbClr val="3292E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76" name="Shape 176"/>
        <p:cNvGrpSpPr/>
        <p:nvPr/>
      </p:nvGrpSpPr>
      <p:grpSpPr>
        <a:xfrm>
          <a:off x="0" y="0"/>
          <a:ext cx="0" cy="0"/>
          <a:chOff x="0" y="0"/>
          <a:chExt cx="0" cy="0"/>
        </a:xfrm>
      </p:grpSpPr>
      <p:grpSp>
        <p:nvGrpSpPr>
          <p:cNvPr id="177" name="Google Shape;177;p3"/>
          <p:cNvGrpSpPr/>
          <p:nvPr/>
        </p:nvGrpSpPr>
        <p:grpSpPr>
          <a:xfrm flipH="1" rot="10800000">
            <a:off x="316371" y="178888"/>
            <a:ext cx="1088337" cy="942842"/>
            <a:chOff x="4088875" y="1431100"/>
            <a:chExt cx="3293000" cy="2852775"/>
          </a:xfrm>
        </p:grpSpPr>
        <p:sp>
          <p:nvSpPr>
            <p:cNvPr id="178" name="Google Shape;178;p3"/>
            <p:cNvSpPr/>
            <p:nvPr/>
          </p:nvSpPr>
          <p:spPr>
            <a:xfrm>
              <a:off x="4831475" y="4136025"/>
              <a:ext cx="157950" cy="147850"/>
            </a:xfrm>
            <a:custGeom>
              <a:rect b="b" l="l" r="r" t="t"/>
              <a:pathLst>
                <a:path extrusionOk="0" h="5914" w="6318">
                  <a:moveTo>
                    <a:pt x="404" y="0"/>
                  </a:moveTo>
                  <a:lnTo>
                    <a:pt x="1" y="269"/>
                  </a:lnTo>
                  <a:lnTo>
                    <a:pt x="3227" y="5914"/>
                  </a:lnTo>
                  <a:lnTo>
                    <a:pt x="6318" y="5914"/>
                  </a:lnTo>
                  <a:lnTo>
                    <a:pt x="404" y="0"/>
                  </a:lnTo>
                  <a:close/>
                </a:path>
              </a:pathLst>
            </a:custGeom>
            <a:solidFill>
              <a:srgbClr val="00E2C7"/>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179" name="Google Shape;179;p3"/>
            <p:cNvSpPr/>
            <p:nvPr/>
          </p:nvSpPr>
          <p:spPr>
            <a:xfrm>
              <a:off x="4697075" y="3907525"/>
              <a:ext cx="389800" cy="376350"/>
            </a:xfrm>
            <a:custGeom>
              <a:rect b="b" l="l" r="r" t="t"/>
              <a:pathLst>
                <a:path extrusionOk="0" h="15054" w="15592">
                  <a:moveTo>
                    <a:pt x="538" y="0"/>
                  </a:moveTo>
                  <a:lnTo>
                    <a:pt x="1" y="269"/>
                  </a:lnTo>
                  <a:lnTo>
                    <a:pt x="5377" y="9543"/>
                  </a:lnTo>
                  <a:lnTo>
                    <a:pt x="11022" y="15054"/>
                  </a:lnTo>
                  <a:lnTo>
                    <a:pt x="15592" y="15054"/>
                  </a:lnTo>
                  <a:lnTo>
                    <a:pt x="538" y="0"/>
                  </a:lnTo>
                  <a:close/>
                </a:path>
              </a:pathLst>
            </a:custGeom>
            <a:solidFill>
              <a:srgbClr val="01E0C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180" name="Google Shape;180;p3"/>
            <p:cNvSpPr/>
            <p:nvPr/>
          </p:nvSpPr>
          <p:spPr>
            <a:xfrm>
              <a:off x="4566025" y="3675675"/>
              <a:ext cx="618300" cy="608200"/>
            </a:xfrm>
            <a:custGeom>
              <a:rect b="b" l="l" r="r" t="t"/>
              <a:pathLst>
                <a:path extrusionOk="0" h="24328" w="24732">
                  <a:moveTo>
                    <a:pt x="404" y="0"/>
                  </a:moveTo>
                  <a:lnTo>
                    <a:pt x="1" y="404"/>
                  </a:lnTo>
                  <a:lnTo>
                    <a:pt x="5377" y="9543"/>
                  </a:lnTo>
                  <a:lnTo>
                    <a:pt x="20027" y="24328"/>
                  </a:lnTo>
                  <a:lnTo>
                    <a:pt x="24732" y="24328"/>
                  </a:lnTo>
                  <a:lnTo>
                    <a:pt x="404" y="0"/>
                  </a:lnTo>
                  <a:close/>
                </a:path>
              </a:pathLst>
            </a:custGeom>
            <a:solidFill>
              <a:srgbClr val="02DFC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181" name="Google Shape;181;p3"/>
            <p:cNvSpPr/>
            <p:nvPr/>
          </p:nvSpPr>
          <p:spPr>
            <a:xfrm>
              <a:off x="4434975" y="3447175"/>
              <a:ext cx="846800" cy="836700"/>
            </a:xfrm>
            <a:custGeom>
              <a:rect b="b" l="l" r="r" t="t"/>
              <a:pathLst>
                <a:path extrusionOk="0" h="33468" w="33872">
                  <a:moveTo>
                    <a:pt x="404" y="1"/>
                  </a:moveTo>
                  <a:lnTo>
                    <a:pt x="1" y="270"/>
                  </a:lnTo>
                  <a:lnTo>
                    <a:pt x="5243" y="9544"/>
                  </a:lnTo>
                  <a:lnTo>
                    <a:pt x="29167" y="33468"/>
                  </a:lnTo>
                  <a:lnTo>
                    <a:pt x="33871" y="33468"/>
                  </a:lnTo>
                  <a:lnTo>
                    <a:pt x="404" y="1"/>
                  </a:lnTo>
                  <a:close/>
                </a:path>
              </a:pathLst>
            </a:custGeom>
            <a:solidFill>
              <a:srgbClr val="03DDC9"/>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182" name="Google Shape;182;p3"/>
            <p:cNvSpPr/>
            <p:nvPr/>
          </p:nvSpPr>
          <p:spPr>
            <a:xfrm>
              <a:off x="4300575" y="3218700"/>
              <a:ext cx="1078650" cy="1065175"/>
            </a:xfrm>
            <a:custGeom>
              <a:rect b="b" l="l" r="r" t="t"/>
              <a:pathLst>
                <a:path extrusionOk="0" h="42607" w="43146">
                  <a:moveTo>
                    <a:pt x="404" y="0"/>
                  </a:moveTo>
                  <a:lnTo>
                    <a:pt x="0" y="269"/>
                  </a:lnTo>
                  <a:lnTo>
                    <a:pt x="5377" y="9543"/>
                  </a:lnTo>
                  <a:lnTo>
                    <a:pt x="38441" y="42607"/>
                  </a:lnTo>
                  <a:lnTo>
                    <a:pt x="43145" y="42607"/>
                  </a:lnTo>
                  <a:lnTo>
                    <a:pt x="404" y="0"/>
                  </a:lnTo>
                  <a:close/>
                </a:path>
              </a:pathLst>
            </a:custGeom>
            <a:solidFill>
              <a:srgbClr val="04DBC9"/>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183" name="Google Shape;183;p3"/>
            <p:cNvSpPr/>
            <p:nvPr/>
          </p:nvSpPr>
          <p:spPr>
            <a:xfrm>
              <a:off x="4169525" y="2990200"/>
              <a:ext cx="1307150" cy="1293675"/>
            </a:xfrm>
            <a:custGeom>
              <a:rect b="b" l="l" r="r" t="t"/>
              <a:pathLst>
                <a:path extrusionOk="0" h="51747" w="52286">
                  <a:moveTo>
                    <a:pt x="404" y="1"/>
                  </a:moveTo>
                  <a:lnTo>
                    <a:pt x="1" y="269"/>
                  </a:lnTo>
                  <a:lnTo>
                    <a:pt x="5242" y="9409"/>
                  </a:lnTo>
                  <a:lnTo>
                    <a:pt x="47581" y="51747"/>
                  </a:lnTo>
                  <a:lnTo>
                    <a:pt x="52285" y="51747"/>
                  </a:lnTo>
                  <a:lnTo>
                    <a:pt x="404" y="1"/>
                  </a:lnTo>
                  <a:close/>
                </a:path>
              </a:pathLst>
            </a:custGeom>
            <a:solidFill>
              <a:srgbClr val="06D9CA"/>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184" name="Google Shape;184;p3"/>
            <p:cNvSpPr/>
            <p:nvPr/>
          </p:nvSpPr>
          <p:spPr>
            <a:xfrm>
              <a:off x="4088875" y="2822200"/>
              <a:ext cx="1481875" cy="1461675"/>
            </a:xfrm>
            <a:custGeom>
              <a:rect b="b" l="l" r="r" t="t"/>
              <a:pathLst>
                <a:path extrusionOk="0" h="58467" w="59275">
                  <a:moveTo>
                    <a:pt x="807" y="0"/>
                  </a:moveTo>
                  <a:lnTo>
                    <a:pt x="1" y="1479"/>
                  </a:lnTo>
                  <a:lnTo>
                    <a:pt x="3227" y="6989"/>
                  </a:lnTo>
                  <a:lnTo>
                    <a:pt x="54705" y="58467"/>
                  </a:lnTo>
                  <a:lnTo>
                    <a:pt x="59274" y="58467"/>
                  </a:lnTo>
                  <a:lnTo>
                    <a:pt x="807" y="0"/>
                  </a:lnTo>
                  <a:close/>
                </a:path>
              </a:pathLst>
            </a:custGeom>
            <a:solidFill>
              <a:srgbClr val="07D8C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185" name="Google Shape;185;p3"/>
            <p:cNvSpPr/>
            <p:nvPr/>
          </p:nvSpPr>
          <p:spPr>
            <a:xfrm>
              <a:off x="4102325" y="2761700"/>
              <a:ext cx="1565875" cy="1522175"/>
            </a:xfrm>
            <a:custGeom>
              <a:rect b="b" l="l" r="r" t="t"/>
              <a:pathLst>
                <a:path extrusionOk="0" h="60887" w="62635">
                  <a:moveTo>
                    <a:pt x="1748" y="1"/>
                  </a:moveTo>
                  <a:lnTo>
                    <a:pt x="0" y="2823"/>
                  </a:lnTo>
                  <a:lnTo>
                    <a:pt x="58064" y="60887"/>
                  </a:lnTo>
                  <a:lnTo>
                    <a:pt x="62634" y="60887"/>
                  </a:lnTo>
                  <a:lnTo>
                    <a:pt x="1748" y="1"/>
                  </a:lnTo>
                  <a:close/>
                </a:path>
              </a:pathLst>
            </a:custGeom>
            <a:solidFill>
              <a:srgbClr val="08D6C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186" name="Google Shape;186;p3"/>
            <p:cNvSpPr/>
            <p:nvPr/>
          </p:nvSpPr>
          <p:spPr>
            <a:xfrm>
              <a:off x="4139275" y="2697875"/>
              <a:ext cx="1626375" cy="1586000"/>
            </a:xfrm>
            <a:custGeom>
              <a:rect b="b" l="l" r="r" t="t"/>
              <a:pathLst>
                <a:path extrusionOk="0" h="63440" w="65055">
                  <a:moveTo>
                    <a:pt x="1614" y="0"/>
                  </a:moveTo>
                  <a:lnTo>
                    <a:pt x="1" y="2957"/>
                  </a:lnTo>
                  <a:lnTo>
                    <a:pt x="60484" y="63440"/>
                  </a:lnTo>
                  <a:lnTo>
                    <a:pt x="65054" y="63440"/>
                  </a:lnTo>
                  <a:lnTo>
                    <a:pt x="1614" y="0"/>
                  </a:lnTo>
                  <a:close/>
                </a:path>
              </a:pathLst>
            </a:custGeom>
            <a:solidFill>
              <a:srgbClr val="09D4C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187" name="Google Shape;187;p3"/>
            <p:cNvSpPr/>
            <p:nvPr/>
          </p:nvSpPr>
          <p:spPr>
            <a:xfrm>
              <a:off x="4172900" y="2637375"/>
              <a:ext cx="1690175" cy="1646500"/>
            </a:xfrm>
            <a:custGeom>
              <a:rect b="b" l="l" r="r" t="t"/>
              <a:pathLst>
                <a:path extrusionOk="0" h="65860" w="67607">
                  <a:moveTo>
                    <a:pt x="1747" y="1"/>
                  </a:moveTo>
                  <a:lnTo>
                    <a:pt x="0" y="2958"/>
                  </a:lnTo>
                  <a:lnTo>
                    <a:pt x="62903" y="65860"/>
                  </a:lnTo>
                  <a:lnTo>
                    <a:pt x="67607" y="65860"/>
                  </a:lnTo>
                  <a:lnTo>
                    <a:pt x="1747" y="1"/>
                  </a:lnTo>
                  <a:close/>
                </a:path>
              </a:pathLst>
            </a:custGeom>
            <a:solidFill>
              <a:srgbClr val="0AD3C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188" name="Google Shape;188;p3"/>
            <p:cNvSpPr/>
            <p:nvPr/>
          </p:nvSpPr>
          <p:spPr>
            <a:xfrm>
              <a:off x="4209850" y="2576900"/>
              <a:ext cx="1750675" cy="1706975"/>
            </a:xfrm>
            <a:custGeom>
              <a:rect b="b" l="l" r="r" t="t"/>
              <a:pathLst>
                <a:path extrusionOk="0" h="68279" w="70027">
                  <a:moveTo>
                    <a:pt x="1613" y="1"/>
                  </a:moveTo>
                  <a:lnTo>
                    <a:pt x="0" y="2823"/>
                  </a:lnTo>
                  <a:lnTo>
                    <a:pt x="65322" y="68279"/>
                  </a:lnTo>
                  <a:lnTo>
                    <a:pt x="70027" y="68279"/>
                  </a:lnTo>
                  <a:lnTo>
                    <a:pt x="1613" y="1"/>
                  </a:lnTo>
                  <a:close/>
                </a:path>
              </a:pathLst>
            </a:custGeom>
            <a:solidFill>
              <a:srgbClr val="0BD1C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189" name="Google Shape;189;p3"/>
            <p:cNvSpPr/>
            <p:nvPr/>
          </p:nvSpPr>
          <p:spPr>
            <a:xfrm>
              <a:off x="4243450" y="2513050"/>
              <a:ext cx="1814525" cy="1770825"/>
            </a:xfrm>
            <a:custGeom>
              <a:rect b="b" l="l" r="r" t="t"/>
              <a:pathLst>
                <a:path extrusionOk="0" h="70833" w="72581">
                  <a:moveTo>
                    <a:pt x="1748" y="1"/>
                  </a:moveTo>
                  <a:lnTo>
                    <a:pt x="1" y="2958"/>
                  </a:lnTo>
                  <a:lnTo>
                    <a:pt x="67876" y="70833"/>
                  </a:lnTo>
                  <a:lnTo>
                    <a:pt x="72581" y="70833"/>
                  </a:lnTo>
                  <a:lnTo>
                    <a:pt x="1748" y="1"/>
                  </a:lnTo>
                  <a:close/>
                </a:path>
              </a:pathLst>
            </a:custGeom>
            <a:solidFill>
              <a:srgbClr val="0CCFC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190" name="Google Shape;190;p3"/>
            <p:cNvSpPr/>
            <p:nvPr/>
          </p:nvSpPr>
          <p:spPr>
            <a:xfrm>
              <a:off x="4280425" y="2452575"/>
              <a:ext cx="1875000" cy="1831300"/>
            </a:xfrm>
            <a:custGeom>
              <a:rect b="b" l="l" r="r" t="t"/>
              <a:pathLst>
                <a:path extrusionOk="0" h="73252" w="75000">
                  <a:moveTo>
                    <a:pt x="1613" y="1"/>
                  </a:moveTo>
                  <a:lnTo>
                    <a:pt x="0" y="2957"/>
                  </a:lnTo>
                  <a:lnTo>
                    <a:pt x="70295" y="73252"/>
                  </a:lnTo>
                  <a:lnTo>
                    <a:pt x="74999" y="73252"/>
                  </a:lnTo>
                  <a:lnTo>
                    <a:pt x="1613" y="1"/>
                  </a:lnTo>
                  <a:close/>
                </a:path>
              </a:pathLst>
            </a:custGeom>
            <a:solidFill>
              <a:srgbClr val="0DCDCE"/>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191" name="Google Shape;191;p3"/>
            <p:cNvSpPr/>
            <p:nvPr/>
          </p:nvSpPr>
          <p:spPr>
            <a:xfrm>
              <a:off x="4314025" y="2392100"/>
              <a:ext cx="1935475" cy="1891775"/>
            </a:xfrm>
            <a:custGeom>
              <a:rect b="b" l="l" r="r" t="t"/>
              <a:pathLst>
                <a:path extrusionOk="0" h="75671" w="77419">
                  <a:moveTo>
                    <a:pt x="1747" y="0"/>
                  </a:moveTo>
                  <a:lnTo>
                    <a:pt x="0" y="2957"/>
                  </a:lnTo>
                  <a:lnTo>
                    <a:pt x="72849" y="75671"/>
                  </a:lnTo>
                  <a:lnTo>
                    <a:pt x="77419" y="75671"/>
                  </a:lnTo>
                  <a:lnTo>
                    <a:pt x="1747" y="0"/>
                  </a:lnTo>
                  <a:close/>
                </a:path>
              </a:pathLst>
            </a:custGeom>
            <a:solidFill>
              <a:srgbClr val="0ECCC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192" name="Google Shape;192;p3"/>
            <p:cNvSpPr/>
            <p:nvPr/>
          </p:nvSpPr>
          <p:spPr>
            <a:xfrm>
              <a:off x="4350975" y="2328250"/>
              <a:ext cx="1995975" cy="1955625"/>
            </a:xfrm>
            <a:custGeom>
              <a:rect b="b" l="l" r="r" t="t"/>
              <a:pathLst>
                <a:path extrusionOk="0" h="78225" w="79839">
                  <a:moveTo>
                    <a:pt x="1748" y="1"/>
                  </a:moveTo>
                  <a:lnTo>
                    <a:pt x="1" y="2957"/>
                  </a:lnTo>
                  <a:lnTo>
                    <a:pt x="75269" y="78225"/>
                  </a:lnTo>
                  <a:lnTo>
                    <a:pt x="79839" y="78225"/>
                  </a:lnTo>
                  <a:lnTo>
                    <a:pt x="1748" y="1"/>
                  </a:lnTo>
                  <a:close/>
                </a:path>
              </a:pathLst>
            </a:custGeom>
            <a:solidFill>
              <a:srgbClr val="10CAC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193" name="Google Shape;193;p3"/>
            <p:cNvSpPr/>
            <p:nvPr/>
          </p:nvSpPr>
          <p:spPr>
            <a:xfrm>
              <a:off x="4384575" y="2267775"/>
              <a:ext cx="2059825" cy="2016100"/>
            </a:xfrm>
            <a:custGeom>
              <a:rect b="b" l="l" r="r" t="t"/>
              <a:pathLst>
                <a:path extrusionOk="0" h="80644" w="82393">
                  <a:moveTo>
                    <a:pt x="1748" y="0"/>
                  </a:moveTo>
                  <a:lnTo>
                    <a:pt x="1" y="2957"/>
                  </a:lnTo>
                  <a:lnTo>
                    <a:pt x="77823" y="80644"/>
                  </a:lnTo>
                  <a:lnTo>
                    <a:pt x="82392" y="80644"/>
                  </a:lnTo>
                  <a:lnTo>
                    <a:pt x="1748" y="0"/>
                  </a:lnTo>
                  <a:close/>
                </a:path>
              </a:pathLst>
            </a:custGeom>
            <a:solidFill>
              <a:srgbClr val="11C8D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194" name="Google Shape;194;p3"/>
            <p:cNvSpPr/>
            <p:nvPr/>
          </p:nvSpPr>
          <p:spPr>
            <a:xfrm>
              <a:off x="4421550" y="2207275"/>
              <a:ext cx="2120300" cy="2076600"/>
            </a:xfrm>
            <a:custGeom>
              <a:rect b="b" l="l" r="r" t="t"/>
              <a:pathLst>
                <a:path extrusionOk="0" h="83064" w="84812">
                  <a:moveTo>
                    <a:pt x="1747" y="1"/>
                  </a:moveTo>
                  <a:lnTo>
                    <a:pt x="0" y="2958"/>
                  </a:lnTo>
                  <a:lnTo>
                    <a:pt x="80107" y="83064"/>
                  </a:lnTo>
                  <a:lnTo>
                    <a:pt x="84811" y="83064"/>
                  </a:lnTo>
                  <a:lnTo>
                    <a:pt x="1747" y="1"/>
                  </a:lnTo>
                  <a:close/>
                </a:path>
              </a:pathLst>
            </a:custGeom>
            <a:solidFill>
              <a:srgbClr val="12C7D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195" name="Google Shape;195;p3"/>
            <p:cNvSpPr/>
            <p:nvPr/>
          </p:nvSpPr>
          <p:spPr>
            <a:xfrm>
              <a:off x="4458500" y="2146800"/>
              <a:ext cx="2130375" cy="2137075"/>
            </a:xfrm>
            <a:custGeom>
              <a:rect b="b" l="l" r="r" t="t"/>
              <a:pathLst>
                <a:path extrusionOk="0" h="85483" w="85215">
                  <a:moveTo>
                    <a:pt x="1614" y="1"/>
                  </a:moveTo>
                  <a:lnTo>
                    <a:pt x="1" y="2823"/>
                  </a:lnTo>
                  <a:lnTo>
                    <a:pt x="82527" y="85483"/>
                  </a:lnTo>
                  <a:lnTo>
                    <a:pt x="84005" y="85483"/>
                  </a:lnTo>
                  <a:lnTo>
                    <a:pt x="85215" y="83467"/>
                  </a:lnTo>
                  <a:lnTo>
                    <a:pt x="1614" y="1"/>
                  </a:lnTo>
                  <a:close/>
                </a:path>
              </a:pathLst>
            </a:custGeom>
            <a:solidFill>
              <a:srgbClr val="13C5D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196" name="Google Shape;196;p3"/>
            <p:cNvSpPr/>
            <p:nvPr/>
          </p:nvSpPr>
          <p:spPr>
            <a:xfrm>
              <a:off x="4492100" y="2082950"/>
              <a:ext cx="2133750" cy="2163975"/>
            </a:xfrm>
            <a:custGeom>
              <a:rect b="b" l="l" r="r" t="t"/>
              <a:pathLst>
                <a:path extrusionOk="0" h="86559" w="85350">
                  <a:moveTo>
                    <a:pt x="1748" y="1"/>
                  </a:moveTo>
                  <a:lnTo>
                    <a:pt x="1" y="2958"/>
                  </a:lnTo>
                  <a:lnTo>
                    <a:pt x="83602" y="86559"/>
                  </a:lnTo>
                  <a:lnTo>
                    <a:pt x="85349" y="83602"/>
                  </a:lnTo>
                  <a:lnTo>
                    <a:pt x="1748" y="1"/>
                  </a:lnTo>
                  <a:close/>
                </a:path>
              </a:pathLst>
            </a:custGeom>
            <a:solidFill>
              <a:srgbClr val="14C3D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197" name="Google Shape;197;p3"/>
            <p:cNvSpPr/>
            <p:nvPr/>
          </p:nvSpPr>
          <p:spPr>
            <a:xfrm>
              <a:off x="4529075" y="2022475"/>
              <a:ext cx="2130375" cy="2163975"/>
            </a:xfrm>
            <a:custGeom>
              <a:rect b="b" l="l" r="r" t="t"/>
              <a:pathLst>
                <a:path extrusionOk="0" h="86559" w="85215">
                  <a:moveTo>
                    <a:pt x="1613" y="1"/>
                  </a:moveTo>
                  <a:lnTo>
                    <a:pt x="0" y="2957"/>
                  </a:lnTo>
                  <a:lnTo>
                    <a:pt x="83467" y="86558"/>
                  </a:lnTo>
                  <a:lnTo>
                    <a:pt x="85214" y="83601"/>
                  </a:lnTo>
                  <a:lnTo>
                    <a:pt x="1613" y="1"/>
                  </a:lnTo>
                  <a:close/>
                </a:path>
              </a:pathLst>
            </a:custGeom>
            <a:solidFill>
              <a:srgbClr val="15C1D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198" name="Google Shape;198;p3"/>
            <p:cNvSpPr/>
            <p:nvPr/>
          </p:nvSpPr>
          <p:spPr>
            <a:xfrm>
              <a:off x="4562675" y="1962000"/>
              <a:ext cx="2133725" cy="2160600"/>
            </a:xfrm>
            <a:custGeom>
              <a:rect b="b" l="l" r="r" t="t"/>
              <a:pathLst>
                <a:path extrusionOk="0" h="86424" w="85349">
                  <a:moveTo>
                    <a:pt x="1748" y="0"/>
                  </a:moveTo>
                  <a:lnTo>
                    <a:pt x="0" y="2957"/>
                  </a:lnTo>
                  <a:lnTo>
                    <a:pt x="83602" y="86424"/>
                  </a:lnTo>
                  <a:lnTo>
                    <a:pt x="85349" y="83467"/>
                  </a:lnTo>
                  <a:lnTo>
                    <a:pt x="1748" y="0"/>
                  </a:lnTo>
                  <a:close/>
                </a:path>
              </a:pathLst>
            </a:custGeom>
            <a:solidFill>
              <a:srgbClr val="16C0D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199" name="Google Shape;199;p3"/>
            <p:cNvSpPr/>
            <p:nvPr/>
          </p:nvSpPr>
          <p:spPr>
            <a:xfrm>
              <a:off x="4599625" y="1898150"/>
              <a:ext cx="2130375" cy="2163975"/>
            </a:xfrm>
            <a:custGeom>
              <a:rect b="b" l="l" r="r" t="t"/>
              <a:pathLst>
                <a:path extrusionOk="0" h="86559" w="85215">
                  <a:moveTo>
                    <a:pt x="1614" y="0"/>
                  </a:moveTo>
                  <a:lnTo>
                    <a:pt x="1" y="2957"/>
                  </a:lnTo>
                  <a:lnTo>
                    <a:pt x="83602" y="86558"/>
                  </a:lnTo>
                  <a:lnTo>
                    <a:pt x="85215" y="83601"/>
                  </a:lnTo>
                  <a:lnTo>
                    <a:pt x="1614" y="0"/>
                  </a:lnTo>
                  <a:close/>
                </a:path>
              </a:pathLst>
            </a:custGeom>
            <a:solidFill>
              <a:srgbClr val="17BED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200" name="Google Shape;200;p3"/>
            <p:cNvSpPr/>
            <p:nvPr/>
          </p:nvSpPr>
          <p:spPr>
            <a:xfrm>
              <a:off x="4633225" y="1837675"/>
              <a:ext cx="2133750" cy="2163950"/>
            </a:xfrm>
            <a:custGeom>
              <a:rect b="b" l="l" r="r" t="t"/>
              <a:pathLst>
                <a:path extrusionOk="0" h="86558" w="85350">
                  <a:moveTo>
                    <a:pt x="1748" y="0"/>
                  </a:moveTo>
                  <a:lnTo>
                    <a:pt x="1" y="2957"/>
                  </a:lnTo>
                  <a:lnTo>
                    <a:pt x="83602" y="86558"/>
                  </a:lnTo>
                  <a:lnTo>
                    <a:pt x="85349" y="83601"/>
                  </a:lnTo>
                  <a:lnTo>
                    <a:pt x="1748" y="0"/>
                  </a:lnTo>
                  <a:close/>
                </a:path>
              </a:pathLst>
            </a:custGeom>
            <a:solidFill>
              <a:srgbClr val="18BCD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201" name="Google Shape;201;p3"/>
            <p:cNvSpPr/>
            <p:nvPr/>
          </p:nvSpPr>
          <p:spPr>
            <a:xfrm>
              <a:off x="4670200" y="1777175"/>
              <a:ext cx="2130375" cy="2160625"/>
            </a:xfrm>
            <a:custGeom>
              <a:rect b="b" l="l" r="r" t="t"/>
              <a:pathLst>
                <a:path extrusionOk="0" h="86425" w="85215">
                  <a:moveTo>
                    <a:pt x="1748" y="1"/>
                  </a:moveTo>
                  <a:lnTo>
                    <a:pt x="0" y="2958"/>
                  </a:lnTo>
                  <a:lnTo>
                    <a:pt x="83602" y="86424"/>
                  </a:lnTo>
                  <a:lnTo>
                    <a:pt x="85215" y="83467"/>
                  </a:lnTo>
                  <a:lnTo>
                    <a:pt x="1748" y="1"/>
                  </a:lnTo>
                  <a:close/>
                </a:path>
              </a:pathLst>
            </a:custGeom>
            <a:solidFill>
              <a:srgbClr val="19BBD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202" name="Google Shape;202;p3"/>
            <p:cNvSpPr/>
            <p:nvPr/>
          </p:nvSpPr>
          <p:spPr>
            <a:xfrm>
              <a:off x="4707150" y="1713350"/>
              <a:ext cx="2130375" cy="2163950"/>
            </a:xfrm>
            <a:custGeom>
              <a:rect b="b" l="l" r="r" t="t"/>
              <a:pathLst>
                <a:path extrusionOk="0" h="86558" w="85215">
                  <a:moveTo>
                    <a:pt x="1614" y="0"/>
                  </a:moveTo>
                  <a:lnTo>
                    <a:pt x="1" y="2957"/>
                  </a:lnTo>
                  <a:lnTo>
                    <a:pt x="83468" y="86558"/>
                  </a:lnTo>
                  <a:lnTo>
                    <a:pt x="85215" y="83601"/>
                  </a:lnTo>
                  <a:lnTo>
                    <a:pt x="1614" y="0"/>
                  </a:lnTo>
                  <a:close/>
                </a:path>
              </a:pathLst>
            </a:custGeom>
            <a:solidFill>
              <a:srgbClr val="1BB9D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203" name="Google Shape;203;p3"/>
            <p:cNvSpPr/>
            <p:nvPr/>
          </p:nvSpPr>
          <p:spPr>
            <a:xfrm>
              <a:off x="4740750" y="1652850"/>
              <a:ext cx="2130400" cy="2163975"/>
            </a:xfrm>
            <a:custGeom>
              <a:rect b="b" l="l" r="r" t="t"/>
              <a:pathLst>
                <a:path extrusionOk="0" h="86559" w="85216">
                  <a:moveTo>
                    <a:pt x="1748" y="1"/>
                  </a:moveTo>
                  <a:lnTo>
                    <a:pt x="1" y="2958"/>
                  </a:lnTo>
                  <a:lnTo>
                    <a:pt x="83602" y="86559"/>
                  </a:lnTo>
                  <a:lnTo>
                    <a:pt x="85215" y="83602"/>
                  </a:lnTo>
                  <a:lnTo>
                    <a:pt x="1748" y="1"/>
                  </a:lnTo>
                  <a:close/>
                </a:path>
              </a:pathLst>
            </a:custGeom>
            <a:solidFill>
              <a:srgbClr val="1CB7D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204" name="Google Shape;204;p3"/>
            <p:cNvSpPr/>
            <p:nvPr/>
          </p:nvSpPr>
          <p:spPr>
            <a:xfrm>
              <a:off x="4777725" y="1592375"/>
              <a:ext cx="2130375" cy="2160600"/>
            </a:xfrm>
            <a:custGeom>
              <a:rect b="b" l="l" r="r" t="t"/>
              <a:pathLst>
                <a:path extrusionOk="0" h="86424" w="85215">
                  <a:moveTo>
                    <a:pt x="1613" y="1"/>
                  </a:moveTo>
                  <a:lnTo>
                    <a:pt x="0" y="2957"/>
                  </a:lnTo>
                  <a:lnTo>
                    <a:pt x="83467" y="86424"/>
                  </a:lnTo>
                  <a:lnTo>
                    <a:pt x="85215" y="83601"/>
                  </a:lnTo>
                  <a:lnTo>
                    <a:pt x="1613" y="1"/>
                  </a:lnTo>
                  <a:close/>
                </a:path>
              </a:pathLst>
            </a:custGeom>
            <a:solidFill>
              <a:srgbClr val="1DB5D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205" name="Google Shape;205;p3"/>
            <p:cNvSpPr/>
            <p:nvPr/>
          </p:nvSpPr>
          <p:spPr>
            <a:xfrm>
              <a:off x="4811325" y="1531900"/>
              <a:ext cx="2133750" cy="2160600"/>
            </a:xfrm>
            <a:custGeom>
              <a:rect b="b" l="l" r="r" t="t"/>
              <a:pathLst>
                <a:path extrusionOk="0" h="86424" w="85350">
                  <a:moveTo>
                    <a:pt x="1748" y="0"/>
                  </a:moveTo>
                  <a:lnTo>
                    <a:pt x="0" y="2823"/>
                  </a:lnTo>
                  <a:lnTo>
                    <a:pt x="83602" y="86423"/>
                  </a:lnTo>
                  <a:lnTo>
                    <a:pt x="85349" y="83467"/>
                  </a:lnTo>
                  <a:lnTo>
                    <a:pt x="1748" y="0"/>
                  </a:lnTo>
                  <a:close/>
                </a:path>
              </a:pathLst>
            </a:custGeom>
            <a:solidFill>
              <a:srgbClr val="1EB4D7"/>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206" name="Google Shape;206;p3"/>
            <p:cNvSpPr/>
            <p:nvPr/>
          </p:nvSpPr>
          <p:spPr>
            <a:xfrm>
              <a:off x="4848275" y="1468050"/>
              <a:ext cx="2130400" cy="2163975"/>
            </a:xfrm>
            <a:custGeom>
              <a:rect b="b" l="l" r="r" t="t"/>
              <a:pathLst>
                <a:path extrusionOk="0" h="86559" w="85216">
                  <a:moveTo>
                    <a:pt x="1614" y="0"/>
                  </a:moveTo>
                  <a:lnTo>
                    <a:pt x="1" y="2957"/>
                  </a:lnTo>
                  <a:lnTo>
                    <a:pt x="83602" y="86558"/>
                  </a:lnTo>
                  <a:lnTo>
                    <a:pt x="85215" y="83601"/>
                  </a:lnTo>
                  <a:lnTo>
                    <a:pt x="1614" y="0"/>
                  </a:lnTo>
                  <a:close/>
                </a:path>
              </a:pathLst>
            </a:custGeom>
            <a:solidFill>
              <a:srgbClr val="1FB2D7"/>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207" name="Google Shape;207;p3"/>
            <p:cNvSpPr/>
            <p:nvPr/>
          </p:nvSpPr>
          <p:spPr>
            <a:xfrm>
              <a:off x="4881875" y="1431100"/>
              <a:ext cx="2133750" cy="2140425"/>
            </a:xfrm>
            <a:custGeom>
              <a:rect b="b" l="l" r="r" t="t"/>
              <a:pathLst>
                <a:path extrusionOk="0" h="85617" w="85350">
                  <a:moveTo>
                    <a:pt x="1211" y="0"/>
                  </a:moveTo>
                  <a:lnTo>
                    <a:pt x="1" y="2016"/>
                  </a:lnTo>
                  <a:lnTo>
                    <a:pt x="83602" y="85617"/>
                  </a:lnTo>
                  <a:lnTo>
                    <a:pt x="85350" y="82660"/>
                  </a:lnTo>
                  <a:lnTo>
                    <a:pt x="2689" y="0"/>
                  </a:lnTo>
                  <a:close/>
                </a:path>
              </a:pathLst>
            </a:custGeom>
            <a:solidFill>
              <a:srgbClr val="20B0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208" name="Google Shape;208;p3"/>
            <p:cNvSpPr/>
            <p:nvPr/>
          </p:nvSpPr>
          <p:spPr>
            <a:xfrm>
              <a:off x="4928925" y="1431100"/>
              <a:ext cx="2120300" cy="2076600"/>
            </a:xfrm>
            <a:custGeom>
              <a:rect b="b" l="l" r="r" t="t"/>
              <a:pathLst>
                <a:path extrusionOk="0" h="83064" w="84812">
                  <a:moveTo>
                    <a:pt x="1" y="0"/>
                  </a:moveTo>
                  <a:lnTo>
                    <a:pt x="83199" y="83063"/>
                  </a:lnTo>
                  <a:lnTo>
                    <a:pt x="84812" y="80106"/>
                  </a:lnTo>
                  <a:lnTo>
                    <a:pt x="4705" y="0"/>
                  </a:lnTo>
                  <a:close/>
                </a:path>
              </a:pathLst>
            </a:custGeom>
            <a:solidFill>
              <a:srgbClr val="21AED9"/>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209" name="Google Shape;209;p3"/>
            <p:cNvSpPr/>
            <p:nvPr/>
          </p:nvSpPr>
          <p:spPr>
            <a:xfrm>
              <a:off x="5026375" y="1431100"/>
              <a:ext cx="2059825" cy="2016100"/>
            </a:xfrm>
            <a:custGeom>
              <a:rect b="b" l="l" r="r" t="t"/>
              <a:pathLst>
                <a:path extrusionOk="0" h="80644" w="82393">
                  <a:moveTo>
                    <a:pt x="0" y="0"/>
                  </a:moveTo>
                  <a:lnTo>
                    <a:pt x="80645" y="80644"/>
                  </a:lnTo>
                  <a:lnTo>
                    <a:pt x="82392" y="77687"/>
                  </a:lnTo>
                  <a:lnTo>
                    <a:pt x="4705" y="0"/>
                  </a:lnTo>
                  <a:close/>
                </a:path>
              </a:pathLst>
            </a:custGeom>
            <a:solidFill>
              <a:srgbClr val="22ADD9"/>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210" name="Google Shape;210;p3"/>
            <p:cNvSpPr/>
            <p:nvPr/>
          </p:nvSpPr>
          <p:spPr>
            <a:xfrm>
              <a:off x="5123825" y="1431100"/>
              <a:ext cx="1995975" cy="1955625"/>
            </a:xfrm>
            <a:custGeom>
              <a:rect b="b" l="l" r="r" t="t"/>
              <a:pathLst>
                <a:path extrusionOk="0" h="78225" w="79839">
                  <a:moveTo>
                    <a:pt x="0" y="0"/>
                  </a:moveTo>
                  <a:lnTo>
                    <a:pt x="78225" y="78225"/>
                  </a:lnTo>
                  <a:lnTo>
                    <a:pt x="79838" y="75268"/>
                  </a:lnTo>
                  <a:lnTo>
                    <a:pt x="4705" y="0"/>
                  </a:lnTo>
                  <a:close/>
                </a:path>
              </a:pathLst>
            </a:custGeom>
            <a:solidFill>
              <a:srgbClr val="23ABDA"/>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211" name="Google Shape;211;p3"/>
            <p:cNvSpPr/>
            <p:nvPr/>
          </p:nvSpPr>
          <p:spPr>
            <a:xfrm>
              <a:off x="5221275" y="1431100"/>
              <a:ext cx="1935475" cy="1891775"/>
            </a:xfrm>
            <a:custGeom>
              <a:rect b="b" l="l" r="r" t="t"/>
              <a:pathLst>
                <a:path extrusionOk="0" h="75671" w="77419">
                  <a:moveTo>
                    <a:pt x="0" y="0"/>
                  </a:moveTo>
                  <a:lnTo>
                    <a:pt x="75671" y="75671"/>
                  </a:lnTo>
                  <a:lnTo>
                    <a:pt x="77419" y="72714"/>
                  </a:lnTo>
                  <a:lnTo>
                    <a:pt x="4570" y="0"/>
                  </a:lnTo>
                  <a:close/>
                </a:path>
              </a:pathLst>
            </a:custGeom>
            <a:solidFill>
              <a:srgbClr val="25A9DA"/>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212" name="Google Shape;212;p3"/>
            <p:cNvSpPr/>
            <p:nvPr/>
          </p:nvSpPr>
          <p:spPr>
            <a:xfrm>
              <a:off x="5318700" y="1431100"/>
              <a:ext cx="1875025" cy="1831300"/>
            </a:xfrm>
            <a:custGeom>
              <a:rect b="b" l="l" r="r" t="t"/>
              <a:pathLst>
                <a:path extrusionOk="0" h="73252" w="75001">
                  <a:moveTo>
                    <a:pt x="1" y="0"/>
                  </a:moveTo>
                  <a:lnTo>
                    <a:pt x="73253" y="73251"/>
                  </a:lnTo>
                  <a:lnTo>
                    <a:pt x="75000" y="70295"/>
                  </a:lnTo>
                  <a:lnTo>
                    <a:pt x="4571" y="0"/>
                  </a:lnTo>
                  <a:close/>
                </a:path>
              </a:pathLst>
            </a:custGeom>
            <a:solidFill>
              <a:srgbClr val="26A8D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213" name="Google Shape;213;p3"/>
            <p:cNvSpPr/>
            <p:nvPr/>
          </p:nvSpPr>
          <p:spPr>
            <a:xfrm>
              <a:off x="5416150" y="1431100"/>
              <a:ext cx="1811175" cy="1770825"/>
            </a:xfrm>
            <a:custGeom>
              <a:rect b="b" l="l" r="r" t="t"/>
              <a:pathLst>
                <a:path extrusionOk="0" h="70833" w="72447">
                  <a:moveTo>
                    <a:pt x="1" y="0"/>
                  </a:moveTo>
                  <a:lnTo>
                    <a:pt x="70699" y="70832"/>
                  </a:lnTo>
                  <a:lnTo>
                    <a:pt x="72446" y="67875"/>
                  </a:lnTo>
                  <a:lnTo>
                    <a:pt x="4571" y="0"/>
                  </a:lnTo>
                  <a:close/>
                </a:path>
              </a:pathLst>
            </a:custGeom>
            <a:solidFill>
              <a:srgbClr val="27A6D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214" name="Google Shape;214;p3"/>
            <p:cNvSpPr/>
            <p:nvPr/>
          </p:nvSpPr>
          <p:spPr>
            <a:xfrm>
              <a:off x="5510250" y="1431100"/>
              <a:ext cx="1754025" cy="1706975"/>
            </a:xfrm>
            <a:custGeom>
              <a:rect b="b" l="l" r="r" t="t"/>
              <a:pathLst>
                <a:path extrusionOk="0" h="68279" w="70161">
                  <a:moveTo>
                    <a:pt x="0" y="0"/>
                  </a:moveTo>
                  <a:lnTo>
                    <a:pt x="68413" y="68278"/>
                  </a:lnTo>
                  <a:lnTo>
                    <a:pt x="70161" y="65456"/>
                  </a:lnTo>
                  <a:lnTo>
                    <a:pt x="4704" y="0"/>
                  </a:lnTo>
                  <a:close/>
                </a:path>
              </a:pathLst>
            </a:custGeom>
            <a:solidFill>
              <a:srgbClr val="28A4D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215" name="Google Shape;215;p3"/>
            <p:cNvSpPr/>
            <p:nvPr/>
          </p:nvSpPr>
          <p:spPr>
            <a:xfrm>
              <a:off x="5607675" y="1431100"/>
              <a:ext cx="1690200" cy="1646500"/>
            </a:xfrm>
            <a:custGeom>
              <a:rect b="b" l="l" r="r" t="t"/>
              <a:pathLst>
                <a:path extrusionOk="0" h="65860" w="67608">
                  <a:moveTo>
                    <a:pt x="1" y="0"/>
                  </a:moveTo>
                  <a:lnTo>
                    <a:pt x="65995" y="65859"/>
                  </a:lnTo>
                  <a:lnTo>
                    <a:pt x="67608" y="62902"/>
                  </a:lnTo>
                  <a:lnTo>
                    <a:pt x="4705" y="0"/>
                  </a:lnTo>
                  <a:close/>
                </a:path>
              </a:pathLst>
            </a:custGeom>
            <a:solidFill>
              <a:srgbClr val="29A2D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216" name="Google Shape;216;p3"/>
            <p:cNvSpPr/>
            <p:nvPr/>
          </p:nvSpPr>
          <p:spPr>
            <a:xfrm>
              <a:off x="5705125" y="1431100"/>
              <a:ext cx="1629725" cy="1586000"/>
            </a:xfrm>
            <a:custGeom>
              <a:rect b="b" l="l" r="r" t="t"/>
              <a:pathLst>
                <a:path extrusionOk="0" h="63440" w="65189">
                  <a:moveTo>
                    <a:pt x="1" y="0"/>
                  </a:moveTo>
                  <a:lnTo>
                    <a:pt x="63441" y="63440"/>
                  </a:lnTo>
                  <a:lnTo>
                    <a:pt x="65188" y="60483"/>
                  </a:lnTo>
                  <a:lnTo>
                    <a:pt x="4705" y="0"/>
                  </a:lnTo>
                  <a:close/>
                </a:path>
              </a:pathLst>
            </a:custGeom>
            <a:solidFill>
              <a:srgbClr val="2AA1D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217" name="Google Shape;217;p3"/>
            <p:cNvSpPr/>
            <p:nvPr/>
          </p:nvSpPr>
          <p:spPr>
            <a:xfrm>
              <a:off x="5802575" y="1431100"/>
              <a:ext cx="1565875" cy="1525525"/>
            </a:xfrm>
            <a:custGeom>
              <a:rect b="b" l="l" r="r" t="t"/>
              <a:pathLst>
                <a:path extrusionOk="0" h="61021" w="62635">
                  <a:moveTo>
                    <a:pt x="1" y="0"/>
                  </a:moveTo>
                  <a:lnTo>
                    <a:pt x="61021" y="61020"/>
                  </a:lnTo>
                  <a:lnTo>
                    <a:pt x="62634" y="58064"/>
                  </a:lnTo>
                  <a:lnTo>
                    <a:pt x="4705" y="0"/>
                  </a:lnTo>
                  <a:close/>
                </a:path>
              </a:pathLst>
            </a:custGeom>
            <a:solidFill>
              <a:srgbClr val="2B9FDE"/>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218" name="Google Shape;218;p3"/>
            <p:cNvSpPr/>
            <p:nvPr/>
          </p:nvSpPr>
          <p:spPr>
            <a:xfrm>
              <a:off x="5900025" y="1431100"/>
              <a:ext cx="1481850" cy="1461675"/>
            </a:xfrm>
            <a:custGeom>
              <a:rect b="b" l="l" r="r" t="t"/>
              <a:pathLst>
                <a:path extrusionOk="0" h="58467" w="59274">
                  <a:moveTo>
                    <a:pt x="0" y="0"/>
                  </a:moveTo>
                  <a:lnTo>
                    <a:pt x="58468" y="58467"/>
                  </a:lnTo>
                  <a:lnTo>
                    <a:pt x="59274" y="57123"/>
                  </a:lnTo>
                  <a:lnTo>
                    <a:pt x="56048" y="51478"/>
                  </a:lnTo>
                  <a:lnTo>
                    <a:pt x="4570" y="0"/>
                  </a:lnTo>
                  <a:close/>
                </a:path>
              </a:pathLst>
            </a:custGeom>
            <a:solidFill>
              <a:srgbClr val="2C9DDE"/>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219" name="Google Shape;219;p3"/>
            <p:cNvSpPr/>
            <p:nvPr/>
          </p:nvSpPr>
          <p:spPr>
            <a:xfrm>
              <a:off x="5997475" y="1431100"/>
              <a:ext cx="1307125" cy="1297025"/>
            </a:xfrm>
            <a:custGeom>
              <a:rect b="b" l="l" r="r" t="t"/>
              <a:pathLst>
                <a:path extrusionOk="0" h="51881" w="52285">
                  <a:moveTo>
                    <a:pt x="0" y="0"/>
                  </a:moveTo>
                  <a:lnTo>
                    <a:pt x="51747" y="51881"/>
                  </a:lnTo>
                  <a:lnTo>
                    <a:pt x="52285" y="51478"/>
                  </a:lnTo>
                  <a:lnTo>
                    <a:pt x="46908" y="42338"/>
                  </a:lnTo>
                  <a:lnTo>
                    <a:pt x="4570" y="0"/>
                  </a:lnTo>
                  <a:close/>
                </a:path>
              </a:pathLst>
            </a:custGeom>
            <a:solidFill>
              <a:srgbClr val="2D9CD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220" name="Google Shape;220;p3"/>
            <p:cNvSpPr/>
            <p:nvPr/>
          </p:nvSpPr>
          <p:spPr>
            <a:xfrm>
              <a:off x="6094900" y="1431100"/>
              <a:ext cx="1075300" cy="1065175"/>
            </a:xfrm>
            <a:custGeom>
              <a:rect b="b" l="l" r="r" t="t"/>
              <a:pathLst>
                <a:path extrusionOk="0" h="42607" w="43012">
                  <a:moveTo>
                    <a:pt x="1" y="0"/>
                  </a:moveTo>
                  <a:lnTo>
                    <a:pt x="42608" y="42607"/>
                  </a:lnTo>
                  <a:lnTo>
                    <a:pt x="43011" y="42338"/>
                  </a:lnTo>
                  <a:lnTo>
                    <a:pt x="37769" y="33064"/>
                  </a:lnTo>
                  <a:lnTo>
                    <a:pt x="4571" y="0"/>
                  </a:lnTo>
                  <a:close/>
                </a:path>
              </a:pathLst>
            </a:custGeom>
            <a:solidFill>
              <a:srgbClr val="2F9AE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221" name="Google Shape;221;p3"/>
            <p:cNvSpPr/>
            <p:nvPr/>
          </p:nvSpPr>
          <p:spPr>
            <a:xfrm>
              <a:off x="6189000" y="1431100"/>
              <a:ext cx="850150" cy="836700"/>
            </a:xfrm>
            <a:custGeom>
              <a:rect b="b" l="l" r="r" t="t"/>
              <a:pathLst>
                <a:path extrusionOk="0" h="33468" w="34006">
                  <a:moveTo>
                    <a:pt x="0" y="0"/>
                  </a:moveTo>
                  <a:lnTo>
                    <a:pt x="33602" y="33467"/>
                  </a:lnTo>
                  <a:lnTo>
                    <a:pt x="34005" y="33198"/>
                  </a:lnTo>
                  <a:lnTo>
                    <a:pt x="28629" y="23924"/>
                  </a:lnTo>
                  <a:lnTo>
                    <a:pt x="4705" y="0"/>
                  </a:lnTo>
                  <a:close/>
                </a:path>
              </a:pathLst>
            </a:custGeom>
            <a:solidFill>
              <a:srgbClr val="3098E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222" name="Google Shape;222;p3"/>
            <p:cNvSpPr/>
            <p:nvPr/>
          </p:nvSpPr>
          <p:spPr>
            <a:xfrm>
              <a:off x="6286450" y="1431100"/>
              <a:ext cx="618300" cy="608200"/>
            </a:xfrm>
            <a:custGeom>
              <a:rect b="b" l="l" r="r" t="t"/>
              <a:pathLst>
                <a:path extrusionOk="0" h="24328" w="24732">
                  <a:moveTo>
                    <a:pt x="0" y="0"/>
                  </a:moveTo>
                  <a:lnTo>
                    <a:pt x="24328" y="24328"/>
                  </a:lnTo>
                  <a:lnTo>
                    <a:pt x="24731" y="23924"/>
                  </a:lnTo>
                  <a:lnTo>
                    <a:pt x="19489" y="14785"/>
                  </a:lnTo>
                  <a:lnTo>
                    <a:pt x="4704" y="0"/>
                  </a:lnTo>
                  <a:close/>
                </a:path>
              </a:pathLst>
            </a:custGeom>
            <a:solidFill>
              <a:srgbClr val="3196E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223" name="Google Shape;223;p3"/>
            <p:cNvSpPr/>
            <p:nvPr/>
          </p:nvSpPr>
          <p:spPr>
            <a:xfrm>
              <a:off x="6383900" y="1431100"/>
              <a:ext cx="389800" cy="376350"/>
            </a:xfrm>
            <a:custGeom>
              <a:rect b="b" l="l" r="r" t="t"/>
              <a:pathLst>
                <a:path extrusionOk="0" h="15054" w="15592">
                  <a:moveTo>
                    <a:pt x="0" y="0"/>
                  </a:moveTo>
                  <a:lnTo>
                    <a:pt x="15188" y="15054"/>
                  </a:lnTo>
                  <a:lnTo>
                    <a:pt x="15591" y="14785"/>
                  </a:lnTo>
                  <a:lnTo>
                    <a:pt x="10215" y="5645"/>
                  </a:lnTo>
                  <a:lnTo>
                    <a:pt x="4704" y="0"/>
                  </a:lnTo>
                  <a:close/>
                </a:path>
              </a:pathLst>
            </a:custGeom>
            <a:solidFill>
              <a:srgbClr val="3295E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224" name="Google Shape;224;p3"/>
            <p:cNvSpPr/>
            <p:nvPr/>
          </p:nvSpPr>
          <p:spPr>
            <a:xfrm>
              <a:off x="6481325" y="1431100"/>
              <a:ext cx="157950" cy="147850"/>
            </a:xfrm>
            <a:custGeom>
              <a:rect b="b" l="l" r="r" t="t"/>
              <a:pathLst>
                <a:path extrusionOk="0" h="5914" w="6318">
                  <a:moveTo>
                    <a:pt x="1" y="0"/>
                  </a:moveTo>
                  <a:lnTo>
                    <a:pt x="5915" y="5914"/>
                  </a:lnTo>
                  <a:lnTo>
                    <a:pt x="6318" y="5645"/>
                  </a:lnTo>
                  <a:lnTo>
                    <a:pt x="3092" y="0"/>
                  </a:lnTo>
                  <a:close/>
                </a:path>
              </a:pathLst>
            </a:custGeom>
            <a:solidFill>
              <a:srgbClr val="3393E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grpSp>
      <p:sp>
        <p:nvSpPr>
          <p:cNvPr id="225" name="Google Shape;225;p3"/>
          <p:cNvSpPr/>
          <p:nvPr/>
        </p:nvSpPr>
        <p:spPr>
          <a:xfrm flipH="1" rot="10800000">
            <a:off x="-123825" y="847791"/>
            <a:ext cx="674400" cy="584400"/>
          </a:xfrm>
          <a:prstGeom prst="hexagon">
            <a:avLst>
              <a:gd fmla="val 28678" name="adj"/>
              <a:gd fmla="val 115470" name="vf"/>
            </a:avLst>
          </a:prstGeom>
          <a:noFill/>
          <a:ln cap="flat" cmpd="sng" w="9525">
            <a:solidFill>
              <a:srgbClr val="19BBD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226" name="Google Shape;226;p3"/>
          <p:cNvSpPr/>
          <p:nvPr/>
        </p:nvSpPr>
        <p:spPr>
          <a:xfrm flipH="1" rot="10800000">
            <a:off x="503116" y="1161450"/>
            <a:ext cx="352800" cy="305400"/>
          </a:xfrm>
          <a:prstGeom prst="hexagon">
            <a:avLst>
              <a:gd fmla="val 28678" name="adj"/>
              <a:gd fmla="val 115470" name="vf"/>
            </a:avLst>
          </a:prstGeom>
          <a:solidFill>
            <a:srgbClr val="184769"/>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227" name="Google Shape;227;p3"/>
          <p:cNvSpPr/>
          <p:nvPr/>
        </p:nvSpPr>
        <p:spPr>
          <a:xfrm flipH="1" rot="10800000">
            <a:off x="1208424" y="-131812"/>
            <a:ext cx="674400" cy="584400"/>
          </a:xfrm>
          <a:prstGeom prst="hexagon">
            <a:avLst>
              <a:gd fmla="val 28678" name="adj"/>
              <a:gd fmla="val 115470" name="vf"/>
            </a:avLst>
          </a:prstGeom>
          <a:noFill/>
          <a:ln cap="flat" cmpd="sng" w="76200">
            <a:solidFill>
              <a:srgbClr val="184769"/>
            </a:solidFill>
            <a:prstDash val="solid"/>
            <a:miter lim="80"/>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228" name="Google Shape;228;p3"/>
          <p:cNvSpPr/>
          <p:nvPr/>
        </p:nvSpPr>
        <p:spPr>
          <a:xfrm flipH="1" rot="10800000">
            <a:off x="247753" y="49693"/>
            <a:ext cx="295200" cy="255600"/>
          </a:xfrm>
          <a:prstGeom prst="hexagon">
            <a:avLst>
              <a:gd fmla="val 28678" name="adj"/>
              <a:gd fmla="val 115470" name="vf"/>
            </a:avLst>
          </a:prstGeom>
          <a:solidFill>
            <a:srgbClr val="00E1C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grpSp>
        <p:nvGrpSpPr>
          <p:cNvPr id="229" name="Google Shape;229;p3"/>
          <p:cNvGrpSpPr/>
          <p:nvPr/>
        </p:nvGrpSpPr>
        <p:grpSpPr>
          <a:xfrm flipH="1" rot="10800000">
            <a:off x="8218343" y="4123089"/>
            <a:ext cx="685311" cy="593092"/>
            <a:chOff x="238125" y="1431100"/>
            <a:chExt cx="3296350" cy="2852775"/>
          </a:xfrm>
        </p:grpSpPr>
        <p:sp>
          <p:nvSpPr>
            <p:cNvPr id="230" name="Google Shape;230;p3"/>
            <p:cNvSpPr/>
            <p:nvPr/>
          </p:nvSpPr>
          <p:spPr>
            <a:xfrm>
              <a:off x="980725" y="4136025"/>
              <a:ext cx="157950" cy="147850"/>
            </a:xfrm>
            <a:custGeom>
              <a:rect b="b" l="l" r="r" t="t"/>
              <a:pathLst>
                <a:path extrusionOk="0" h="5914" w="6318">
                  <a:moveTo>
                    <a:pt x="403" y="0"/>
                  </a:moveTo>
                  <a:lnTo>
                    <a:pt x="0" y="269"/>
                  </a:lnTo>
                  <a:lnTo>
                    <a:pt x="3226" y="5914"/>
                  </a:lnTo>
                  <a:lnTo>
                    <a:pt x="6317" y="5914"/>
                  </a:lnTo>
                  <a:lnTo>
                    <a:pt x="403" y="0"/>
                  </a:lnTo>
                  <a:close/>
                </a:path>
              </a:pathLst>
            </a:custGeom>
            <a:solidFill>
              <a:srgbClr val="00E2C7"/>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231" name="Google Shape;231;p3"/>
            <p:cNvSpPr/>
            <p:nvPr/>
          </p:nvSpPr>
          <p:spPr>
            <a:xfrm>
              <a:off x="849675" y="3907525"/>
              <a:ext cx="386425" cy="376350"/>
            </a:xfrm>
            <a:custGeom>
              <a:rect b="b" l="l" r="r" t="t"/>
              <a:pathLst>
                <a:path extrusionOk="0" h="15054" w="15457">
                  <a:moveTo>
                    <a:pt x="403" y="0"/>
                  </a:moveTo>
                  <a:lnTo>
                    <a:pt x="0" y="269"/>
                  </a:lnTo>
                  <a:lnTo>
                    <a:pt x="5242" y="9543"/>
                  </a:lnTo>
                  <a:lnTo>
                    <a:pt x="10887" y="15054"/>
                  </a:lnTo>
                  <a:lnTo>
                    <a:pt x="15457" y="15054"/>
                  </a:lnTo>
                  <a:lnTo>
                    <a:pt x="403" y="0"/>
                  </a:lnTo>
                  <a:close/>
                </a:path>
              </a:pathLst>
            </a:custGeom>
            <a:solidFill>
              <a:srgbClr val="01E0C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232" name="Google Shape;232;p3"/>
            <p:cNvSpPr/>
            <p:nvPr/>
          </p:nvSpPr>
          <p:spPr>
            <a:xfrm>
              <a:off x="715250" y="3675675"/>
              <a:ext cx="618300" cy="608200"/>
            </a:xfrm>
            <a:custGeom>
              <a:rect b="b" l="l" r="r" t="t"/>
              <a:pathLst>
                <a:path extrusionOk="0" h="24328" w="24732">
                  <a:moveTo>
                    <a:pt x="404" y="0"/>
                  </a:moveTo>
                  <a:lnTo>
                    <a:pt x="1" y="404"/>
                  </a:lnTo>
                  <a:lnTo>
                    <a:pt x="5377" y="9543"/>
                  </a:lnTo>
                  <a:lnTo>
                    <a:pt x="20162" y="24328"/>
                  </a:lnTo>
                  <a:lnTo>
                    <a:pt x="24732" y="24328"/>
                  </a:lnTo>
                  <a:lnTo>
                    <a:pt x="404" y="0"/>
                  </a:lnTo>
                  <a:close/>
                </a:path>
              </a:pathLst>
            </a:custGeom>
            <a:solidFill>
              <a:srgbClr val="02DFC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233" name="Google Shape;233;p3"/>
            <p:cNvSpPr/>
            <p:nvPr/>
          </p:nvSpPr>
          <p:spPr>
            <a:xfrm>
              <a:off x="584200" y="3447175"/>
              <a:ext cx="846800" cy="836700"/>
            </a:xfrm>
            <a:custGeom>
              <a:rect b="b" l="l" r="r" t="t"/>
              <a:pathLst>
                <a:path extrusionOk="0" h="33468" w="33872">
                  <a:moveTo>
                    <a:pt x="404" y="1"/>
                  </a:moveTo>
                  <a:lnTo>
                    <a:pt x="1" y="270"/>
                  </a:lnTo>
                  <a:lnTo>
                    <a:pt x="5243" y="9544"/>
                  </a:lnTo>
                  <a:lnTo>
                    <a:pt x="29167" y="33468"/>
                  </a:lnTo>
                  <a:lnTo>
                    <a:pt x="33872" y="33468"/>
                  </a:lnTo>
                  <a:lnTo>
                    <a:pt x="404" y="1"/>
                  </a:lnTo>
                  <a:close/>
                </a:path>
              </a:pathLst>
            </a:custGeom>
            <a:solidFill>
              <a:srgbClr val="03DDC9"/>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234" name="Google Shape;234;p3"/>
            <p:cNvSpPr/>
            <p:nvPr/>
          </p:nvSpPr>
          <p:spPr>
            <a:xfrm>
              <a:off x="449800" y="3218700"/>
              <a:ext cx="1078650" cy="1065175"/>
            </a:xfrm>
            <a:custGeom>
              <a:rect b="b" l="l" r="r" t="t"/>
              <a:pathLst>
                <a:path extrusionOk="0" h="42607" w="43146">
                  <a:moveTo>
                    <a:pt x="404" y="0"/>
                  </a:moveTo>
                  <a:lnTo>
                    <a:pt x="1" y="269"/>
                  </a:lnTo>
                  <a:lnTo>
                    <a:pt x="5377" y="9543"/>
                  </a:lnTo>
                  <a:lnTo>
                    <a:pt x="38441" y="42607"/>
                  </a:lnTo>
                  <a:lnTo>
                    <a:pt x="43145" y="42607"/>
                  </a:lnTo>
                  <a:lnTo>
                    <a:pt x="404" y="0"/>
                  </a:lnTo>
                  <a:close/>
                </a:path>
              </a:pathLst>
            </a:custGeom>
            <a:solidFill>
              <a:srgbClr val="04DBC9"/>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235" name="Google Shape;235;p3"/>
            <p:cNvSpPr/>
            <p:nvPr/>
          </p:nvSpPr>
          <p:spPr>
            <a:xfrm>
              <a:off x="318750" y="2990200"/>
              <a:ext cx="1307150" cy="1293675"/>
            </a:xfrm>
            <a:custGeom>
              <a:rect b="b" l="l" r="r" t="t"/>
              <a:pathLst>
                <a:path extrusionOk="0" h="51747" w="52286">
                  <a:moveTo>
                    <a:pt x="404" y="1"/>
                  </a:moveTo>
                  <a:lnTo>
                    <a:pt x="1" y="269"/>
                  </a:lnTo>
                  <a:lnTo>
                    <a:pt x="5243" y="9409"/>
                  </a:lnTo>
                  <a:lnTo>
                    <a:pt x="47581" y="51747"/>
                  </a:lnTo>
                  <a:lnTo>
                    <a:pt x="52285" y="51747"/>
                  </a:lnTo>
                  <a:lnTo>
                    <a:pt x="39517" y="38978"/>
                  </a:lnTo>
                  <a:lnTo>
                    <a:pt x="37097" y="38978"/>
                  </a:lnTo>
                  <a:lnTo>
                    <a:pt x="33737" y="33333"/>
                  </a:lnTo>
                  <a:lnTo>
                    <a:pt x="404" y="1"/>
                  </a:lnTo>
                  <a:close/>
                </a:path>
              </a:pathLst>
            </a:custGeom>
            <a:solidFill>
              <a:srgbClr val="06D9CA"/>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236" name="Google Shape;236;p3"/>
            <p:cNvSpPr/>
            <p:nvPr/>
          </p:nvSpPr>
          <p:spPr>
            <a:xfrm>
              <a:off x="1286500" y="3964650"/>
              <a:ext cx="436850" cy="319225"/>
            </a:xfrm>
            <a:custGeom>
              <a:rect b="b" l="l" r="r" t="t"/>
              <a:pathLst>
                <a:path extrusionOk="0" h="12769" w="17474">
                  <a:moveTo>
                    <a:pt x="0" y="0"/>
                  </a:moveTo>
                  <a:lnTo>
                    <a:pt x="12769" y="12769"/>
                  </a:lnTo>
                  <a:lnTo>
                    <a:pt x="17473" y="12769"/>
                  </a:lnTo>
                  <a:lnTo>
                    <a:pt x="4704" y="0"/>
                  </a:lnTo>
                  <a:close/>
                </a:path>
              </a:pathLst>
            </a:custGeom>
            <a:solidFill>
              <a:srgbClr val="07D8C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237" name="Google Shape;237;p3"/>
            <p:cNvSpPr/>
            <p:nvPr/>
          </p:nvSpPr>
          <p:spPr>
            <a:xfrm>
              <a:off x="238125" y="2822200"/>
              <a:ext cx="924075" cy="1008075"/>
            </a:xfrm>
            <a:custGeom>
              <a:rect b="b" l="l" r="r" t="t"/>
              <a:pathLst>
                <a:path extrusionOk="0" h="40323" w="36963">
                  <a:moveTo>
                    <a:pt x="806" y="0"/>
                  </a:moveTo>
                  <a:lnTo>
                    <a:pt x="0" y="1479"/>
                  </a:lnTo>
                  <a:lnTo>
                    <a:pt x="3226" y="6989"/>
                  </a:lnTo>
                  <a:lnTo>
                    <a:pt x="36559" y="40322"/>
                  </a:lnTo>
                  <a:lnTo>
                    <a:pt x="36962" y="40053"/>
                  </a:lnTo>
                  <a:lnTo>
                    <a:pt x="31720" y="30779"/>
                  </a:lnTo>
                  <a:lnTo>
                    <a:pt x="806" y="0"/>
                  </a:lnTo>
                  <a:close/>
                </a:path>
              </a:pathLst>
            </a:custGeom>
            <a:solidFill>
              <a:srgbClr val="07D8C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238" name="Google Shape;238;p3"/>
            <p:cNvSpPr/>
            <p:nvPr/>
          </p:nvSpPr>
          <p:spPr>
            <a:xfrm>
              <a:off x="1383925" y="3964650"/>
              <a:ext cx="433500" cy="319225"/>
            </a:xfrm>
            <a:custGeom>
              <a:rect b="b" l="l" r="r" t="t"/>
              <a:pathLst>
                <a:path extrusionOk="0" h="12769" w="17340">
                  <a:moveTo>
                    <a:pt x="1" y="0"/>
                  </a:moveTo>
                  <a:lnTo>
                    <a:pt x="12770" y="12769"/>
                  </a:lnTo>
                  <a:lnTo>
                    <a:pt x="17339" y="12769"/>
                  </a:lnTo>
                  <a:lnTo>
                    <a:pt x="4705" y="0"/>
                  </a:lnTo>
                  <a:close/>
                </a:path>
              </a:pathLst>
            </a:custGeom>
            <a:solidFill>
              <a:srgbClr val="08D6C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239" name="Google Shape;239;p3"/>
            <p:cNvSpPr/>
            <p:nvPr/>
          </p:nvSpPr>
          <p:spPr>
            <a:xfrm>
              <a:off x="251550" y="2761700"/>
              <a:ext cx="779600" cy="840075"/>
            </a:xfrm>
            <a:custGeom>
              <a:rect b="b" l="l" r="r" t="t"/>
              <a:pathLst>
                <a:path extrusionOk="0" h="33603" w="31184">
                  <a:moveTo>
                    <a:pt x="1748" y="1"/>
                  </a:moveTo>
                  <a:lnTo>
                    <a:pt x="1" y="2823"/>
                  </a:lnTo>
                  <a:lnTo>
                    <a:pt x="30780" y="33603"/>
                  </a:lnTo>
                  <a:lnTo>
                    <a:pt x="31183" y="33199"/>
                  </a:lnTo>
                  <a:lnTo>
                    <a:pt x="25807" y="24060"/>
                  </a:lnTo>
                  <a:lnTo>
                    <a:pt x="1748" y="1"/>
                  </a:lnTo>
                  <a:close/>
                </a:path>
              </a:pathLst>
            </a:custGeom>
            <a:solidFill>
              <a:srgbClr val="08D6C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240" name="Google Shape;240;p3"/>
            <p:cNvSpPr/>
            <p:nvPr/>
          </p:nvSpPr>
          <p:spPr>
            <a:xfrm>
              <a:off x="288525" y="2697875"/>
              <a:ext cx="608200" cy="675400"/>
            </a:xfrm>
            <a:custGeom>
              <a:rect b="b" l="l" r="r" t="t"/>
              <a:pathLst>
                <a:path extrusionOk="0" h="27016" w="24328">
                  <a:moveTo>
                    <a:pt x="1613" y="0"/>
                  </a:moveTo>
                  <a:lnTo>
                    <a:pt x="0" y="2957"/>
                  </a:lnTo>
                  <a:lnTo>
                    <a:pt x="23925" y="27016"/>
                  </a:lnTo>
                  <a:lnTo>
                    <a:pt x="24328" y="26613"/>
                  </a:lnTo>
                  <a:lnTo>
                    <a:pt x="19086" y="17473"/>
                  </a:lnTo>
                  <a:lnTo>
                    <a:pt x="1613" y="0"/>
                  </a:lnTo>
                  <a:close/>
                </a:path>
              </a:pathLst>
            </a:custGeom>
            <a:solidFill>
              <a:srgbClr val="09D4C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241" name="Google Shape;241;p3"/>
            <p:cNvSpPr/>
            <p:nvPr/>
          </p:nvSpPr>
          <p:spPr>
            <a:xfrm>
              <a:off x="1481375" y="3964650"/>
              <a:ext cx="433500" cy="319225"/>
            </a:xfrm>
            <a:custGeom>
              <a:rect b="b" l="l" r="r" t="t"/>
              <a:pathLst>
                <a:path extrusionOk="0" h="12769" w="17340">
                  <a:moveTo>
                    <a:pt x="1" y="0"/>
                  </a:moveTo>
                  <a:lnTo>
                    <a:pt x="12769" y="12769"/>
                  </a:lnTo>
                  <a:lnTo>
                    <a:pt x="17339" y="12769"/>
                  </a:lnTo>
                  <a:lnTo>
                    <a:pt x="4705" y="0"/>
                  </a:lnTo>
                  <a:close/>
                </a:path>
              </a:pathLst>
            </a:custGeom>
            <a:solidFill>
              <a:srgbClr val="09D4C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242" name="Google Shape;242;p3"/>
            <p:cNvSpPr/>
            <p:nvPr/>
          </p:nvSpPr>
          <p:spPr>
            <a:xfrm>
              <a:off x="1578825" y="3964650"/>
              <a:ext cx="433500" cy="319225"/>
            </a:xfrm>
            <a:custGeom>
              <a:rect b="b" l="l" r="r" t="t"/>
              <a:pathLst>
                <a:path extrusionOk="0" h="12769" w="17340">
                  <a:moveTo>
                    <a:pt x="1" y="0"/>
                  </a:moveTo>
                  <a:lnTo>
                    <a:pt x="12769" y="12769"/>
                  </a:lnTo>
                  <a:lnTo>
                    <a:pt x="17339" y="12769"/>
                  </a:lnTo>
                  <a:lnTo>
                    <a:pt x="4570" y="0"/>
                  </a:lnTo>
                  <a:close/>
                </a:path>
              </a:pathLst>
            </a:custGeom>
            <a:solidFill>
              <a:srgbClr val="0AD3C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243" name="Google Shape;243;p3"/>
            <p:cNvSpPr/>
            <p:nvPr/>
          </p:nvSpPr>
          <p:spPr>
            <a:xfrm>
              <a:off x="322125" y="2637375"/>
              <a:ext cx="443550" cy="504050"/>
            </a:xfrm>
            <a:custGeom>
              <a:rect b="b" l="l" r="r" t="t"/>
              <a:pathLst>
                <a:path extrusionOk="0" h="20162" w="17742">
                  <a:moveTo>
                    <a:pt x="1747" y="1"/>
                  </a:moveTo>
                  <a:lnTo>
                    <a:pt x="0" y="2958"/>
                  </a:lnTo>
                  <a:lnTo>
                    <a:pt x="17339" y="20162"/>
                  </a:lnTo>
                  <a:lnTo>
                    <a:pt x="17742" y="19893"/>
                  </a:lnTo>
                  <a:lnTo>
                    <a:pt x="12366" y="10619"/>
                  </a:lnTo>
                  <a:lnTo>
                    <a:pt x="1747" y="1"/>
                  </a:lnTo>
                  <a:close/>
                </a:path>
              </a:pathLst>
            </a:custGeom>
            <a:solidFill>
              <a:srgbClr val="0AD3C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244" name="Google Shape;244;p3"/>
            <p:cNvSpPr/>
            <p:nvPr/>
          </p:nvSpPr>
          <p:spPr>
            <a:xfrm>
              <a:off x="359075" y="2576900"/>
              <a:ext cx="275575" cy="336050"/>
            </a:xfrm>
            <a:custGeom>
              <a:rect b="b" l="l" r="r" t="t"/>
              <a:pathLst>
                <a:path extrusionOk="0" h="13442" w="11023">
                  <a:moveTo>
                    <a:pt x="1614" y="1"/>
                  </a:moveTo>
                  <a:lnTo>
                    <a:pt x="1" y="2823"/>
                  </a:lnTo>
                  <a:lnTo>
                    <a:pt x="10484" y="13441"/>
                  </a:lnTo>
                  <a:lnTo>
                    <a:pt x="10888" y="13172"/>
                  </a:lnTo>
                  <a:lnTo>
                    <a:pt x="9812" y="11291"/>
                  </a:lnTo>
                  <a:lnTo>
                    <a:pt x="11022" y="9275"/>
                  </a:lnTo>
                  <a:lnTo>
                    <a:pt x="1614" y="1"/>
                  </a:lnTo>
                  <a:close/>
                </a:path>
              </a:pathLst>
            </a:custGeom>
            <a:solidFill>
              <a:srgbClr val="0BD1C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245" name="Google Shape;245;p3"/>
            <p:cNvSpPr/>
            <p:nvPr/>
          </p:nvSpPr>
          <p:spPr>
            <a:xfrm>
              <a:off x="1676275" y="3964650"/>
              <a:ext cx="433475" cy="319225"/>
            </a:xfrm>
            <a:custGeom>
              <a:rect b="b" l="l" r="r" t="t"/>
              <a:pathLst>
                <a:path extrusionOk="0" h="12769" w="17339">
                  <a:moveTo>
                    <a:pt x="0" y="0"/>
                  </a:moveTo>
                  <a:lnTo>
                    <a:pt x="12769" y="12769"/>
                  </a:lnTo>
                  <a:lnTo>
                    <a:pt x="17339" y="12769"/>
                  </a:lnTo>
                  <a:lnTo>
                    <a:pt x="4570" y="0"/>
                  </a:lnTo>
                  <a:close/>
                </a:path>
              </a:pathLst>
            </a:custGeom>
            <a:solidFill>
              <a:srgbClr val="0BD1C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246" name="Google Shape;246;p3"/>
            <p:cNvSpPr/>
            <p:nvPr/>
          </p:nvSpPr>
          <p:spPr>
            <a:xfrm>
              <a:off x="392675" y="2513050"/>
              <a:ext cx="275575" cy="309175"/>
            </a:xfrm>
            <a:custGeom>
              <a:rect b="b" l="l" r="r" t="t"/>
              <a:pathLst>
                <a:path extrusionOk="0" h="12367" w="11023">
                  <a:moveTo>
                    <a:pt x="1748" y="1"/>
                  </a:moveTo>
                  <a:lnTo>
                    <a:pt x="1" y="2958"/>
                  </a:lnTo>
                  <a:lnTo>
                    <a:pt x="9409" y="12366"/>
                  </a:lnTo>
                  <a:lnTo>
                    <a:pt x="11022" y="9409"/>
                  </a:lnTo>
                  <a:lnTo>
                    <a:pt x="1748" y="1"/>
                  </a:lnTo>
                  <a:close/>
                </a:path>
              </a:pathLst>
            </a:custGeom>
            <a:solidFill>
              <a:srgbClr val="0CCFC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247" name="Google Shape;247;p3"/>
            <p:cNvSpPr/>
            <p:nvPr/>
          </p:nvSpPr>
          <p:spPr>
            <a:xfrm>
              <a:off x="1773725" y="3964650"/>
              <a:ext cx="433475" cy="319225"/>
            </a:xfrm>
            <a:custGeom>
              <a:rect b="b" l="l" r="r" t="t"/>
              <a:pathLst>
                <a:path extrusionOk="0" h="12769" w="17339">
                  <a:moveTo>
                    <a:pt x="0" y="0"/>
                  </a:moveTo>
                  <a:lnTo>
                    <a:pt x="12634" y="12769"/>
                  </a:lnTo>
                  <a:lnTo>
                    <a:pt x="17339" y="12769"/>
                  </a:lnTo>
                  <a:lnTo>
                    <a:pt x="4570" y="0"/>
                  </a:lnTo>
                  <a:close/>
                </a:path>
              </a:pathLst>
            </a:custGeom>
            <a:solidFill>
              <a:srgbClr val="0CCFC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248" name="Google Shape;248;p3"/>
            <p:cNvSpPr/>
            <p:nvPr/>
          </p:nvSpPr>
          <p:spPr>
            <a:xfrm>
              <a:off x="429650" y="2452575"/>
              <a:ext cx="275550" cy="305800"/>
            </a:xfrm>
            <a:custGeom>
              <a:rect b="b" l="l" r="r" t="t"/>
              <a:pathLst>
                <a:path extrusionOk="0" h="12232" w="11022">
                  <a:moveTo>
                    <a:pt x="1748" y="1"/>
                  </a:moveTo>
                  <a:lnTo>
                    <a:pt x="0" y="2957"/>
                  </a:lnTo>
                  <a:lnTo>
                    <a:pt x="9274" y="12232"/>
                  </a:lnTo>
                  <a:lnTo>
                    <a:pt x="11022" y="9275"/>
                  </a:lnTo>
                  <a:lnTo>
                    <a:pt x="1748" y="1"/>
                  </a:lnTo>
                  <a:close/>
                </a:path>
              </a:pathLst>
            </a:custGeom>
            <a:solidFill>
              <a:srgbClr val="0DCDCE"/>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249" name="Google Shape;249;p3"/>
            <p:cNvSpPr/>
            <p:nvPr/>
          </p:nvSpPr>
          <p:spPr>
            <a:xfrm>
              <a:off x="1871150" y="3964650"/>
              <a:ext cx="433500" cy="319225"/>
            </a:xfrm>
            <a:custGeom>
              <a:rect b="b" l="l" r="r" t="t"/>
              <a:pathLst>
                <a:path extrusionOk="0" h="12769" w="17340">
                  <a:moveTo>
                    <a:pt x="1" y="0"/>
                  </a:moveTo>
                  <a:lnTo>
                    <a:pt x="12635" y="12769"/>
                  </a:lnTo>
                  <a:lnTo>
                    <a:pt x="17340" y="12769"/>
                  </a:lnTo>
                  <a:lnTo>
                    <a:pt x="4571" y="0"/>
                  </a:lnTo>
                  <a:close/>
                </a:path>
              </a:pathLst>
            </a:custGeom>
            <a:solidFill>
              <a:srgbClr val="0DCDCE"/>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250" name="Google Shape;250;p3"/>
            <p:cNvSpPr/>
            <p:nvPr/>
          </p:nvSpPr>
          <p:spPr>
            <a:xfrm>
              <a:off x="1965250" y="3964650"/>
              <a:ext cx="436850" cy="319225"/>
            </a:xfrm>
            <a:custGeom>
              <a:rect b="b" l="l" r="r" t="t"/>
              <a:pathLst>
                <a:path extrusionOk="0" h="12769" w="17474">
                  <a:moveTo>
                    <a:pt x="0" y="0"/>
                  </a:moveTo>
                  <a:lnTo>
                    <a:pt x="12769" y="12769"/>
                  </a:lnTo>
                  <a:lnTo>
                    <a:pt x="17473" y="12769"/>
                  </a:lnTo>
                  <a:lnTo>
                    <a:pt x="4705" y="0"/>
                  </a:lnTo>
                  <a:close/>
                </a:path>
              </a:pathLst>
            </a:custGeom>
            <a:solidFill>
              <a:srgbClr val="0ECCC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251" name="Google Shape;251;p3"/>
            <p:cNvSpPr/>
            <p:nvPr/>
          </p:nvSpPr>
          <p:spPr>
            <a:xfrm>
              <a:off x="466600" y="2392100"/>
              <a:ext cx="272200" cy="305800"/>
            </a:xfrm>
            <a:custGeom>
              <a:rect b="b" l="l" r="r" t="t"/>
              <a:pathLst>
                <a:path extrusionOk="0" h="12232" w="10888">
                  <a:moveTo>
                    <a:pt x="1614" y="0"/>
                  </a:moveTo>
                  <a:lnTo>
                    <a:pt x="1" y="2957"/>
                  </a:lnTo>
                  <a:lnTo>
                    <a:pt x="9275" y="12231"/>
                  </a:lnTo>
                  <a:lnTo>
                    <a:pt x="10888" y="9274"/>
                  </a:lnTo>
                  <a:lnTo>
                    <a:pt x="1614" y="0"/>
                  </a:lnTo>
                  <a:close/>
                </a:path>
              </a:pathLst>
            </a:custGeom>
            <a:solidFill>
              <a:srgbClr val="0ECCC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252" name="Google Shape;252;p3"/>
            <p:cNvSpPr/>
            <p:nvPr/>
          </p:nvSpPr>
          <p:spPr>
            <a:xfrm>
              <a:off x="2062700" y="3964650"/>
              <a:ext cx="433475" cy="319225"/>
            </a:xfrm>
            <a:custGeom>
              <a:rect b="b" l="l" r="r" t="t"/>
              <a:pathLst>
                <a:path extrusionOk="0" h="12769" w="17339">
                  <a:moveTo>
                    <a:pt x="0" y="0"/>
                  </a:moveTo>
                  <a:lnTo>
                    <a:pt x="12769" y="12769"/>
                  </a:lnTo>
                  <a:lnTo>
                    <a:pt x="17339" y="12769"/>
                  </a:lnTo>
                  <a:lnTo>
                    <a:pt x="4704" y="0"/>
                  </a:lnTo>
                  <a:close/>
                </a:path>
              </a:pathLst>
            </a:custGeom>
            <a:solidFill>
              <a:srgbClr val="10CAC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253" name="Google Shape;253;p3"/>
            <p:cNvSpPr/>
            <p:nvPr/>
          </p:nvSpPr>
          <p:spPr>
            <a:xfrm>
              <a:off x="500200" y="2328250"/>
              <a:ext cx="275575" cy="309150"/>
            </a:xfrm>
            <a:custGeom>
              <a:rect b="b" l="l" r="r" t="t"/>
              <a:pathLst>
                <a:path extrusionOk="0" h="12366" w="11023">
                  <a:moveTo>
                    <a:pt x="1748" y="1"/>
                  </a:moveTo>
                  <a:lnTo>
                    <a:pt x="1" y="2957"/>
                  </a:lnTo>
                  <a:lnTo>
                    <a:pt x="9275" y="12366"/>
                  </a:lnTo>
                  <a:lnTo>
                    <a:pt x="11022" y="9409"/>
                  </a:lnTo>
                  <a:lnTo>
                    <a:pt x="1748" y="1"/>
                  </a:lnTo>
                  <a:close/>
                </a:path>
              </a:pathLst>
            </a:custGeom>
            <a:solidFill>
              <a:srgbClr val="10CAC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254" name="Google Shape;254;p3"/>
            <p:cNvSpPr/>
            <p:nvPr/>
          </p:nvSpPr>
          <p:spPr>
            <a:xfrm>
              <a:off x="537175" y="2267775"/>
              <a:ext cx="275550" cy="305800"/>
            </a:xfrm>
            <a:custGeom>
              <a:rect b="b" l="l" r="r" t="t"/>
              <a:pathLst>
                <a:path extrusionOk="0" h="12232" w="11022">
                  <a:moveTo>
                    <a:pt x="1613" y="0"/>
                  </a:moveTo>
                  <a:lnTo>
                    <a:pt x="0" y="2957"/>
                  </a:lnTo>
                  <a:lnTo>
                    <a:pt x="9274" y="12231"/>
                  </a:lnTo>
                  <a:lnTo>
                    <a:pt x="11022" y="9274"/>
                  </a:lnTo>
                  <a:lnTo>
                    <a:pt x="1613" y="0"/>
                  </a:lnTo>
                  <a:close/>
                </a:path>
              </a:pathLst>
            </a:custGeom>
            <a:solidFill>
              <a:srgbClr val="11C8D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255" name="Google Shape;255;p3"/>
            <p:cNvSpPr/>
            <p:nvPr/>
          </p:nvSpPr>
          <p:spPr>
            <a:xfrm>
              <a:off x="2160150" y="3964650"/>
              <a:ext cx="433475" cy="319225"/>
            </a:xfrm>
            <a:custGeom>
              <a:rect b="b" l="l" r="r" t="t"/>
              <a:pathLst>
                <a:path extrusionOk="0" h="12769" w="17339">
                  <a:moveTo>
                    <a:pt x="0" y="0"/>
                  </a:moveTo>
                  <a:lnTo>
                    <a:pt x="12769" y="12769"/>
                  </a:lnTo>
                  <a:lnTo>
                    <a:pt x="17339" y="12769"/>
                  </a:lnTo>
                  <a:lnTo>
                    <a:pt x="4704" y="0"/>
                  </a:lnTo>
                  <a:close/>
                </a:path>
              </a:pathLst>
            </a:custGeom>
            <a:solidFill>
              <a:srgbClr val="11C8D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256" name="Google Shape;256;p3"/>
            <p:cNvSpPr/>
            <p:nvPr/>
          </p:nvSpPr>
          <p:spPr>
            <a:xfrm>
              <a:off x="570775" y="2207275"/>
              <a:ext cx="275550" cy="305800"/>
            </a:xfrm>
            <a:custGeom>
              <a:rect b="b" l="l" r="r" t="t"/>
              <a:pathLst>
                <a:path extrusionOk="0" h="12232" w="11022">
                  <a:moveTo>
                    <a:pt x="1748" y="1"/>
                  </a:moveTo>
                  <a:lnTo>
                    <a:pt x="0" y="2958"/>
                  </a:lnTo>
                  <a:lnTo>
                    <a:pt x="9409" y="12232"/>
                  </a:lnTo>
                  <a:lnTo>
                    <a:pt x="11022" y="9275"/>
                  </a:lnTo>
                  <a:lnTo>
                    <a:pt x="1748" y="1"/>
                  </a:lnTo>
                  <a:close/>
                </a:path>
              </a:pathLst>
            </a:custGeom>
            <a:solidFill>
              <a:srgbClr val="12C7D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257" name="Google Shape;257;p3"/>
            <p:cNvSpPr/>
            <p:nvPr/>
          </p:nvSpPr>
          <p:spPr>
            <a:xfrm>
              <a:off x="2257575" y="3964650"/>
              <a:ext cx="433500" cy="319225"/>
            </a:xfrm>
            <a:custGeom>
              <a:rect b="b" l="l" r="r" t="t"/>
              <a:pathLst>
                <a:path extrusionOk="0" h="12769" w="17340">
                  <a:moveTo>
                    <a:pt x="1" y="0"/>
                  </a:moveTo>
                  <a:lnTo>
                    <a:pt x="12770" y="12769"/>
                  </a:lnTo>
                  <a:lnTo>
                    <a:pt x="17339" y="12769"/>
                  </a:lnTo>
                  <a:lnTo>
                    <a:pt x="4705" y="0"/>
                  </a:lnTo>
                  <a:close/>
                </a:path>
              </a:pathLst>
            </a:custGeom>
            <a:solidFill>
              <a:srgbClr val="12C7D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258" name="Google Shape;258;p3"/>
            <p:cNvSpPr/>
            <p:nvPr/>
          </p:nvSpPr>
          <p:spPr>
            <a:xfrm>
              <a:off x="2355025" y="3964650"/>
              <a:ext cx="383100" cy="319225"/>
            </a:xfrm>
            <a:custGeom>
              <a:rect b="b" l="l" r="r" t="t"/>
              <a:pathLst>
                <a:path extrusionOk="0" h="12769" w="15324">
                  <a:moveTo>
                    <a:pt x="1" y="0"/>
                  </a:moveTo>
                  <a:lnTo>
                    <a:pt x="12769" y="12769"/>
                  </a:lnTo>
                  <a:lnTo>
                    <a:pt x="14248" y="12769"/>
                  </a:lnTo>
                  <a:lnTo>
                    <a:pt x="15323" y="10753"/>
                  </a:lnTo>
                  <a:lnTo>
                    <a:pt x="4570" y="0"/>
                  </a:lnTo>
                  <a:close/>
                </a:path>
              </a:pathLst>
            </a:custGeom>
            <a:solidFill>
              <a:srgbClr val="13C5D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259" name="Google Shape;259;p3"/>
            <p:cNvSpPr/>
            <p:nvPr/>
          </p:nvSpPr>
          <p:spPr>
            <a:xfrm>
              <a:off x="607725" y="2146800"/>
              <a:ext cx="275575" cy="305800"/>
            </a:xfrm>
            <a:custGeom>
              <a:rect b="b" l="l" r="r" t="t"/>
              <a:pathLst>
                <a:path extrusionOk="0" h="12232" w="11023">
                  <a:moveTo>
                    <a:pt x="1614" y="1"/>
                  </a:moveTo>
                  <a:lnTo>
                    <a:pt x="1" y="2823"/>
                  </a:lnTo>
                  <a:lnTo>
                    <a:pt x="9275" y="12232"/>
                  </a:lnTo>
                  <a:lnTo>
                    <a:pt x="11022" y="9275"/>
                  </a:lnTo>
                  <a:lnTo>
                    <a:pt x="1614" y="1"/>
                  </a:lnTo>
                  <a:close/>
                </a:path>
              </a:pathLst>
            </a:custGeom>
            <a:solidFill>
              <a:srgbClr val="13C5D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260" name="Google Shape;260;p3"/>
            <p:cNvSpPr/>
            <p:nvPr/>
          </p:nvSpPr>
          <p:spPr>
            <a:xfrm>
              <a:off x="2452475" y="3941125"/>
              <a:ext cx="322600" cy="305800"/>
            </a:xfrm>
            <a:custGeom>
              <a:rect b="b" l="l" r="r" t="t"/>
              <a:pathLst>
                <a:path extrusionOk="0" h="12232" w="12904">
                  <a:moveTo>
                    <a:pt x="3495" y="1"/>
                  </a:moveTo>
                  <a:lnTo>
                    <a:pt x="2957" y="941"/>
                  </a:lnTo>
                  <a:lnTo>
                    <a:pt x="0" y="941"/>
                  </a:lnTo>
                  <a:lnTo>
                    <a:pt x="11156" y="12232"/>
                  </a:lnTo>
                  <a:lnTo>
                    <a:pt x="12904" y="9275"/>
                  </a:lnTo>
                  <a:lnTo>
                    <a:pt x="3495" y="1"/>
                  </a:lnTo>
                  <a:close/>
                </a:path>
              </a:pathLst>
            </a:custGeom>
            <a:solidFill>
              <a:srgbClr val="14C3D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261" name="Google Shape;261;p3"/>
            <p:cNvSpPr/>
            <p:nvPr/>
          </p:nvSpPr>
          <p:spPr>
            <a:xfrm>
              <a:off x="641325" y="2082950"/>
              <a:ext cx="275575" cy="305800"/>
            </a:xfrm>
            <a:custGeom>
              <a:rect b="b" l="l" r="r" t="t"/>
              <a:pathLst>
                <a:path extrusionOk="0" h="12232" w="11023">
                  <a:moveTo>
                    <a:pt x="1748" y="1"/>
                  </a:moveTo>
                  <a:lnTo>
                    <a:pt x="1" y="2958"/>
                  </a:lnTo>
                  <a:lnTo>
                    <a:pt x="9409" y="12232"/>
                  </a:lnTo>
                  <a:lnTo>
                    <a:pt x="11022" y="9409"/>
                  </a:lnTo>
                  <a:lnTo>
                    <a:pt x="1748" y="1"/>
                  </a:lnTo>
                  <a:close/>
                </a:path>
              </a:pathLst>
            </a:custGeom>
            <a:solidFill>
              <a:srgbClr val="14C3D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262" name="Google Shape;262;p3"/>
            <p:cNvSpPr/>
            <p:nvPr/>
          </p:nvSpPr>
          <p:spPr>
            <a:xfrm>
              <a:off x="678300" y="2022475"/>
              <a:ext cx="275550" cy="305800"/>
            </a:xfrm>
            <a:custGeom>
              <a:rect b="b" l="l" r="r" t="t"/>
              <a:pathLst>
                <a:path extrusionOk="0" h="12232" w="11022">
                  <a:moveTo>
                    <a:pt x="1748" y="1"/>
                  </a:moveTo>
                  <a:lnTo>
                    <a:pt x="0" y="2957"/>
                  </a:lnTo>
                  <a:lnTo>
                    <a:pt x="9274" y="12232"/>
                  </a:lnTo>
                  <a:lnTo>
                    <a:pt x="11022" y="9275"/>
                  </a:lnTo>
                  <a:lnTo>
                    <a:pt x="1748" y="1"/>
                  </a:lnTo>
                  <a:close/>
                </a:path>
              </a:pathLst>
            </a:custGeom>
            <a:solidFill>
              <a:srgbClr val="15C1D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263" name="Google Shape;263;p3"/>
            <p:cNvSpPr/>
            <p:nvPr/>
          </p:nvSpPr>
          <p:spPr>
            <a:xfrm>
              <a:off x="2533125" y="3877275"/>
              <a:ext cx="275550" cy="309175"/>
            </a:xfrm>
            <a:custGeom>
              <a:rect b="b" l="l" r="r" t="t"/>
              <a:pathLst>
                <a:path extrusionOk="0" h="12367" w="11022">
                  <a:moveTo>
                    <a:pt x="1748" y="1"/>
                  </a:moveTo>
                  <a:lnTo>
                    <a:pt x="0" y="2958"/>
                  </a:lnTo>
                  <a:lnTo>
                    <a:pt x="9409" y="12366"/>
                  </a:lnTo>
                  <a:lnTo>
                    <a:pt x="11022" y="9409"/>
                  </a:lnTo>
                  <a:lnTo>
                    <a:pt x="1748" y="1"/>
                  </a:lnTo>
                  <a:close/>
                </a:path>
              </a:pathLst>
            </a:custGeom>
            <a:solidFill>
              <a:srgbClr val="15C1D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264" name="Google Shape;264;p3"/>
            <p:cNvSpPr/>
            <p:nvPr/>
          </p:nvSpPr>
          <p:spPr>
            <a:xfrm>
              <a:off x="2570075" y="3816800"/>
              <a:ext cx="275575" cy="305800"/>
            </a:xfrm>
            <a:custGeom>
              <a:rect b="b" l="l" r="r" t="t"/>
              <a:pathLst>
                <a:path extrusionOk="0" h="12232" w="11023">
                  <a:moveTo>
                    <a:pt x="1614" y="1"/>
                  </a:moveTo>
                  <a:lnTo>
                    <a:pt x="1" y="2957"/>
                  </a:lnTo>
                  <a:lnTo>
                    <a:pt x="9275" y="12232"/>
                  </a:lnTo>
                  <a:lnTo>
                    <a:pt x="11022" y="9275"/>
                  </a:lnTo>
                  <a:lnTo>
                    <a:pt x="1614" y="1"/>
                  </a:lnTo>
                  <a:close/>
                </a:path>
              </a:pathLst>
            </a:custGeom>
            <a:solidFill>
              <a:srgbClr val="16C0D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265" name="Google Shape;265;p3"/>
            <p:cNvSpPr/>
            <p:nvPr/>
          </p:nvSpPr>
          <p:spPr>
            <a:xfrm>
              <a:off x="711900" y="1962000"/>
              <a:ext cx="275550" cy="305800"/>
            </a:xfrm>
            <a:custGeom>
              <a:rect b="b" l="l" r="r" t="t"/>
              <a:pathLst>
                <a:path extrusionOk="0" h="12232" w="11022">
                  <a:moveTo>
                    <a:pt x="1748" y="0"/>
                  </a:moveTo>
                  <a:lnTo>
                    <a:pt x="0" y="2957"/>
                  </a:lnTo>
                  <a:lnTo>
                    <a:pt x="9409" y="12231"/>
                  </a:lnTo>
                  <a:lnTo>
                    <a:pt x="11022" y="9274"/>
                  </a:lnTo>
                  <a:lnTo>
                    <a:pt x="1748" y="0"/>
                  </a:lnTo>
                  <a:close/>
                </a:path>
              </a:pathLst>
            </a:custGeom>
            <a:solidFill>
              <a:srgbClr val="16C0D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266" name="Google Shape;266;p3"/>
            <p:cNvSpPr/>
            <p:nvPr/>
          </p:nvSpPr>
          <p:spPr>
            <a:xfrm>
              <a:off x="2603675" y="3756325"/>
              <a:ext cx="275575" cy="305800"/>
            </a:xfrm>
            <a:custGeom>
              <a:rect b="b" l="l" r="r" t="t"/>
              <a:pathLst>
                <a:path extrusionOk="0" h="12232" w="11023">
                  <a:moveTo>
                    <a:pt x="1748" y="0"/>
                  </a:moveTo>
                  <a:lnTo>
                    <a:pt x="1" y="2957"/>
                  </a:lnTo>
                  <a:lnTo>
                    <a:pt x="9409" y="12231"/>
                  </a:lnTo>
                  <a:lnTo>
                    <a:pt x="11022" y="9274"/>
                  </a:lnTo>
                  <a:lnTo>
                    <a:pt x="1748" y="0"/>
                  </a:lnTo>
                  <a:close/>
                </a:path>
              </a:pathLst>
            </a:custGeom>
            <a:solidFill>
              <a:srgbClr val="17BED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267" name="Google Shape;267;p3"/>
            <p:cNvSpPr/>
            <p:nvPr/>
          </p:nvSpPr>
          <p:spPr>
            <a:xfrm>
              <a:off x="748850" y="1898150"/>
              <a:ext cx="275575" cy="309150"/>
            </a:xfrm>
            <a:custGeom>
              <a:rect b="b" l="l" r="r" t="t"/>
              <a:pathLst>
                <a:path extrusionOk="0" h="12366" w="11023">
                  <a:moveTo>
                    <a:pt x="1748" y="0"/>
                  </a:moveTo>
                  <a:lnTo>
                    <a:pt x="1" y="2957"/>
                  </a:lnTo>
                  <a:lnTo>
                    <a:pt x="9275" y="12366"/>
                  </a:lnTo>
                  <a:lnTo>
                    <a:pt x="11022" y="9409"/>
                  </a:lnTo>
                  <a:lnTo>
                    <a:pt x="1748" y="0"/>
                  </a:lnTo>
                  <a:close/>
                </a:path>
              </a:pathLst>
            </a:custGeom>
            <a:solidFill>
              <a:srgbClr val="17BED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268" name="Google Shape;268;p3"/>
            <p:cNvSpPr/>
            <p:nvPr/>
          </p:nvSpPr>
          <p:spPr>
            <a:xfrm>
              <a:off x="2640650" y="3692475"/>
              <a:ext cx="275550" cy="309150"/>
            </a:xfrm>
            <a:custGeom>
              <a:rect b="b" l="l" r="r" t="t"/>
              <a:pathLst>
                <a:path extrusionOk="0" h="12366" w="11022">
                  <a:moveTo>
                    <a:pt x="1748" y="0"/>
                  </a:moveTo>
                  <a:lnTo>
                    <a:pt x="0" y="2957"/>
                  </a:lnTo>
                  <a:lnTo>
                    <a:pt x="9274" y="12366"/>
                  </a:lnTo>
                  <a:lnTo>
                    <a:pt x="11022" y="9409"/>
                  </a:lnTo>
                  <a:lnTo>
                    <a:pt x="1748" y="0"/>
                  </a:lnTo>
                  <a:close/>
                </a:path>
              </a:pathLst>
            </a:custGeom>
            <a:solidFill>
              <a:srgbClr val="18BCD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269" name="Google Shape;269;p3"/>
            <p:cNvSpPr/>
            <p:nvPr/>
          </p:nvSpPr>
          <p:spPr>
            <a:xfrm>
              <a:off x="785825" y="1837675"/>
              <a:ext cx="275550" cy="305800"/>
            </a:xfrm>
            <a:custGeom>
              <a:rect b="b" l="l" r="r" t="t"/>
              <a:pathLst>
                <a:path extrusionOk="0" h="12232" w="11022">
                  <a:moveTo>
                    <a:pt x="1613" y="0"/>
                  </a:moveTo>
                  <a:lnTo>
                    <a:pt x="0" y="2957"/>
                  </a:lnTo>
                  <a:lnTo>
                    <a:pt x="9275" y="12231"/>
                  </a:lnTo>
                  <a:lnTo>
                    <a:pt x="11022" y="9274"/>
                  </a:lnTo>
                  <a:lnTo>
                    <a:pt x="1613" y="0"/>
                  </a:lnTo>
                  <a:close/>
                </a:path>
              </a:pathLst>
            </a:custGeom>
            <a:solidFill>
              <a:srgbClr val="18BCD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270" name="Google Shape;270;p3"/>
            <p:cNvSpPr/>
            <p:nvPr/>
          </p:nvSpPr>
          <p:spPr>
            <a:xfrm>
              <a:off x="2677600" y="3632000"/>
              <a:ext cx="275575" cy="305800"/>
            </a:xfrm>
            <a:custGeom>
              <a:rect b="b" l="l" r="r" t="t"/>
              <a:pathLst>
                <a:path extrusionOk="0" h="12232" w="11023">
                  <a:moveTo>
                    <a:pt x="1614" y="0"/>
                  </a:moveTo>
                  <a:lnTo>
                    <a:pt x="1" y="2957"/>
                  </a:lnTo>
                  <a:lnTo>
                    <a:pt x="9275" y="12231"/>
                  </a:lnTo>
                  <a:lnTo>
                    <a:pt x="11022" y="9274"/>
                  </a:lnTo>
                  <a:lnTo>
                    <a:pt x="1614" y="0"/>
                  </a:lnTo>
                  <a:close/>
                </a:path>
              </a:pathLst>
            </a:custGeom>
            <a:solidFill>
              <a:srgbClr val="19BBD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271" name="Google Shape;271;p3"/>
            <p:cNvSpPr/>
            <p:nvPr/>
          </p:nvSpPr>
          <p:spPr>
            <a:xfrm>
              <a:off x="819425" y="1777175"/>
              <a:ext cx="275550" cy="305800"/>
            </a:xfrm>
            <a:custGeom>
              <a:rect b="b" l="l" r="r" t="t"/>
              <a:pathLst>
                <a:path extrusionOk="0" h="12232" w="11022">
                  <a:moveTo>
                    <a:pt x="1748" y="1"/>
                  </a:moveTo>
                  <a:lnTo>
                    <a:pt x="0" y="2958"/>
                  </a:lnTo>
                  <a:lnTo>
                    <a:pt x="9275" y="12232"/>
                  </a:lnTo>
                  <a:lnTo>
                    <a:pt x="11022" y="9275"/>
                  </a:lnTo>
                  <a:lnTo>
                    <a:pt x="1748" y="1"/>
                  </a:lnTo>
                  <a:close/>
                </a:path>
              </a:pathLst>
            </a:custGeom>
            <a:solidFill>
              <a:srgbClr val="19BBD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272" name="Google Shape;272;p3"/>
            <p:cNvSpPr/>
            <p:nvPr/>
          </p:nvSpPr>
          <p:spPr>
            <a:xfrm>
              <a:off x="2711200" y="3571500"/>
              <a:ext cx="275575" cy="305800"/>
            </a:xfrm>
            <a:custGeom>
              <a:rect b="b" l="l" r="r" t="t"/>
              <a:pathLst>
                <a:path extrusionOk="0" h="12232" w="11023">
                  <a:moveTo>
                    <a:pt x="1748" y="1"/>
                  </a:moveTo>
                  <a:lnTo>
                    <a:pt x="1" y="2958"/>
                  </a:lnTo>
                  <a:lnTo>
                    <a:pt x="9275" y="12232"/>
                  </a:lnTo>
                  <a:lnTo>
                    <a:pt x="11022" y="9275"/>
                  </a:lnTo>
                  <a:lnTo>
                    <a:pt x="1748" y="1"/>
                  </a:lnTo>
                  <a:close/>
                </a:path>
              </a:pathLst>
            </a:custGeom>
            <a:solidFill>
              <a:srgbClr val="1BB9D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273" name="Google Shape;273;p3"/>
            <p:cNvSpPr/>
            <p:nvPr/>
          </p:nvSpPr>
          <p:spPr>
            <a:xfrm>
              <a:off x="856375" y="1713350"/>
              <a:ext cx="275575" cy="309150"/>
            </a:xfrm>
            <a:custGeom>
              <a:rect b="b" l="l" r="r" t="t"/>
              <a:pathLst>
                <a:path extrusionOk="0" h="12366" w="11023">
                  <a:moveTo>
                    <a:pt x="1614" y="0"/>
                  </a:moveTo>
                  <a:lnTo>
                    <a:pt x="1" y="2957"/>
                  </a:lnTo>
                  <a:lnTo>
                    <a:pt x="9275" y="12366"/>
                  </a:lnTo>
                  <a:lnTo>
                    <a:pt x="11022" y="9409"/>
                  </a:lnTo>
                  <a:lnTo>
                    <a:pt x="1614" y="0"/>
                  </a:lnTo>
                  <a:close/>
                </a:path>
              </a:pathLst>
            </a:custGeom>
            <a:solidFill>
              <a:srgbClr val="1BB9D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274" name="Google Shape;274;p3"/>
            <p:cNvSpPr/>
            <p:nvPr/>
          </p:nvSpPr>
          <p:spPr>
            <a:xfrm>
              <a:off x="890000" y="1652850"/>
              <a:ext cx="275550" cy="305800"/>
            </a:xfrm>
            <a:custGeom>
              <a:rect b="b" l="l" r="r" t="t"/>
              <a:pathLst>
                <a:path extrusionOk="0" h="12232" w="11022">
                  <a:moveTo>
                    <a:pt x="1747" y="1"/>
                  </a:moveTo>
                  <a:lnTo>
                    <a:pt x="0" y="2958"/>
                  </a:lnTo>
                  <a:lnTo>
                    <a:pt x="9409" y="12232"/>
                  </a:lnTo>
                  <a:lnTo>
                    <a:pt x="11021" y="9275"/>
                  </a:lnTo>
                  <a:lnTo>
                    <a:pt x="1747" y="1"/>
                  </a:lnTo>
                  <a:close/>
                </a:path>
              </a:pathLst>
            </a:custGeom>
            <a:solidFill>
              <a:srgbClr val="1CB7D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275" name="Google Shape;275;p3"/>
            <p:cNvSpPr/>
            <p:nvPr/>
          </p:nvSpPr>
          <p:spPr>
            <a:xfrm>
              <a:off x="2748175" y="3511025"/>
              <a:ext cx="275550" cy="305800"/>
            </a:xfrm>
            <a:custGeom>
              <a:rect b="b" l="l" r="r" t="t"/>
              <a:pathLst>
                <a:path extrusionOk="0" h="12232" w="11022">
                  <a:moveTo>
                    <a:pt x="1613" y="1"/>
                  </a:moveTo>
                  <a:lnTo>
                    <a:pt x="0" y="2823"/>
                  </a:lnTo>
                  <a:lnTo>
                    <a:pt x="9274" y="12232"/>
                  </a:lnTo>
                  <a:lnTo>
                    <a:pt x="11022" y="9275"/>
                  </a:lnTo>
                  <a:lnTo>
                    <a:pt x="1613" y="1"/>
                  </a:lnTo>
                  <a:close/>
                </a:path>
              </a:pathLst>
            </a:custGeom>
            <a:solidFill>
              <a:srgbClr val="1CB7D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276" name="Google Shape;276;p3"/>
            <p:cNvSpPr/>
            <p:nvPr/>
          </p:nvSpPr>
          <p:spPr>
            <a:xfrm>
              <a:off x="2781775" y="3447175"/>
              <a:ext cx="275550" cy="305800"/>
            </a:xfrm>
            <a:custGeom>
              <a:rect b="b" l="l" r="r" t="t"/>
              <a:pathLst>
                <a:path extrusionOk="0" h="12232" w="11022">
                  <a:moveTo>
                    <a:pt x="1748" y="1"/>
                  </a:moveTo>
                  <a:lnTo>
                    <a:pt x="0" y="2958"/>
                  </a:lnTo>
                  <a:lnTo>
                    <a:pt x="9409" y="12232"/>
                  </a:lnTo>
                  <a:lnTo>
                    <a:pt x="11022" y="9409"/>
                  </a:lnTo>
                  <a:lnTo>
                    <a:pt x="1748" y="1"/>
                  </a:lnTo>
                  <a:close/>
                </a:path>
              </a:pathLst>
            </a:custGeom>
            <a:solidFill>
              <a:srgbClr val="1DB5D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277" name="Google Shape;277;p3"/>
            <p:cNvSpPr/>
            <p:nvPr/>
          </p:nvSpPr>
          <p:spPr>
            <a:xfrm>
              <a:off x="926950" y="1592375"/>
              <a:ext cx="275550" cy="305800"/>
            </a:xfrm>
            <a:custGeom>
              <a:rect b="b" l="l" r="r" t="t"/>
              <a:pathLst>
                <a:path extrusionOk="0" h="12232" w="11022">
                  <a:moveTo>
                    <a:pt x="1613" y="1"/>
                  </a:moveTo>
                  <a:lnTo>
                    <a:pt x="1" y="2957"/>
                  </a:lnTo>
                  <a:lnTo>
                    <a:pt x="9275" y="12231"/>
                  </a:lnTo>
                  <a:lnTo>
                    <a:pt x="11022" y="9275"/>
                  </a:lnTo>
                  <a:lnTo>
                    <a:pt x="1613" y="1"/>
                  </a:lnTo>
                  <a:close/>
                </a:path>
              </a:pathLst>
            </a:custGeom>
            <a:solidFill>
              <a:srgbClr val="1DB5D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278" name="Google Shape;278;p3"/>
            <p:cNvSpPr/>
            <p:nvPr/>
          </p:nvSpPr>
          <p:spPr>
            <a:xfrm>
              <a:off x="960550" y="1531900"/>
              <a:ext cx="275550" cy="305800"/>
            </a:xfrm>
            <a:custGeom>
              <a:rect b="b" l="l" r="r" t="t"/>
              <a:pathLst>
                <a:path extrusionOk="0" h="12232" w="11022">
                  <a:moveTo>
                    <a:pt x="1748" y="0"/>
                  </a:moveTo>
                  <a:lnTo>
                    <a:pt x="1" y="2823"/>
                  </a:lnTo>
                  <a:lnTo>
                    <a:pt x="9409" y="12231"/>
                  </a:lnTo>
                  <a:lnTo>
                    <a:pt x="11022" y="9274"/>
                  </a:lnTo>
                  <a:lnTo>
                    <a:pt x="1748" y="0"/>
                  </a:lnTo>
                  <a:close/>
                </a:path>
              </a:pathLst>
            </a:custGeom>
            <a:solidFill>
              <a:srgbClr val="1EB4D7"/>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279" name="Google Shape;279;p3"/>
            <p:cNvSpPr/>
            <p:nvPr/>
          </p:nvSpPr>
          <p:spPr>
            <a:xfrm>
              <a:off x="2818725" y="3386700"/>
              <a:ext cx="275575" cy="305800"/>
            </a:xfrm>
            <a:custGeom>
              <a:rect b="b" l="l" r="r" t="t"/>
              <a:pathLst>
                <a:path extrusionOk="0" h="12232" w="11023">
                  <a:moveTo>
                    <a:pt x="1614" y="1"/>
                  </a:moveTo>
                  <a:lnTo>
                    <a:pt x="1" y="2957"/>
                  </a:lnTo>
                  <a:lnTo>
                    <a:pt x="9275" y="12231"/>
                  </a:lnTo>
                  <a:lnTo>
                    <a:pt x="11022" y="9275"/>
                  </a:lnTo>
                  <a:lnTo>
                    <a:pt x="1614" y="1"/>
                  </a:lnTo>
                  <a:close/>
                </a:path>
              </a:pathLst>
            </a:custGeom>
            <a:solidFill>
              <a:srgbClr val="1EB4D7"/>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280" name="Google Shape;280;p3"/>
            <p:cNvSpPr/>
            <p:nvPr/>
          </p:nvSpPr>
          <p:spPr>
            <a:xfrm>
              <a:off x="997525" y="1468050"/>
              <a:ext cx="322600" cy="305800"/>
            </a:xfrm>
            <a:custGeom>
              <a:rect b="b" l="l" r="r" t="t"/>
              <a:pathLst>
                <a:path extrusionOk="0" h="12232" w="12904">
                  <a:moveTo>
                    <a:pt x="1747" y="0"/>
                  </a:moveTo>
                  <a:lnTo>
                    <a:pt x="0" y="2957"/>
                  </a:lnTo>
                  <a:lnTo>
                    <a:pt x="9274" y="12231"/>
                  </a:lnTo>
                  <a:lnTo>
                    <a:pt x="9946" y="11291"/>
                  </a:lnTo>
                  <a:lnTo>
                    <a:pt x="12903" y="11291"/>
                  </a:lnTo>
                  <a:lnTo>
                    <a:pt x="1747" y="0"/>
                  </a:lnTo>
                  <a:close/>
                </a:path>
              </a:pathLst>
            </a:custGeom>
            <a:solidFill>
              <a:srgbClr val="1FB2D7"/>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281" name="Google Shape;281;p3"/>
            <p:cNvSpPr/>
            <p:nvPr/>
          </p:nvSpPr>
          <p:spPr>
            <a:xfrm>
              <a:off x="2852325" y="3326225"/>
              <a:ext cx="275575" cy="305800"/>
            </a:xfrm>
            <a:custGeom>
              <a:rect b="b" l="l" r="r" t="t"/>
              <a:pathLst>
                <a:path extrusionOk="0" h="12232" w="11023">
                  <a:moveTo>
                    <a:pt x="1748" y="0"/>
                  </a:moveTo>
                  <a:lnTo>
                    <a:pt x="1" y="2957"/>
                  </a:lnTo>
                  <a:lnTo>
                    <a:pt x="9409" y="12231"/>
                  </a:lnTo>
                  <a:lnTo>
                    <a:pt x="11022" y="9274"/>
                  </a:lnTo>
                  <a:lnTo>
                    <a:pt x="1748" y="0"/>
                  </a:lnTo>
                  <a:close/>
                </a:path>
              </a:pathLst>
            </a:custGeom>
            <a:solidFill>
              <a:srgbClr val="1FB2D7"/>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282" name="Google Shape;282;p3"/>
            <p:cNvSpPr/>
            <p:nvPr/>
          </p:nvSpPr>
          <p:spPr>
            <a:xfrm>
              <a:off x="1034475" y="1431100"/>
              <a:ext cx="383075" cy="319225"/>
            </a:xfrm>
            <a:custGeom>
              <a:rect b="b" l="l" r="r" t="t"/>
              <a:pathLst>
                <a:path extrusionOk="0" h="12769" w="15323">
                  <a:moveTo>
                    <a:pt x="1076" y="0"/>
                  </a:moveTo>
                  <a:lnTo>
                    <a:pt x="1" y="2016"/>
                  </a:lnTo>
                  <a:lnTo>
                    <a:pt x="10619" y="12769"/>
                  </a:lnTo>
                  <a:lnTo>
                    <a:pt x="15323" y="12769"/>
                  </a:lnTo>
                  <a:lnTo>
                    <a:pt x="2554" y="0"/>
                  </a:lnTo>
                  <a:close/>
                </a:path>
              </a:pathLst>
            </a:custGeom>
            <a:solidFill>
              <a:srgbClr val="20B0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283" name="Google Shape;283;p3"/>
            <p:cNvSpPr/>
            <p:nvPr/>
          </p:nvSpPr>
          <p:spPr>
            <a:xfrm>
              <a:off x="2889300" y="3262375"/>
              <a:ext cx="275550" cy="309150"/>
            </a:xfrm>
            <a:custGeom>
              <a:rect b="b" l="l" r="r" t="t"/>
              <a:pathLst>
                <a:path extrusionOk="0" h="12366" w="11022">
                  <a:moveTo>
                    <a:pt x="1748" y="0"/>
                  </a:moveTo>
                  <a:lnTo>
                    <a:pt x="0" y="2957"/>
                  </a:lnTo>
                  <a:lnTo>
                    <a:pt x="9274" y="12366"/>
                  </a:lnTo>
                  <a:lnTo>
                    <a:pt x="11022" y="9409"/>
                  </a:lnTo>
                  <a:lnTo>
                    <a:pt x="1748" y="0"/>
                  </a:lnTo>
                  <a:close/>
                </a:path>
              </a:pathLst>
            </a:custGeom>
            <a:solidFill>
              <a:srgbClr val="20B0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284" name="Google Shape;284;p3"/>
            <p:cNvSpPr/>
            <p:nvPr/>
          </p:nvSpPr>
          <p:spPr>
            <a:xfrm>
              <a:off x="1078150" y="1431100"/>
              <a:ext cx="436850" cy="319225"/>
            </a:xfrm>
            <a:custGeom>
              <a:rect b="b" l="l" r="r" t="t"/>
              <a:pathLst>
                <a:path extrusionOk="0" h="12769" w="17474">
                  <a:moveTo>
                    <a:pt x="1" y="0"/>
                  </a:moveTo>
                  <a:lnTo>
                    <a:pt x="12770" y="12769"/>
                  </a:lnTo>
                  <a:lnTo>
                    <a:pt x="17474" y="12769"/>
                  </a:lnTo>
                  <a:lnTo>
                    <a:pt x="4705" y="0"/>
                  </a:lnTo>
                  <a:close/>
                </a:path>
              </a:pathLst>
            </a:custGeom>
            <a:solidFill>
              <a:srgbClr val="21AED9"/>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285" name="Google Shape;285;p3"/>
            <p:cNvSpPr/>
            <p:nvPr/>
          </p:nvSpPr>
          <p:spPr>
            <a:xfrm>
              <a:off x="2926250" y="3201900"/>
              <a:ext cx="272200" cy="305800"/>
            </a:xfrm>
            <a:custGeom>
              <a:rect b="b" l="l" r="r" t="t"/>
              <a:pathLst>
                <a:path extrusionOk="0" h="12232" w="10888">
                  <a:moveTo>
                    <a:pt x="1614" y="0"/>
                  </a:moveTo>
                  <a:lnTo>
                    <a:pt x="1" y="2957"/>
                  </a:lnTo>
                  <a:lnTo>
                    <a:pt x="9275" y="12231"/>
                  </a:lnTo>
                  <a:lnTo>
                    <a:pt x="10888" y="9274"/>
                  </a:lnTo>
                  <a:lnTo>
                    <a:pt x="1614" y="0"/>
                  </a:lnTo>
                  <a:close/>
                </a:path>
              </a:pathLst>
            </a:custGeom>
            <a:solidFill>
              <a:srgbClr val="21AED9"/>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286" name="Google Shape;286;p3"/>
            <p:cNvSpPr/>
            <p:nvPr/>
          </p:nvSpPr>
          <p:spPr>
            <a:xfrm>
              <a:off x="1175600" y="1431100"/>
              <a:ext cx="436850" cy="319225"/>
            </a:xfrm>
            <a:custGeom>
              <a:rect b="b" l="l" r="r" t="t"/>
              <a:pathLst>
                <a:path extrusionOk="0" h="12769" w="17474">
                  <a:moveTo>
                    <a:pt x="1" y="0"/>
                  </a:moveTo>
                  <a:lnTo>
                    <a:pt x="12769" y="12769"/>
                  </a:lnTo>
                  <a:lnTo>
                    <a:pt x="17474" y="12769"/>
                  </a:lnTo>
                  <a:lnTo>
                    <a:pt x="4705" y="0"/>
                  </a:lnTo>
                  <a:close/>
                </a:path>
              </a:pathLst>
            </a:custGeom>
            <a:solidFill>
              <a:srgbClr val="22ADD9"/>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287" name="Google Shape;287;p3"/>
            <p:cNvSpPr/>
            <p:nvPr/>
          </p:nvSpPr>
          <p:spPr>
            <a:xfrm>
              <a:off x="2959850" y="3141400"/>
              <a:ext cx="275575" cy="305800"/>
            </a:xfrm>
            <a:custGeom>
              <a:rect b="b" l="l" r="r" t="t"/>
              <a:pathLst>
                <a:path extrusionOk="0" h="12232" w="11023">
                  <a:moveTo>
                    <a:pt x="1748" y="1"/>
                  </a:moveTo>
                  <a:lnTo>
                    <a:pt x="1" y="2958"/>
                  </a:lnTo>
                  <a:lnTo>
                    <a:pt x="9275" y="12232"/>
                  </a:lnTo>
                  <a:lnTo>
                    <a:pt x="11022" y="9275"/>
                  </a:lnTo>
                  <a:lnTo>
                    <a:pt x="1748" y="1"/>
                  </a:lnTo>
                  <a:close/>
                </a:path>
              </a:pathLst>
            </a:custGeom>
            <a:solidFill>
              <a:srgbClr val="22ADD9"/>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288" name="Google Shape;288;p3"/>
            <p:cNvSpPr/>
            <p:nvPr/>
          </p:nvSpPr>
          <p:spPr>
            <a:xfrm>
              <a:off x="2996825" y="3077575"/>
              <a:ext cx="275550" cy="309150"/>
            </a:xfrm>
            <a:custGeom>
              <a:rect b="b" l="l" r="r" t="t"/>
              <a:pathLst>
                <a:path extrusionOk="0" h="12366" w="11022">
                  <a:moveTo>
                    <a:pt x="1613" y="0"/>
                  </a:moveTo>
                  <a:lnTo>
                    <a:pt x="0" y="2957"/>
                  </a:lnTo>
                  <a:lnTo>
                    <a:pt x="9275" y="12366"/>
                  </a:lnTo>
                  <a:lnTo>
                    <a:pt x="11022" y="9409"/>
                  </a:lnTo>
                  <a:lnTo>
                    <a:pt x="1613" y="0"/>
                  </a:lnTo>
                  <a:close/>
                </a:path>
              </a:pathLst>
            </a:custGeom>
            <a:solidFill>
              <a:srgbClr val="23ABDA"/>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289" name="Google Shape;289;p3"/>
            <p:cNvSpPr/>
            <p:nvPr/>
          </p:nvSpPr>
          <p:spPr>
            <a:xfrm>
              <a:off x="1273050" y="1431100"/>
              <a:ext cx="433500" cy="319225"/>
            </a:xfrm>
            <a:custGeom>
              <a:rect b="b" l="l" r="r" t="t"/>
              <a:pathLst>
                <a:path extrusionOk="0" h="12769" w="17340">
                  <a:moveTo>
                    <a:pt x="0" y="0"/>
                  </a:moveTo>
                  <a:lnTo>
                    <a:pt x="12769" y="12769"/>
                  </a:lnTo>
                  <a:lnTo>
                    <a:pt x="17339" y="12769"/>
                  </a:lnTo>
                  <a:lnTo>
                    <a:pt x="4705" y="0"/>
                  </a:lnTo>
                  <a:close/>
                </a:path>
              </a:pathLst>
            </a:custGeom>
            <a:solidFill>
              <a:srgbClr val="23ABDA"/>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290" name="Google Shape;290;p3"/>
            <p:cNvSpPr/>
            <p:nvPr/>
          </p:nvSpPr>
          <p:spPr>
            <a:xfrm>
              <a:off x="1370500" y="1431100"/>
              <a:ext cx="433475" cy="319225"/>
            </a:xfrm>
            <a:custGeom>
              <a:rect b="b" l="l" r="r" t="t"/>
              <a:pathLst>
                <a:path extrusionOk="0" h="12769" w="17339">
                  <a:moveTo>
                    <a:pt x="0" y="0"/>
                  </a:moveTo>
                  <a:lnTo>
                    <a:pt x="12769" y="12769"/>
                  </a:lnTo>
                  <a:lnTo>
                    <a:pt x="17339" y="12769"/>
                  </a:lnTo>
                  <a:lnTo>
                    <a:pt x="4705" y="0"/>
                  </a:lnTo>
                  <a:close/>
                </a:path>
              </a:pathLst>
            </a:custGeom>
            <a:solidFill>
              <a:srgbClr val="25A9DA"/>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291" name="Google Shape;291;p3"/>
            <p:cNvSpPr/>
            <p:nvPr/>
          </p:nvSpPr>
          <p:spPr>
            <a:xfrm>
              <a:off x="3030425" y="3017075"/>
              <a:ext cx="275550" cy="305800"/>
            </a:xfrm>
            <a:custGeom>
              <a:rect b="b" l="l" r="r" t="t"/>
              <a:pathLst>
                <a:path extrusionOk="0" h="12232" w="11022">
                  <a:moveTo>
                    <a:pt x="1748" y="1"/>
                  </a:moveTo>
                  <a:lnTo>
                    <a:pt x="1" y="2958"/>
                  </a:lnTo>
                  <a:lnTo>
                    <a:pt x="9409" y="12232"/>
                  </a:lnTo>
                  <a:lnTo>
                    <a:pt x="11022" y="9275"/>
                  </a:lnTo>
                  <a:lnTo>
                    <a:pt x="1748" y="1"/>
                  </a:lnTo>
                  <a:close/>
                </a:path>
              </a:pathLst>
            </a:custGeom>
            <a:solidFill>
              <a:srgbClr val="25A9DA"/>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292" name="Google Shape;292;p3"/>
            <p:cNvSpPr/>
            <p:nvPr/>
          </p:nvSpPr>
          <p:spPr>
            <a:xfrm>
              <a:off x="1467950" y="1431100"/>
              <a:ext cx="433475" cy="319225"/>
            </a:xfrm>
            <a:custGeom>
              <a:rect b="b" l="l" r="r" t="t"/>
              <a:pathLst>
                <a:path extrusionOk="0" h="12769" w="17339">
                  <a:moveTo>
                    <a:pt x="0" y="0"/>
                  </a:moveTo>
                  <a:lnTo>
                    <a:pt x="12769" y="12769"/>
                  </a:lnTo>
                  <a:lnTo>
                    <a:pt x="17339" y="12769"/>
                  </a:lnTo>
                  <a:lnTo>
                    <a:pt x="4570" y="0"/>
                  </a:lnTo>
                  <a:close/>
                </a:path>
              </a:pathLst>
            </a:custGeom>
            <a:solidFill>
              <a:srgbClr val="26A8D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293" name="Google Shape;293;p3"/>
            <p:cNvSpPr/>
            <p:nvPr/>
          </p:nvSpPr>
          <p:spPr>
            <a:xfrm>
              <a:off x="3067375" y="2956600"/>
              <a:ext cx="275575" cy="305800"/>
            </a:xfrm>
            <a:custGeom>
              <a:rect b="b" l="l" r="r" t="t"/>
              <a:pathLst>
                <a:path extrusionOk="0" h="12232" w="11023">
                  <a:moveTo>
                    <a:pt x="1614" y="0"/>
                  </a:moveTo>
                  <a:lnTo>
                    <a:pt x="1" y="2957"/>
                  </a:lnTo>
                  <a:lnTo>
                    <a:pt x="9275" y="12231"/>
                  </a:lnTo>
                  <a:lnTo>
                    <a:pt x="11022" y="9275"/>
                  </a:lnTo>
                  <a:lnTo>
                    <a:pt x="1614" y="0"/>
                  </a:lnTo>
                  <a:close/>
                </a:path>
              </a:pathLst>
            </a:custGeom>
            <a:solidFill>
              <a:srgbClr val="26A8D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294" name="Google Shape;294;p3"/>
            <p:cNvSpPr/>
            <p:nvPr/>
          </p:nvSpPr>
          <p:spPr>
            <a:xfrm>
              <a:off x="1565375" y="1431100"/>
              <a:ext cx="433500" cy="319225"/>
            </a:xfrm>
            <a:custGeom>
              <a:rect b="b" l="l" r="r" t="t"/>
              <a:pathLst>
                <a:path extrusionOk="0" h="12769" w="17340">
                  <a:moveTo>
                    <a:pt x="1" y="0"/>
                  </a:moveTo>
                  <a:lnTo>
                    <a:pt x="12635" y="12769"/>
                  </a:lnTo>
                  <a:lnTo>
                    <a:pt x="17339" y="12769"/>
                  </a:lnTo>
                  <a:lnTo>
                    <a:pt x="4571" y="0"/>
                  </a:lnTo>
                  <a:close/>
                </a:path>
              </a:pathLst>
            </a:custGeom>
            <a:solidFill>
              <a:srgbClr val="27A6D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295" name="Google Shape;295;p3"/>
            <p:cNvSpPr/>
            <p:nvPr/>
          </p:nvSpPr>
          <p:spPr>
            <a:xfrm>
              <a:off x="3101000" y="2896125"/>
              <a:ext cx="275550" cy="305800"/>
            </a:xfrm>
            <a:custGeom>
              <a:rect b="b" l="l" r="r" t="t"/>
              <a:pathLst>
                <a:path extrusionOk="0" h="12232" w="11022">
                  <a:moveTo>
                    <a:pt x="1747" y="0"/>
                  </a:moveTo>
                  <a:lnTo>
                    <a:pt x="0" y="2823"/>
                  </a:lnTo>
                  <a:lnTo>
                    <a:pt x="9409" y="12231"/>
                  </a:lnTo>
                  <a:lnTo>
                    <a:pt x="11021" y="9274"/>
                  </a:lnTo>
                  <a:lnTo>
                    <a:pt x="1747" y="0"/>
                  </a:lnTo>
                  <a:close/>
                </a:path>
              </a:pathLst>
            </a:custGeom>
            <a:solidFill>
              <a:srgbClr val="27A6D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296" name="Google Shape;296;p3"/>
            <p:cNvSpPr/>
            <p:nvPr/>
          </p:nvSpPr>
          <p:spPr>
            <a:xfrm>
              <a:off x="3137950" y="2802025"/>
              <a:ext cx="275550" cy="336050"/>
            </a:xfrm>
            <a:custGeom>
              <a:rect b="b" l="l" r="r" t="t"/>
              <a:pathLst>
                <a:path extrusionOk="0" h="13442" w="11022">
                  <a:moveTo>
                    <a:pt x="404" y="1"/>
                  </a:moveTo>
                  <a:lnTo>
                    <a:pt x="1" y="404"/>
                  </a:lnTo>
                  <a:lnTo>
                    <a:pt x="1076" y="2286"/>
                  </a:lnTo>
                  <a:lnTo>
                    <a:pt x="1" y="4167"/>
                  </a:lnTo>
                  <a:lnTo>
                    <a:pt x="9275" y="13441"/>
                  </a:lnTo>
                  <a:lnTo>
                    <a:pt x="11022" y="10619"/>
                  </a:lnTo>
                  <a:lnTo>
                    <a:pt x="404" y="1"/>
                  </a:lnTo>
                  <a:close/>
                </a:path>
              </a:pathLst>
            </a:custGeom>
            <a:solidFill>
              <a:srgbClr val="28A4D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297" name="Google Shape;297;p3"/>
            <p:cNvSpPr/>
            <p:nvPr/>
          </p:nvSpPr>
          <p:spPr>
            <a:xfrm>
              <a:off x="1662825" y="1431100"/>
              <a:ext cx="433500" cy="319225"/>
            </a:xfrm>
            <a:custGeom>
              <a:rect b="b" l="l" r="r" t="t"/>
              <a:pathLst>
                <a:path extrusionOk="0" h="12769" w="17340">
                  <a:moveTo>
                    <a:pt x="1" y="0"/>
                  </a:moveTo>
                  <a:lnTo>
                    <a:pt x="12635" y="12769"/>
                  </a:lnTo>
                  <a:lnTo>
                    <a:pt x="17339" y="12769"/>
                  </a:lnTo>
                  <a:lnTo>
                    <a:pt x="4571" y="0"/>
                  </a:lnTo>
                  <a:close/>
                </a:path>
              </a:pathLst>
            </a:custGeom>
            <a:solidFill>
              <a:srgbClr val="28A4D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298" name="Google Shape;298;p3"/>
            <p:cNvSpPr/>
            <p:nvPr/>
          </p:nvSpPr>
          <p:spPr>
            <a:xfrm>
              <a:off x="3006900" y="2573550"/>
              <a:ext cx="440200" cy="504050"/>
            </a:xfrm>
            <a:custGeom>
              <a:rect b="b" l="l" r="r" t="t"/>
              <a:pathLst>
                <a:path extrusionOk="0" h="20162" w="17608">
                  <a:moveTo>
                    <a:pt x="404" y="0"/>
                  </a:moveTo>
                  <a:lnTo>
                    <a:pt x="1" y="269"/>
                  </a:lnTo>
                  <a:lnTo>
                    <a:pt x="5243" y="9543"/>
                  </a:lnTo>
                  <a:lnTo>
                    <a:pt x="15995" y="20161"/>
                  </a:lnTo>
                  <a:lnTo>
                    <a:pt x="17608" y="17204"/>
                  </a:lnTo>
                  <a:lnTo>
                    <a:pt x="404" y="0"/>
                  </a:lnTo>
                  <a:close/>
                </a:path>
              </a:pathLst>
            </a:custGeom>
            <a:solidFill>
              <a:srgbClr val="29A2D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299" name="Google Shape;299;p3"/>
            <p:cNvSpPr/>
            <p:nvPr/>
          </p:nvSpPr>
          <p:spPr>
            <a:xfrm>
              <a:off x="1760275" y="1431100"/>
              <a:ext cx="433500" cy="319225"/>
            </a:xfrm>
            <a:custGeom>
              <a:rect b="b" l="l" r="r" t="t"/>
              <a:pathLst>
                <a:path extrusionOk="0" h="12769" w="17340">
                  <a:moveTo>
                    <a:pt x="1" y="0"/>
                  </a:moveTo>
                  <a:lnTo>
                    <a:pt x="12635" y="12769"/>
                  </a:lnTo>
                  <a:lnTo>
                    <a:pt x="17339" y="12769"/>
                  </a:lnTo>
                  <a:lnTo>
                    <a:pt x="4570" y="0"/>
                  </a:lnTo>
                  <a:close/>
                </a:path>
              </a:pathLst>
            </a:custGeom>
            <a:solidFill>
              <a:srgbClr val="29A2D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300" name="Google Shape;300;p3"/>
            <p:cNvSpPr/>
            <p:nvPr/>
          </p:nvSpPr>
          <p:spPr>
            <a:xfrm>
              <a:off x="1854350" y="1431100"/>
              <a:ext cx="436850" cy="319225"/>
            </a:xfrm>
            <a:custGeom>
              <a:rect b="b" l="l" r="r" t="t"/>
              <a:pathLst>
                <a:path extrusionOk="0" h="12769" w="17474">
                  <a:moveTo>
                    <a:pt x="1" y="0"/>
                  </a:moveTo>
                  <a:lnTo>
                    <a:pt x="12770" y="12769"/>
                  </a:lnTo>
                  <a:lnTo>
                    <a:pt x="17474" y="12769"/>
                  </a:lnTo>
                  <a:lnTo>
                    <a:pt x="4705" y="0"/>
                  </a:lnTo>
                  <a:close/>
                </a:path>
              </a:pathLst>
            </a:custGeom>
            <a:solidFill>
              <a:srgbClr val="2AA1D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301" name="Google Shape;301;p3"/>
            <p:cNvSpPr/>
            <p:nvPr/>
          </p:nvSpPr>
          <p:spPr>
            <a:xfrm>
              <a:off x="2872500" y="2345050"/>
              <a:ext cx="611575" cy="672050"/>
            </a:xfrm>
            <a:custGeom>
              <a:rect b="b" l="l" r="r" t="t"/>
              <a:pathLst>
                <a:path extrusionOk="0" h="26882" w="24463">
                  <a:moveTo>
                    <a:pt x="538" y="1"/>
                  </a:moveTo>
                  <a:lnTo>
                    <a:pt x="0" y="269"/>
                  </a:lnTo>
                  <a:lnTo>
                    <a:pt x="5377" y="9409"/>
                  </a:lnTo>
                  <a:lnTo>
                    <a:pt x="22715" y="26882"/>
                  </a:lnTo>
                  <a:lnTo>
                    <a:pt x="24462" y="23925"/>
                  </a:lnTo>
                  <a:lnTo>
                    <a:pt x="538" y="1"/>
                  </a:lnTo>
                  <a:close/>
                </a:path>
              </a:pathLst>
            </a:custGeom>
            <a:solidFill>
              <a:srgbClr val="2AA1D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302" name="Google Shape;302;p3"/>
            <p:cNvSpPr/>
            <p:nvPr/>
          </p:nvSpPr>
          <p:spPr>
            <a:xfrm>
              <a:off x="2741450" y="2113200"/>
              <a:ext cx="779575" cy="843425"/>
            </a:xfrm>
            <a:custGeom>
              <a:rect b="b" l="l" r="r" t="t"/>
              <a:pathLst>
                <a:path extrusionOk="0" h="33737" w="31183">
                  <a:moveTo>
                    <a:pt x="404" y="0"/>
                  </a:moveTo>
                  <a:lnTo>
                    <a:pt x="0" y="404"/>
                  </a:lnTo>
                  <a:lnTo>
                    <a:pt x="5242" y="9543"/>
                  </a:lnTo>
                  <a:lnTo>
                    <a:pt x="29436" y="33736"/>
                  </a:lnTo>
                  <a:lnTo>
                    <a:pt x="31183" y="30780"/>
                  </a:lnTo>
                  <a:lnTo>
                    <a:pt x="404" y="0"/>
                  </a:lnTo>
                  <a:close/>
                </a:path>
              </a:pathLst>
            </a:custGeom>
            <a:solidFill>
              <a:srgbClr val="2B9FDE"/>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303" name="Google Shape;303;p3"/>
            <p:cNvSpPr/>
            <p:nvPr/>
          </p:nvSpPr>
          <p:spPr>
            <a:xfrm>
              <a:off x="1951800" y="1431100"/>
              <a:ext cx="433500" cy="319225"/>
            </a:xfrm>
            <a:custGeom>
              <a:rect b="b" l="l" r="r" t="t"/>
              <a:pathLst>
                <a:path extrusionOk="0" h="12769" w="17340">
                  <a:moveTo>
                    <a:pt x="1" y="0"/>
                  </a:moveTo>
                  <a:lnTo>
                    <a:pt x="12769" y="12769"/>
                  </a:lnTo>
                  <a:lnTo>
                    <a:pt x="17339" y="12769"/>
                  </a:lnTo>
                  <a:lnTo>
                    <a:pt x="4705" y="0"/>
                  </a:lnTo>
                  <a:close/>
                </a:path>
              </a:pathLst>
            </a:custGeom>
            <a:solidFill>
              <a:srgbClr val="2B9FDE"/>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304" name="Google Shape;304;p3"/>
            <p:cNvSpPr/>
            <p:nvPr/>
          </p:nvSpPr>
          <p:spPr>
            <a:xfrm>
              <a:off x="2049250" y="1431100"/>
              <a:ext cx="433500" cy="319225"/>
            </a:xfrm>
            <a:custGeom>
              <a:rect b="b" l="l" r="r" t="t"/>
              <a:pathLst>
                <a:path extrusionOk="0" h="12769" w="17340">
                  <a:moveTo>
                    <a:pt x="1" y="0"/>
                  </a:moveTo>
                  <a:lnTo>
                    <a:pt x="12769" y="12769"/>
                  </a:lnTo>
                  <a:lnTo>
                    <a:pt x="17339" y="12769"/>
                  </a:lnTo>
                  <a:lnTo>
                    <a:pt x="4705" y="0"/>
                  </a:lnTo>
                  <a:close/>
                </a:path>
              </a:pathLst>
            </a:custGeom>
            <a:solidFill>
              <a:srgbClr val="2C9DDE"/>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305" name="Google Shape;305;p3"/>
            <p:cNvSpPr/>
            <p:nvPr/>
          </p:nvSpPr>
          <p:spPr>
            <a:xfrm>
              <a:off x="2610400" y="1884700"/>
              <a:ext cx="924075" cy="1008075"/>
            </a:xfrm>
            <a:custGeom>
              <a:rect b="b" l="l" r="r" t="t"/>
              <a:pathLst>
                <a:path extrusionOk="0" h="40323" w="36963">
                  <a:moveTo>
                    <a:pt x="404" y="1"/>
                  </a:moveTo>
                  <a:lnTo>
                    <a:pt x="1" y="270"/>
                  </a:lnTo>
                  <a:lnTo>
                    <a:pt x="5242" y="9544"/>
                  </a:lnTo>
                  <a:lnTo>
                    <a:pt x="36022" y="40323"/>
                  </a:lnTo>
                  <a:lnTo>
                    <a:pt x="36963" y="38979"/>
                  </a:lnTo>
                  <a:lnTo>
                    <a:pt x="33737" y="33334"/>
                  </a:lnTo>
                  <a:lnTo>
                    <a:pt x="404" y="1"/>
                  </a:lnTo>
                  <a:close/>
                </a:path>
              </a:pathLst>
            </a:custGeom>
            <a:solidFill>
              <a:srgbClr val="2C9DDE"/>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306" name="Google Shape;306;p3"/>
            <p:cNvSpPr/>
            <p:nvPr/>
          </p:nvSpPr>
          <p:spPr>
            <a:xfrm>
              <a:off x="2146700" y="1431100"/>
              <a:ext cx="1307125" cy="1297025"/>
            </a:xfrm>
            <a:custGeom>
              <a:rect b="b" l="l" r="r" t="t"/>
              <a:pathLst>
                <a:path extrusionOk="0" h="51881" w="52285">
                  <a:moveTo>
                    <a:pt x="0" y="0"/>
                  </a:moveTo>
                  <a:lnTo>
                    <a:pt x="12769" y="12769"/>
                  </a:lnTo>
                  <a:lnTo>
                    <a:pt x="15188" y="12769"/>
                  </a:lnTo>
                  <a:lnTo>
                    <a:pt x="18549" y="18548"/>
                  </a:lnTo>
                  <a:lnTo>
                    <a:pt x="51882" y="51881"/>
                  </a:lnTo>
                  <a:lnTo>
                    <a:pt x="52285" y="51478"/>
                  </a:lnTo>
                  <a:lnTo>
                    <a:pt x="46909" y="42338"/>
                  </a:lnTo>
                  <a:lnTo>
                    <a:pt x="4570" y="0"/>
                  </a:lnTo>
                  <a:close/>
                </a:path>
              </a:pathLst>
            </a:custGeom>
            <a:solidFill>
              <a:srgbClr val="2D9CD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307" name="Google Shape;307;p3"/>
            <p:cNvSpPr/>
            <p:nvPr/>
          </p:nvSpPr>
          <p:spPr>
            <a:xfrm>
              <a:off x="2244150" y="1431100"/>
              <a:ext cx="1075275" cy="1065175"/>
            </a:xfrm>
            <a:custGeom>
              <a:rect b="b" l="l" r="r" t="t"/>
              <a:pathLst>
                <a:path extrusionOk="0" h="42607" w="43011">
                  <a:moveTo>
                    <a:pt x="0" y="0"/>
                  </a:moveTo>
                  <a:lnTo>
                    <a:pt x="42607" y="42607"/>
                  </a:lnTo>
                  <a:lnTo>
                    <a:pt x="43011" y="42338"/>
                  </a:lnTo>
                  <a:lnTo>
                    <a:pt x="37769" y="33064"/>
                  </a:lnTo>
                  <a:lnTo>
                    <a:pt x="4570" y="0"/>
                  </a:lnTo>
                  <a:close/>
                </a:path>
              </a:pathLst>
            </a:custGeom>
            <a:solidFill>
              <a:srgbClr val="2F9AE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308" name="Google Shape;308;p3"/>
            <p:cNvSpPr/>
            <p:nvPr/>
          </p:nvSpPr>
          <p:spPr>
            <a:xfrm>
              <a:off x="2341575" y="1431100"/>
              <a:ext cx="846800" cy="836700"/>
            </a:xfrm>
            <a:custGeom>
              <a:rect b="b" l="l" r="r" t="t"/>
              <a:pathLst>
                <a:path extrusionOk="0" h="33468" w="33872">
                  <a:moveTo>
                    <a:pt x="1" y="0"/>
                  </a:moveTo>
                  <a:lnTo>
                    <a:pt x="33468" y="33467"/>
                  </a:lnTo>
                  <a:lnTo>
                    <a:pt x="33872" y="33198"/>
                  </a:lnTo>
                  <a:lnTo>
                    <a:pt x="28495" y="23924"/>
                  </a:lnTo>
                  <a:lnTo>
                    <a:pt x="4571" y="0"/>
                  </a:lnTo>
                  <a:close/>
                </a:path>
              </a:pathLst>
            </a:custGeom>
            <a:solidFill>
              <a:srgbClr val="3098E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309" name="Google Shape;309;p3"/>
            <p:cNvSpPr/>
            <p:nvPr/>
          </p:nvSpPr>
          <p:spPr>
            <a:xfrm>
              <a:off x="2439025" y="1431100"/>
              <a:ext cx="618300" cy="608200"/>
            </a:xfrm>
            <a:custGeom>
              <a:rect b="b" l="l" r="r" t="t"/>
              <a:pathLst>
                <a:path extrusionOk="0" h="24328" w="24732">
                  <a:moveTo>
                    <a:pt x="1" y="0"/>
                  </a:moveTo>
                  <a:lnTo>
                    <a:pt x="24194" y="24328"/>
                  </a:lnTo>
                  <a:lnTo>
                    <a:pt x="24732" y="23924"/>
                  </a:lnTo>
                  <a:lnTo>
                    <a:pt x="19355" y="14785"/>
                  </a:lnTo>
                  <a:lnTo>
                    <a:pt x="4571" y="0"/>
                  </a:lnTo>
                  <a:close/>
                </a:path>
              </a:pathLst>
            </a:custGeom>
            <a:solidFill>
              <a:srgbClr val="3196E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310" name="Google Shape;310;p3"/>
            <p:cNvSpPr/>
            <p:nvPr/>
          </p:nvSpPr>
          <p:spPr>
            <a:xfrm>
              <a:off x="2533125" y="1431100"/>
              <a:ext cx="389800" cy="376350"/>
            </a:xfrm>
            <a:custGeom>
              <a:rect b="b" l="l" r="r" t="t"/>
              <a:pathLst>
                <a:path extrusionOk="0" h="15054" w="15592">
                  <a:moveTo>
                    <a:pt x="0" y="0"/>
                  </a:moveTo>
                  <a:lnTo>
                    <a:pt x="15188" y="15054"/>
                  </a:lnTo>
                  <a:lnTo>
                    <a:pt x="15591" y="14785"/>
                  </a:lnTo>
                  <a:lnTo>
                    <a:pt x="10350" y="5645"/>
                  </a:lnTo>
                  <a:lnTo>
                    <a:pt x="4704" y="0"/>
                  </a:lnTo>
                  <a:close/>
                </a:path>
              </a:pathLst>
            </a:custGeom>
            <a:solidFill>
              <a:srgbClr val="3295E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311" name="Google Shape;311;p3"/>
            <p:cNvSpPr/>
            <p:nvPr/>
          </p:nvSpPr>
          <p:spPr>
            <a:xfrm>
              <a:off x="2630575" y="1431100"/>
              <a:ext cx="161300" cy="147850"/>
            </a:xfrm>
            <a:custGeom>
              <a:rect b="b" l="l" r="r" t="t"/>
              <a:pathLst>
                <a:path extrusionOk="0" h="5914" w="6452">
                  <a:moveTo>
                    <a:pt x="0" y="0"/>
                  </a:moveTo>
                  <a:lnTo>
                    <a:pt x="6048" y="5914"/>
                  </a:lnTo>
                  <a:lnTo>
                    <a:pt x="6452" y="5645"/>
                  </a:lnTo>
                  <a:lnTo>
                    <a:pt x="3226" y="0"/>
                  </a:lnTo>
                  <a:close/>
                </a:path>
              </a:pathLst>
            </a:custGeom>
            <a:solidFill>
              <a:srgbClr val="3393E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grpSp>
      <p:sp>
        <p:nvSpPr>
          <p:cNvPr id="312" name="Google Shape;312;p3"/>
          <p:cNvSpPr/>
          <p:nvPr/>
        </p:nvSpPr>
        <p:spPr>
          <a:xfrm flipH="1" rot="10800000">
            <a:off x="8763568" y="4485979"/>
            <a:ext cx="543000" cy="470400"/>
          </a:xfrm>
          <a:prstGeom prst="hexagon">
            <a:avLst>
              <a:gd fmla="val 28678" name="adj"/>
              <a:gd fmla="val 115470" name="vf"/>
            </a:avLst>
          </a:prstGeom>
          <a:noFill/>
          <a:ln cap="flat" cmpd="sng" w="9525">
            <a:solidFill>
              <a:srgbClr val="184769"/>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313" name="Google Shape;313;p3"/>
          <p:cNvSpPr/>
          <p:nvPr/>
        </p:nvSpPr>
        <p:spPr>
          <a:xfrm flipH="1" rot="10800000">
            <a:off x="8523810" y="4741100"/>
            <a:ext cx="284100" cy="245700"/>
          </a:xfrm>
          <a:prstGeom prst="hexagon">
            <a:avLst>
              <a:gd fmla="val 28678" name="adj"/>
              <a:gd fmla="val 115470" name="vf"/>
            </a:avLst>
          </a:prstGeom>
          <a:solidFill>
            <a:srgbClr val="3292E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314" name="Google Shape;314;p3"/>
          <p:cNvSpPr/>
          <p:nvPr/>
        </p:nvSpPr>
        <p:spPr>
          <a:xfrm flipH="1" rot="10800000">
            <a:off x="8322785" y="3628023"/>
            <a:ext cx="543000" cy="470100"/>
          </a:xfrm>
          <a:prstGeom prst="hexagon">
            <a:avLst>
              <a:gd fmla="val 28678" name="adj"/>
              <a:gd fmla="val 115470" name="vf"/>
            </a:avLst>
          </a:prstGeom>
          <a:solidFill>
            <a:srgbClr val="184769"/>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315" name="Google Shape;315;p3"/>
          <p:cNvSpPr/>
          <p:nvPr/>
        </p:nvSpPr>
        <p:spPr>
          <a:xfrm flipH="1" rot="10800000">
            <a:off x="8763569" y="4009882"/>
            <a:ext cx="237600" cy="205800"/>
          </a:xfrm>
          <a:prstGeom prst="hexagon">
            <a:avLst>
              <a:gd fmla="val 28678" name="adj"/>
              <a:gd fmla="val 115470" name="vf"/>
            </a:avLst>
          </a:prstGeom>
          <a:noFill/>
          <a:ln cap="flat" cmpd="sng" w="19050">
            <a:solidFill>
              <a:srgbClr val="00E1C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 3 columns">
  <p:cSld name="TITLE_AND_TWO_COLUMNS_1">
    <p:spTree>
      <p:nvGrpSpPr>
        <p:cNvPr id="316" name="Shape 316"/>
        <p:cNvGrpSpPr/>
        <p:nvPr/>
      </p:nvGrpSpPr>
      <p:grpSpPr>
        <a:xfrm>
          <a:off x="0" y="0"/>
          <a:ext cx="0" cy="0"/>
          <a:chOff x="0" y="0"/>
          <a:chExt cx="0" cy="0"/>
        </a:xfrm>
      </p:grpSpPr>
      <p:sp>
        <p:nvSpPr>
          <p:cNvPr id="317" name="Google Shape;317;p4"/>
          <p:cNvSpPr txBox="1"/>
          <p:nvPr>
            <p:ph type="title"/>
          </p:nvPr>
        </p:nvSpPr>
        <p:spPr>
          <a:xfrm>
            <a:off x="1732700" y="1735600"/>
            <a:ext cx="4944300" cy="6453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4000"/>
              <a:buNone/>
              <a:defRPr/>
            </a:lvl1pPr>
            <a:lvl2pPr lvl="1" algn="l">
              <a:lnSpc>
                <a:spcPct val="100000"/>
              </a:lnSpc>
              <a:spcBef>
                <a:spcPts val="0"/>
              </a:spcBef>
              <a:spcAft>
                <a:spcPts val="0"/>
              </a:spcAft>
              <a:buSzPts val="4000"/>
              <a:buNone/>
              <a:defRPr/>
            </a:lvl2pPr>
            <a:lvl3pPr lvl="2" algn="l">
              <a:lnSpc>
                <a:spcPct val="100000"/>
              </a:lnSpc>
              <a:spcBef>
                <a:spcPts val="0"/>
              </a:spcBef>
              <a:spcAft>
                <a:spcPts val="0"/>
              </a:spcAft>
              <a:buSzPts val="4000"/>
              <a:buNone/>
              <a:defRPr/>
            </a:lvl3pPr>
            <a:lvl4pPr lvl="3" algn="l">
              <a:lnSpc>
                <a:spcPct val="100000"/>
              </a:lnSpc>
              <a:spcBef>
                <a:spcPts val="0"/>
              </a:spcBef>
              <a:spcAft>
                <a:spcPts val="0"/>
              </a:spcAft>
              <a:buSzPts val="4000"/>
              <a:buNone/>
              <a:defRPr/>
            </a:lvl4pPr>
            <a:lvl5pPr lvl="4" algn="l">
              <a:lnSpc>
                <a:spcPct val="100000"/>
              </a:lnSpc>
              <a:spcBef>
                <a:spcPts val="0"/>
              </a:spcBef>
              <a:spcAft>
                <a:spcPts val="0"/>
              </a:spcAft>
              <a:buSzPts val="4000"/>
              <a:buNone/>
              <a:defRPr/>
            </a:lvl5pPr>
            <a:lvl6pPr lvl="5" algn="l">
              <a:lnSpc>
                <a:spcPct val="100000"/>
              </a:lnSpc>
              <a:spcBef>
                <a:spcPts val="0"/>
              </a:spcBef>
              <a:spcAft>
                <a:spcPts val="0"/>
              </a:spcAft>
              <a:buSzPts val="4000"/>
              <a:buNone/>
              <a:defRPr/>
            </a:lvl6pPr>
            <a:lvl7pPr lvl="6" algn="l">
              <a:lnSpc>
                <a:spcPct val="100000"/>
              </a:lnSpc>
              <a:spcBef>
                <a:spcPts val="0"/>
              </a:spcBef>
              <a:spcAft>
                <a:spcPts val="0"/>
              </a:spcAft>
              <a:buSzPts val="4000"/>
              <a:buNone/>
              <a:defRPr/>
            </a:lvl7pPr>
            <a:lvl8pPr lvl="7" algn="l">
              <a:lnSpc>
                <a:spcPct val="100000"/>
              </a:lnSpc>
              <a:spcBef>
                <a:spcPts val="0"/>
              </a:spcBef>
              <a:spcAft>
                <a:spcPts val="0"/>
              </a:spcAft>
              <a:buSzPts val="4000"/>
              <a:buNone/>
              <a:defRPr/>
            </a:lvl8pPr>
            <a:lvl9pPr lvl="8" algn="l">
              <a:lnSpc>
                <a:spcPct val="100000"/>
              </a:lnSpc>
              <a:spcBef>
                <a:spcPts val="0"/>
              </a:spcBef>
              <a:spcAft>
                <a:spcPts val="0"/>
              </a:spcAft>
              <a:buSzPts val="4000"/>
              <a:buNone/>
              <a:defRPr/>
            </a:lvl9pPr>
          </a:lstStyle>
          <a:p/>
        </p:txBody>
      </p:sp>
      <p:sp>
        <p:nvSpPr>
          <p:cNvPr id="318" name="Google Shape;318;p4"/>
          <p:cNvSpPr txBox="1"/>
          <p:nvPr>
            <p:ph idx="1" type="body"/>
          </p:nvPr>
        </p:nvSpPr>
        <p:spPr>
          <a:xfrm>
            <a:off x="1732700" y="2380900"/>
            <a:ext cx="2176800" cy="2544900"/>
          </a:xfrm>
          <a:prstGeom prst="rect">
            <a:avLst/>
          </a:prstGeom>
          <a:noFill/>
          <a:ln>
            <a:noFill/>
          </a:ln>
        </p:spPr>
        <p:txBody>
          <a:bodyPr anchorCtr="0" anchor="t" bIns="91425" lIns="91425" spcFirstLastPara="1" rIns="91425" wrap="square" tIns="91425">
            <a:noAutofit/>
          </a:bodyPr>
          <a:lstStyle>
            <a:lvl1pPr indent="-317500" lvl="0" marL="457200" algn="l">
              <a:lnSpc>
                <a:spcPct val="100000"/>
              </a:lnSpc>
              <a:spcBef>
                <a:spcPts val="600"/>
              </a:spcBef>
              <a:spcAft>
                <a:spcPts val="0"/>
              </a:spcAft>
              <a:buSzPts val="1400"/>
              <a:buChar char="◇"/>
              <a:defRPr/>
            </a:lvl1pPr>
            <a:lvl2pPr indent="-317500" lvl="1" marL="914400" algn="l">
              <a:lnSpc>
                <a:spcPct val="100000"/>
              </a:lnSpc>
              <a:spcBef>
                <a:spcPts val="0"/>
              </a:spcBef>
              <a:spcAft>
                <a:spcPts val="0"/>
              </a:spcAft>
              <a:buSzPts val="1400"/>
              <a:buChar char="￭"/>
              <a:defRPr/>
            </a:lvl2pPr>
            <a:lvl3pPr indent="-317500" lvl="2" marL="1371600" algn="l">
              <a:lnSpc>
                <a:spcPct val="100000"/>
              </a:lnSpc>
              <a:spcBef>
                <a:spcPts val="0"/>
              </a:spcBef>
              <a:spcAft>
                <a:spcPts val="0"/>
              </a:spcAft>
              <a:buSzPts val="1400"/>
              <a:buChar char="￮"/>
              <a:defRPr/>
            </a:lvl3pPr>
            <a:lvl4pPr indent="-317500" lvl="3" marL="1828800" algn="l">
              <a:lnSpc>
                <a:spcPct val="100000"/>
              </a:lnSpc>
              <a:spcBef>
                <a:spcPts val="0"/>
              </a:spcBef>
              <a:spcAft>
                <a:spcPts val="0"/>
              </a:spcAft>
              <a:buSzPts val="1400"/>
              <a:buChar char="●"/>
              <a:defRPr/>
            </a:lvl4pPr>
            <a:lvl5pPr indent="-317500" lvl="4" marL="2286000" algn="l">
              <a:lnSpc>
                <a:spcPct val="100000"/>
              </a:lnSpc>
              <a:spcBef>
                <a:spcPts val="0"/>
              </a:spcBef>
              <a:spcAft>
                <a:spcPts val="0"/>
              </a:spcAft>
              <a:buSzPts val="1400"/>
              <a:buChar char="○"/>
              <a:defRPr/>
            </a:lvl5pPr>
            <a:lvl6pPr indent="-317500" lvl="5" marL="2743200" algn="l">
              <a:lnSpc>
                <a:spcPct val="100000"/>
              </a:lnSpc>
              <a:spcBef>
                <a:spcPts val="0"/>
              </a:spcBef>
              <a:spcAft>
                <a:spcPts val="0"/>
              </a:spcAft>
              <a:buSzPts val="1400"/>
              <a:buChar char="■"/>
              <a:defRPr/>
            </a:lvl6pPr>
            <a:lvl7pPr indent="-317500" lvl="6" marL="3200400" algn="l">
              <a:lnSpc>
                <a:spcPct val="100000"/>
              </a:lnSpc>
              <a:spcBef>
                <a:spcPts val="0"/>
              </a:spcBef>
              <a:spcAft>
                <a:spcPts val="0"/>
              </a:spcAft>
              <a:buSzPts val="1400"/>
              <a:buChar char="●"/>
              <a:defRPr/>
            </a:lvl7pPr>
            <a:lvl8pPr indent="-317500" lvl="7" marL="3657600" algn="l">
              <a:lnSpc>
                <a:spcPct val="100000"/>
              </a:lnSpc>
              <a:spcBef>
                <a:spcPts val="0"/>
              </a:spcBef>
              <a:spcAft>
                <a:spcPts val="0"/>
              </a:spcAft>
              <a:buSzPts val="1400"/>
              <a:buChar char="○"/>
              <a:defRPr/>
            </a:lvl8pPr>
            <a:lvl9pPr indent="-317500" lvl="8" marL="4114800" algn="l">
              <a:lnSpc>
                <a:spcPct val="100000"/>
              </a:lnSpc>
              <a:spcBef>
                <a:spcPts val="0"/>
              </a:spcBef>
              <a:spcAft>
                <a:spcPts val="0"/>
              </a:spcAft>
              <a:buSzPts val="1400"/>
              <a:buChar char="■"/>
              <a:defRPr/>
            </a:lvl9pPr>
          </a:lstStyle>
          <a:p/>
        </p:txBody>
      </p:sp>
      <p:sp>
        <p:nvSpPr>
          <p:cNvPr id="319" name="Google Shape;319;p4"/>
          <p:cNvSpPr txBox="1"/>
          <p:nvPr>
            <p:ph idx="2" type="body"/>
          </p:nvPr>
        </p:nvSpPr>
        <p:spPr>
          <a:xfrm>
            <a:off x="4020972" y="2380900"/>
            <a:ext cx="2176800" cy="2544900"/>
          </a:xfrm>
          <a:prstGeom prst="rect">
            <a:avLst/>
          </a:prstGeom>
          <a:noFill/>
          <a:ln>
            <a:noFill/>
          </a:ln>
        </p:spPr>
        <p:txBody>
          <a:bodyPr anchorCtr="0" anchor="t" bIns="91425" lIns="91425" spcFirstLastPara="1" rIns="91425" wrap="square" tIns="91425">
            <a:noAutofit/>
          </a:bodyPr>
          <a:lstStyle>
            <a:lvl1pPr indent="-317500" lvl="0" marL="457200" algn="l">
              <a:lnSpc>
                <a:spcPct val="100000"/>
              </a:lnSpc>
              <a:spcBef>
                <a:spcPts val="600"/>
              </a:spcBef>
              <a:spcAft>
                <a:spcPts val="0"/>
              </a:spcAft>
              <a:buSzPts val="1400"/>
              <a:buChar char="◇"/>
              <a:defRPr/>
            </a:lvl1pPr>
            <a:lvl2pPr indent="-317500" lvl="1" marL="914400" algn="l">
              <a:lnSpc>
                <a:spcPct val="100000"/>
              </a:lnSpc>
              <a:spcBef>
                <a:spcPts val="0"/>
              </a:spcBef>
              <a:spcAft>
                <a:spcPts val="0"/>
              </a:spcAft>
              <a:buSzPts val="1400"/>
              <a:buChar char="￭"/>
              <a:defRPr/>
            </a:lvl2pPr>
            <a:lvl3pPr indent="-317500" lvl="2" marL="1371600" algn="l">
              <a:lnSpc>
                <a:spcPct val="100000"/>
              </a:lnSpc>
              <a:spcBef>
                <a:spcPts val="0"/>
              </a:spcBef>
              <a:spcAft>
                <a:spcPts val="0"/>
              </a:spcAft>
              <a:buSzPts val="1400"/>
              <a:buChar char="￮"/>
              <a:defRPr/>
            </a:lvl3pPr>
            <a:lvl4pPr indent="-317500" lvl="3" marL="1828800" algn="l">
              <a:lnSpc>
                <a:spcPct val="100000"/>
              </a:lnSpc>
              <a:spcBef>
                <a:spcPts val="0"/>
              </a:spcBef>
              <a:spcAft>
                <a:spcPts val="0"/>
              </a:spcAft>
              <a:buSzPts val="1400"/>
              <a:buChar char="●"/>
              <a:defRPr/>
            </a:lvl4pPr>
            <a:lvl5pPr indent="-317500" lvl="4" marL="2286000" algn="l">
              <a:lnSpc>
                <a:spcPct val="100000"/>
              </a:lnSpc>
              <a:spcBef>
                <a:spcPts val="0"/>
              </a:spcBef>
              <a:spcAft>
                <a:spcPts val="0"/>
              </a:spcAft>
              <a:buSzPts val="1400"/>
              <a:buChar char="○"/>
              <a:defRPr/>
            </a:lvl5pPr>
            <a:lvl6pPr indent="-317500" lvl="5" marL="2743200" algn="l">
              <a:lnSpc>
                <a:spcPct val="100000"/>
              </a:lnSpc>
              <a:spcBef>
                <a:spcPts val="0"/>
              </a:spcBef>
              <a:spcAft>
                <a:spcPts val="0"/>
              </a:spcAft>
              <a:buSzPts val="1400"/>
              <a:buChar char="■"/>
              <a:defRPr/>
            </a:lvl6pPr>
            <a:lvl7pPr indent="-317500" lvl="6" marL="3200400" algn="l">
              <a:lnSpc>
                <a:spcPct val="100000"/>
              </a:lnSpc>
              <a:spcBef>
                <a:spcPts val="0"/>
              </a:spcBef>
              <a:spcAft>
                <a:spcPts val="0"/>
              </a:spcAft>
              <a:buSzPts val="1400"/>
              <a:buChar char="●"/>
              <a:defRPr/>
            </a:lvl7pPr>
            <a:lvl8pPr indent="-317500" lvl="7" marL="3657600" algn="l">
              <a:lnSpc>
                <a:spcPct val="100000"/>
              </a:lnSpc>
              <a:spcBef>
                <a:spcPts val="0"/>
              </a:spcBef>
              <a:spcAft>
                <a:spcPts val="0"/>
              </a:spcAft>
              <a:buSzPts val="1400"/>
              <a:buChar char="○"/>
              <a:defRPr/>
            </a:lvl8pPr>
            <a:lvl9pPr indent="-317500" lvl="8" marL="4114800" algn="l">
              <a:lnSpc>
                <a:spcPct val="100000"/>
              </a:lnSpc>
              <a:spcBef>
                <a:spcPts val="0"/>
              </a:spcBef>
              <a:spcAft>
                <a:spcPts val="0"/>
              </a:spcAft>
              <a:buSzPts val="1400"/>
              <a:buChar char="■"/>
              <a:defRPr/>
            </a:lvl9pPr>
          </a:lstStyle>
          <a:p/>
        </p:txBody>
      </p:sp>
      <p:sp>
        <p:nvSpPr>
          <p:cNvPr id="320" name="Google Shape;320;p4"/>
          <p:cNvSpPr txBox="1"/>
          <p:nvPr>
            <p:ph idx="3" type="body"/>
          </p:nvPr>
        </p:nvSpPr>
        <p:spPr>
          <a:xfrm>
            <a:off x="6309245" y="2380900"/>
            <a:ext cx="2176800" cy="2544900"/>
          </a:xfrm>
          <a:prstGeom prst="rect">
            <a:avLst/>
          </a:prstGeom>
          <a:noFill/>
          <a:ln>
            <a:noFill/>
          </a:ln>
        </p:spPr>
        <p:txBody>
          <a:bodyPr anchorCtr="0" anchor="t" bIns="91425" lIns="91425" spcFirstLastPara="1" rIns="91425" wrap="square" tIns="91425">
            <a:noAutofit/>
          </a:bodyPr>
          <a:lstStyle>
            <a:lvl1pPr indent="-317500" lvl="0" marL="457200" algn="l">
              <a:lnSpc>
                <a:spcPct val="100000"/>
              </a:lnSpc>
              <a:spcBef>
                <a:spcPts val="600"/>
              </a:spcBef>
              <a:spcAft>
                <a:spcPts val="0"/>
              </a:spcAft>
              <a:buSzPts val="1400"/>
              <a:buChar char="◇"/>
              <a:defRPr/>
            </a:lvl1pPr>
            <a:lvl2pPr indent="-317500" lvl="1" marL="914400" algn="l">
              <a:lnSpc>
                <a:spcPct val="100000"/>
              </a:lnSpc>
              <a:spcBef>
                <a:spcPts val="0"/>
              </a:spcBef>
              <a:spcAft>
                <a:spcPts val="0"/>
              </a:spcAft>
              <a:buSzPts val="1400"/>
              <a:buChar char="￭"/>
              <a:defRPr/>
            </a:lvl2pPr>
            <a:lvl3pPr indent="-317500" lvl="2" marL="1371600" algn="l">
              <a:lnSpc>
                <a:spcPct val="100000"/>
              </a:lnSpc>
              <a:spcBef>
                <a:spcPts val="0"/>
              </a:spcBef>
              <a:spcAft>
                <a:spcPts val="0"/>
              </a:spcAft>
              <a:buSzPts val="1400"/>
              <a:buChar char="￮"/>
              <a:defRPr/>
            </a:lvl3pPr>
            <a:lvl4pPr indent="-317500" lvl="3" marL="1828800" algn="l">
              <a:lnSpc>
                <a:spcPct val="100000"/>
              </a:lnSpc>
              <a:spcBef>
                <a:spcPts val="0"/>
              </a:spcBef>
              <a:spcAft>
                <a:spcPts val="0"/>
              </a:spcAft>
              <a:buSzPts val="1400"/>
              <a:buChar char="●"/>
              <a:defRPr/>
            </a:lvl4pPr>
            <a:lvl5pPr indent="-317500" lvl="4" marL="2286000" algn="l">
              <a:lnSpc>
                <a:spcPct val="100000"/>
              </a:lnSpc>
              <a:spcBef>
                <a:spcPts val="0"/>
              </a:spcBef>
              <a:spcAft>
                <a:spcPts val="0"/>
              </a:spcAft>
              <a:buSzPts val="1400"/>
              <a:buChar char="○"/>
              <a:defRPr/>
            </a:lvl5pPr>
            <a:lvl6pPr indent="-317500" lvl="5" marL="2743200" algn="l">
              <a:lnSpc>
                <a:spcPct val="100000"/>
              </a:lnSpc>
              <a:spcBef>
                <a:spcPts val="0"/>
              </a:spcBef>
              <a:spcAft>
                <a:spcPts val="0"/>
              </a:spcAft>
              <a:buSzPts val="1400"/>
              <a:buChar char="■"/>
              <a:defRPr/>
            </a:lvl6pPr>
            <a:lvl7pPr indent="-317500" lvl="6" marL="3200400" algn="l">
              <a:lnSpc>
                <a:spcPct val="100000"/>
              </a:lnSpc>
              <a:spcBef>
                <a:spcPts val="0"/>
              </a:spcBef>
              <a:spcAft>
                <a:spcPts val="0"/>
              </a:spcAft>
              <a:buSzPts val="1400"/>
              <a:buChar char="●"/>
              <a:defRPr/>
            </a:lvl7pPr>
            <a:lvl8pPr indent="-317500" lvl="7" marL="3657600" algn="l">
              <a:lnSpc>
                <a:spcPct val="100000"/>
              </a:lnSpc>
              <a:spcBef>
                <a:spcPts val="0"/>
              </a:spcBef>
              <a:spcAft>
                <a:spcPts val="0"/>
              </a:spcAft>
              <a:buSzPts val="1400"/>
              <a:buChar char="○"/>
              <a:defRPr/>
            </a:lvl8pPr>
            <a:lvl9pPr indent="-317500" lvl="8" marL="4114800" algn="l">
              <a:lnSpc>
                <a:spcPct val="100000"/>
              </a:lnSpc>
              <a:spcBef>
                <a:spcPts val="0"/>
              </a:spcBef>
              <a:spcAft>
                <a:spcPts val="0"/>
              </a:spcAft>
              <a:buSzPts val="1400"/>
              <a:buChar char="■"/>
              <a:defRPr/>
            </a:lvl9pPr>
          </a:lstStyle>
          <a:p/>
        </p:txBody>
      </p:sp>
      <p:grpSp>
        <p:nvGrpSpPr>
          <p:cNvPr id="321" name="Google Shape;321;p4"/>
          <p:cNvGrpSpPr/>
          <p:nvPr/>
        </p:nvGrpSpPr>
        <p:grpSpPr>
          <a:xfrm flipH="1" rot="10800000">
            <a:off x="411207" y="245768"/>
            <a:ext cx="1322798" cy="1145960"/>
            <a:chOff x="4088875" y="1431100"/>
            <a:chExt cx="3293000" cy="2852775"/>
          </a:xfrm>
        </p:grpSpPr>
        <p:sp>
          <p:nvSpPr>
            <p:cNvPr id="322" name="Google Shape;322;p4"/>
            <p:cNvSpPr/>
            <p:nvPr/>
          </p:nvSpPr>
          <p:spPr>
            <a:xfrm>
              <a:off x="4831475" y="4136025"/>
              <a:ext cx="157950" cy="147850"/>
            </a:xfrm>
            <a:custGeom>
              <a:rect b="b" l="l" r="r" t="t"/>
              <a:pathLst>
                <a:path extrusionOk="0" h="5914" w="6318">
                  <a:moveTo>
                    <a:pt x="404" y="0"/>
                  </a:moveTo>
                  <a:lnTo>
                    <a:pt x="1" y="269"/>
                  </a:lnTo>
                  <a:lnTo>
                    <a:pt x="3227" y="5914"/>
                  </a:lnTo>
                  <a:lnTo>
                    <a:pt x="6318" y="5914"/>
                  </a:lnTo>
                  <a:lnTo>
                    <a:pt x="404" y="0"/>
                  </a:lnTo>
                  <a:close/>
                </a:path>
              </a:pathLst>
            </a:custGeom>
            <a:solidFill>
              <a:srgbClr val="00E2C7"/>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323" name="Google Shape;323;p4"/>
            <p:cNvSpPr/>
            <p:nvPr/>
          </p:nvSpPr>
          <p:spPr>
            <a:xfrm>
              <a:off x="4697075" y="3907525"/>
              <a:ext cx="389800" cy="376350"/>
            </a:xfrm>
            <a:custGeom>
              <a:rect b="b" l="l" r="r" t="t"/>
              <a:pathLst>
                <a:path extrusionOk="0" h="15054" w="15592">
                  <a:moveTo>
                    <a:pt x="538" y="0"/>
                  </a:moveTo>
                  <a:lnTo>
                    <a:pt x="1" y="269"/>
                  </a:lnTo>
                  <a:lnTo>
                    <a:pt x="5377" y="9543"/>
                  </a:lnTo>
                  <a:lnTo>
                    <a:pt x="11022" y="15054"/>
                  </a:lnTo>
                  <a:lnTo>
                    <a:pt x="15592" y="15054"/>
                  </a:lnTo>
                  <a:lnTo>
                    <a:pt x="538" y="0"/>
                  </a:lnTo>
                  <a:close/>
                </a:path>
              </a:pathLst>
            </a:custGeom>
            <a:solidFill>
              <a:srgbClr val="01E0C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324" name="Google Shape;324;p4"/>
            <p:cNvSpPr/>
            <p:nvPr/>
          </p:nvSpPr>
          <p:spPr>
            <a:xfrm>
              <a:off x="4566025" y="3675675"/>
              <a:ext cx="618300" cy="608200"/>
            </a:xfrm>
            <a:custGeom>
              <a:rect b="b" l="l" r="r" t="t"/>
              <a:pathLst>
                <a:path extrusionOk="0" h="24328" w="24732">
                  <a:moveTo>
                    <a:pt x="404" y="0"/>
                  </a:moveTo>
                  <a:lnTo>
                    <a:pt x="1" y="404"/>
                  </a:lnTo>
                  <a:lnTo>
                    <a:pt x="5377" y="9543"/>
                  </a:lnTo>
                  <a:lnTo>
                    <a:pt x="20027" y="24328"/>
                  </a:lnTo>
                  <a:lnTo>
                    <a:pt x="24732" y="24328"/>
                  </a:lnTo>
                  <a:lnTo>
                    <a:pt x="404" y="0"/>
                  </a:lnTo>
                  <a:close/>
                </a:path>
              </a:pathLst>
            </a:custGeom>
            <a:solidFill>
              <a:srgbClr val="02DFC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325" name="Google Shape;325;p4"/>
            <p:cNvSpPr/>
            <p:nvPr/>
          </p:nvSpPr>
          <p:spPr>
            <a:xfrm>
              <a:off x="4434975" y="3447175"/>
              <a:ext cx="846800" cy="836700"/>
            </a:xfrm>
            <a:custGeom>
              <a:rect b="b" l="l" r="r" t="t"/>
              <a:pathLst>
                <a:path extrusionOk="0" h="33468" w="33872">
                  <a:moveTo>
                    <a:pt x="404" y="1"/>
                  </a:moveTo>
                  <a:lnTo>
                    <a:pt x="1" y="270"/>
                  </a:lnTo>
                  <a:lnTo>
                    <a:pt x="5243" y="9544"/>
                  </a:lnTo>
                  <a:lnTo>
                    <a:pt x="29167" y="33468"/>
                  </a:lnTo>
                  <a:lnTo>
                    <a:pt x="33871" y="33468"/>
                  </a:lnTo>
                  <a:lnTo>
                    <a:pt x="404" y="1"/>
                  </a:lnTo>
                  <a:close/>
                </a:path>
              </a:pathLst>
            </a:custGeom>
            <a:solidFill>
              <a:srgbClr val="03DDC9"/>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326" name="Google Shape;326;p4"/>
            <p:cNvSpPr/>
            <p:nvPr/>
          </p:nvSpPr>
          <p:spPr>
            <a:xfrm>
              <a:off x="4300575" y="3218700"/>
              <a:ext cx="1078650" cy="1065175"/>
            </a:xfrm>
            <a:custGeom>
              <a:rect b="b" l="l" r="r" t="t"/>
              <a:pathLst>
                <a:path extrusionOk="0" h="42607" w="43146">
                  <a:moveTo>
                    <a:pt x="404" y="0"/>
                  </a:moveTo>
                  <a:lnTo>
                    <a:pt x="0" y="269"/>
                  </a:lnTo>
                  <a:lnTo>
                    <a:pt x="5377" y="9543"/>
                  </a:lnTo>
                  <a:lnTo>
                    <a:pt x="38441" y="42607"/>
                  </a:lnTo>
                  <a:lnTo>
                    <a:pt x="43145" y="42607"/>
                  </a:lnTo>
                  <a:lnTo>
                    <a:pt x="404" y="0"/>
                  </a:lnTo>
                  <a:close/>
                </a:path>
              </a:pathLst>
            </a:custGeom>
            <a:solidFill>
              <a:srgbClr val="04DBC9"/>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327" name="Google Shape;327;p4"/>
            <p:cNvSpPr/>
            <p:nvPr/>
          </p:nvSpPr>
          <p:spPr>
            <a:xfrm>
              <a:off x="4169525" y="2990200"/>
              <a:ext cx="1307150" cy="1293675"/>
            </a:xfrm>
            <a:custGeom>
              <a:rect b="b" l="l" r="r" t="t"/>
              <a:pathLst>
                <a:path extrusionOk="0" h="51747" w="52286">
                  <a:moveTo>
                    <a:pt x="404" y="1"/>
                  </a:moveTo>
                  <a:lnTo>
                    <a:pt x="1" y="269"/>
                  </a:lnTo>
                  <a:lnTo>
                    <a:pt x="5242" y="9409"/>
                  </a:lnTo>
                  <a:lnTo>
                    <a:pt x="47581" y="51747"/>
                  </a:lnTo>
                  <a:lnTo>
                    <a:pt x="52285" y="51747"/>
                  </a:lnTo>
                  <a:lnTo>
                    <a:pt x="404" y="1"/>
                  </a:lnTo>
                  <a:close/>
                </a:path>
              </a:pathLst>
            </a:custGeom>
            <a:solidFill>
              <a:srgbClr val="06D9CA"/>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328" name="Google Shape;328;p4"/>
            <p:cNvSpPr/>
            <p:nvPr/>
          </p:nvSpPr>
          <p:spPr>
            <a:xfrm>
              <a:off x="4088875" y="2822200"/>
              <a:ext cx="1481875" cy="1461675"/>
            </a:xfrm>
            <a:custGeom>
              <a:rect b="b" l="l" r="r" t="t"/>
              <a:pathLst>
                <a:path extrusionOk="0" h="58467" w="59275">
                  <a:moveTo>
                    <a:pt x="807" y="0"/>
                  </a:moveTo>
                  <a:lnTo>
                    <a:pt x="1" y="1479"/>
                  </a:lnTo>
                  <a:lnTo>
                    <a:pt x="3227" y="6989"/>
                  </a:lnTo>
                  <a:lnTo>
                    <a:pt x="54705" y="58467"/>
                  </a:lnTo>
                  <a:lnTo>
                    <a:pt x="59274" y="58467"/>
                  </a:lnTo>
                  <a:lnTo>
                    <a:pt x="807" y="0"/>
                  </a:lnTo>
                  <a:close/>
                </a:path>
              </a:pathLst>
            </a:custGeom>
            <a:solidFill>
              <a:srgbClr val="07D8C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329" name="Google Shape;329;p4"/>
            <p:cNvSpPr/>
            <p:nvPr/>
          </p:nvSpPr>
          <p:spPr>
            <a:xfrm>
              <a:off x="4102325" y="2761700"/>
              <a:ext cx="1565875" cy="1522175"/>
            </a:xfrm>
            <a:custGeom>
              <a:rect b="b" l="l" r="r" t="t"/>
              <a:pathLst>
                <a:path extrusionOk="0" h="60887" w="62635">
                  <a:moveTo>
                    <a:pt x="1748" y="1"/>
                  </a:moveTo>
                  <a:lnTo>
                    <a:pt x="0" y="2823"/>
                  </a:lnTo>
                  <a:lnTo>
                    <a:pt x="58064" y="60887"/>
                  </a:lnTo>
                  <a:lnTo>
                    <a:pt x="62634" y="60887"/>
                  </a:lnTo>
                  <a:lnTo>
                    <a:pt x="1748" y="1"/>
                  </a:lnTo>
                  <a:close/>
                </a:path>
              </a:pathLst>
            </a:custGeom>
            <a:solidFill>
              <a:srgbClr val="08D6C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330" name="Google Shape;330;p4"/>
            <p:cNvSpPr/>
            <p:nvPr/>
          </p:nvSpPr>
          <p:spPr>
            <a:xfrm>
              <a:off x="4139275" y="2697875"/>
              <a:ext cx="1626375" cy="1586000"/>
            </a:xfrm>
            <a:custGeom>
              <a:rect b="b" l="l" r="r" t="t"/>
              <a:pathLst>
                <a:path extrusionOk="0" h="63440" w="65055">
                  <a:moveTo>
                    <a:pt x="1614" y="0"/>
                  </a:moveTo>
                  <a:lnTo>
                    <a:pt x="1" y="2957"/>
                  </a:lnTo>
                  <a:lnTo>
                    <a:pt x="60484" y="63440"/>
                  </a:lnTo>
                  <a:lnTo>
                    <a:pt x="65054" y="63440"/>
                  </a:lnTo>
                  <a:lnTo>
                    <a:pt x="1614" y="0"/>
                  </a:lnTo>
                  <a:close/>
                </a:path>
              </a:pathLst>
            </a:custGeom>
            <a:solidFill>
              <a:srgbClr val="09D4C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331" name="Google Shape;331;p4"/>
            <p:cNvSpPr/>
            <p:nvPr/>
          </p:nvSpPr>
          <p:spPr>
            <a:xfrm>
              <a:off x="4172900" y="2637375"/>
              <a:ext cx="1690175" cy="1646500"/>
            </a:xfrm>
            <a:custGeom>
              <a:rect b="b" l="l" r="r" t="t"/>
              <a:pathLst>
                <a:path extrusionOk="0" h="65860" w="67607">
                  <a:moveTo>
                    <a:pt x="1747" y="1"/>
                  </a:moveTo>
                  <a:lnTo>
                    <a:pt x="0" y="2958"/>
                  </a:lnTo>
                  <a:lnTo>
                    <a:pt x="62903" y="65860"/>
                  </a:lnTo>
                  <a:lnTo>
                    <a:pt x="67607" y="65860"/>
                  </a:lnTo>
                  <a:lnTo>
                    <a:pt x="1747" y="1"/>
                  </a:lnTo>
                  <a:close/>
                </a:path>
              </a:pathLst>
            </a:custGeom>
            <a:solidFill>
              <a:srgbClr val="0AD3C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332" name="Google Shape;332;p4"/>
            <p:cNvSpPr/>
            <p:nvPr/>
          </p:nvSpPr>
          <p:spPr>
            <a:xfrm>
              <a:off x="4209850" y="2576900"/>
              <a:ext cx="1750675" cy="1706975"/>
            </a:xfrm>
            <a:custGeom>
              <a:rect b="b" l="l" r="r" t="t"/>
              <a:pathLst>
                <a:path extrusionOk="0" h="68279" w="70027">
                  <a:moveTo>
                    <a:pt x="1613" y="1"/>
                  </a:moveTo>
                  <a:lnTo>
                    <a:pt x="0" y="2823"/>
                  </a:lnTo>
                  <a:lnTo>
                    <a:pt x="65322" y="68279"/>
                  </a:lnTo>
                  <a:lnTo>
                    <a:pt x="70027" y="68279"/>
                  </a:lnTo>
                  <a:lnTo>
                    <a:pt x="1613" y="1"/>
                  </a:lnTo>
                  <a:close/>
                </a:path>
              </a:pathLst>
            </a:custGeom>
            <a:solidFill>
              <a:srgbClr val="0BD1C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333" name="Google Shape;333;p4"/>
            <p:cNvSpPr/>
            <p:nvPr/>
          </p:nvSpPr>
          <p:spPr>
            <a:xfrm>
              <a:off x="4243450" y="2513050"/>
              <a:ext cx="1814525" cy="1770825"/>
            </a:xfrm>
            <a:custGeom>
              <a:rect b="b" l="l" r="r" t="t"/>
              <a:pathLst>
                <a:path extrusionOk="0" h="70833" w="72581">
                  <a:moveTo>
                    <a:pt x="1748" y="1"/>
                  </a:moveTo>
                  <a:lnTo>
                    <a:pt x="1" y="2958"/>
                  </a:lnTo>
                  <a:lnTo>
                    <a:pt x="67876" y="70833"/>
                  </a:lnTo>
                  <a:lnTo>
                    <a:pt x="72581" y="70833"/>
                  </a:lnTo>
                  <a:lnTo>
                    <a:pt x="1748" y="1"/>
                  </a:lnTo>
                  <a:close/>
                </a:path>
              </a:pathLst>
            </a:custGeom>
            <a:solidFill>
              <a:srgbClr val="0CCFC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334" name="Google Shape;334;p4"/>
            <p:cNvSpPr/>
            <p:nvPr/>
          </p:nvSpPr>
          <p:spPr>
            <a:xfrm>
              <a:off x="4280425" y="2452575"/>
              <a:ext cx="1875000" cy="1831300"/>
            </a:xfrm>
            <a:custGeom>
              <a:rect b="b" l="l" r="r" t="t"/>
              <a:pathLst>
                <a:path extrusionOk="0" h="73252" w="75000">
                  <a:moveTo>
                    <a:pt x="1613" y="1"/>
                  </a:moveTo>
                  <a:lnTo>
                    <a:pt x="0" y="2957"/>
                  </a:lnTo>
                  <a:lnTo>
                    <a:pt x="70295" y="73252"/>
                  </a:lnTo>
                  <a:lnTo>
                    <a:pt x="74999" y="73252"/>
                  </a:lnTo>
                  <a:lnTo>
                    <a:pt x="1613" y="1"/>
                  </a:lnTo>
                  <a:close/>
                </a:path>
              </a:pathLst>
            </a:custGeom>
            <a:solidFill>
              <a:srgbClr val="0DCDCE"/>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335" name="Google Shape;335;p4"/>
            <p:cNvSpPr/>
            <p:nvPr/>
          </p:nvSpPr>
          <p:spPr>
            <a:xfrm>
              <a:off x="4314025" y="2392100"/>
              <a:ext cx="1935475" cy="1891775"/>
            </a:xfrm>
            <a:custGeom>
              <a:rect b="b" l="l" r="r" t="t"/>
              <a:pathLst>
                <a:path extrusionOk="0" h="75671" w="77419">
                  <a:moveTo>
                    <a:pt x="1747" y="0"/>
                  </a:moveTo>
                  <a:lnTo>
                    <a:pt x="0" y="2957"/>
                  </a:lnTo>
                  <a:lnTo>
                    <a:pt x="72849" y="75671"/>
                  </a:lnTo>
                  <a:lnTo>
                    <a:pt x="77419" y="75671"/>
                  </a:lnTo>
                  <a:lnTo>
                    <a:pt x="1747" y="0"/>
                  </a:lnTo>
                  <a:close/>
                </a:path>
              </a:pathLst>
            </a:custGeom>
            <a:solidFill>
              <a:srgbClr val="0ECCC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336" name="Google Shape;336;p4"/>
            <p:cNvSpPr/>
            <p:nvPr/>
          </p:nvSpPr>
          <p:spPr>
            <a:xfrm>
              <a:off x="4350975" y="2328250"/>
              <a:ext cx="1995975" cy="1955625"/>
            </a:xfrm>
            <a:custGeom>
              <a:rect b="b" l="l" r="r" t="t"/>
              <a:pathLst>
                <a:path extrusionOk="0" h="78225" w="79839">
                  <a:moveTo>
                    <a:pt x="1748" y="1"/>
                  </a:moveTo>
                  <a:lnTo>
                    <a:pt x="1" y="2957"/>
                  </a:lnTo>
                  <a:lnTo>
                    <a:pt x="75269" y="78225"/>
                  </a:lnTo>
                  <a:lnTo>
                    <a:pt x="79839" y="78225"/>
                  </a:lnTo>
                  <a:lnTo>
                    <a:pt x="1748" y="1"/>
                  </a:lnTo>
                  <a:close/>
                </a:path>
              </a:pathLst>
            </a:custGeom>
            <a:solidFill>
              <a:srgbClr val="10CAC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337" name="Google Shape;337;p4"/>
            <p:cNvSpPr/>
            <p:nvPr/>
          </p:nvSpPr>
          <p:spPr>
            <a:xfrm>
              <a:off x="4384575" y="2267775"/>
              <a:ext cx="2059825" cy="2016100"/>
            </a:xfrm>
            <a:custGeom>
              <a:rect b="b" l="l" r="r" t="t"/>
              <a:pathLst>
                <a:path extrusionOk="0" h="80644" w="82393">
                  <a:moveTo>
                    <a:pt x="1748" y="0"/>
                  </a:moveTo>
                  <a:lnTo>
                    <a:pt x="1" y="2957"/>
                  </a:lnTo>
                  <a:lnTo>
                    <a:pt x="77823" y="80644"/>
                  </a:lnTo>
                  <a:lnTo>
                    <a:pt x="82392" y="80644"/>
                  </a:lnTo>
                  <a:lnTo>
                    <a:pt x="1748" y="0"/>
                  </a:lnTo>
                  <a:close/>
                </a:path>
              </a:pathLst>
            </a:custGeom>
            <a:solidFill>
              <a:srgbClr val="11C8D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338" name="Google Shape;338;p4"/>
            <p:cNvSpPr/>
            <p:nvPr/>
          </p:nvSpPr>
          <p:spPr>
            <a:xfrm>
              <a:off x="4421550" y="2207275"/>
              <a:ext cx="2120300" cy="2076600"/>
            </a:xfrm>
            <a:custGeom>
              <a:rect b="b" l="l" r="r" t="t"/>
              <a:pathLst>
                <a:path extrusionOk="0" h="83064" w="84812">
                  <a:moveTo>
                    <a:pt x="1747" y="1"/>
                  </a:moveTo>
                  <a:lnTo>
                    <a:pt x="0" y="2958"/>
                  </a:lnTo>
                  <a:lnTo>
                    <a:pt x="80107" y="83064"/>
                  </a:lnTo>
                  <a:lnTo>
                    <a:pt x="84811" y="83064"/>
                  </a:lnTo>
                  <a:lnTo>
                    <a:pt x="1747" y="1"/>
                  </a:lnTo>
                  <a:close/>
                </a:path>
              </a:pathLst>
            </a:custGeom>
            <a:solidFill>
              <a:srgbClr val="12C7D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339" name="Google Shape;339;p4"/>
            <p:cNvSpPr/>
            <p:nvPr/>
          </p:nvSpPr>
          <p:spPr>
            <a:xfrm>
              <a:off x="4458500" y="2146800"/>
              <a:ext cx="2130375" cy="2137075"/>
            </a:xfrm>
            <a:custGeom>
              <a:rect b="b" l="l" r="r" t="t"/>
              <a:pathLst>
                <a:path extrusionOk="0" h="85483" w="85215">
                  <a:moveTo>
                    <a:pt x="1614" y="1"/>
                  </a:moveTo>
                  <a:lnTo>
                    <a:pt x="1" y="2823"/>
                  </a:lnTo>
                  <a:lnTo>
                    <a:pt x="82527" y="85483"/>
                  </a:lnTo>
                  <a:lnTo>
                    <a:pt x="84005" y="85483"/>
                  </a:lnTo>
                  <a:lnTo>
                    <a:pt x="85215" y="83467"/>
                  </a:lnTo>
                  <a:lnTo>
                    <a:pt x="1614" y="1"/>
                  </a:lnTo>
                  <a:close/>
                </a:path>
              </a:pathLst>
            </a:custGeom>
            <a:solidFill>
              <a:srgbClr val="13C5D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340" name="Google Shape;340;p4"/>
            <p:cNvSpPr/>
            <p:nvPr/>
          </p:nvSpPr>
          <p:spPr>
            <a:xfrm>
              <a:off x="4492100" y="2082950"/>
              <a:ext cx="2133750" cy="2163975"/>
            </a:xfrm>
            <a:custGeom>
              <a:rect b="b" l="l" r="r" t="t"/>
              <a:pathLst>
                <a:path extrusionOk="0" h="86559" w="85350">
                  <a:moveTo>
                    <a:pt x="1748" y="1"/>
                  </a:moveTo>
                  <a:lnTo>
                    <a:pt x="1" y="2958"/>
                  </a:lnTo>
                  <a:lnTo>
                    <a:pt x="83602" y="86559"/>
                  </a:lnTo>
                  <a:lnTo>
                    <a:pt x="85349" y="83602"/>
                  </a:lnTo>
                  <a:lnTo>
                    <a:pt x="1748" y="1"/>
                  </a:lnTo>
                  <a:close/>
                </a:path>
              </a:pathLst>
            </a:custGeom>
            <a:solidFill>
              <a:srgbClr val="14C3D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341" name="Google Shape;341;p4"/>
            <p:cNvSpPr/>
            <p:nvPr/>
          </p:nvSpPr>
          <p:spPr>
            <a:xfrm>
              <a:off x="4529075" y="2022475"/>
              <a:ext cx="2130375" cy="2163975"/>
            </a:xfrm>
            <a:custGeom>
              <a:rect b="b" l="l" r="r" t="t"/>
              <a:pathLst>
                <a:path extrusionOk="0" h="86559" w="85215">
                  <a:moveTo>
                    <a:pt x="1613" y="1"/>
                  </a:moveTo>
                  <a:lnTo>
                    <a:pt x="0" y="2957"/>
                  </a:lnTo>
                  <a:lnTo>
                    <a:pt x="83467" y="86558"/>
                  </a:lnTo>
                  <a:lnTo>
                    <a:pt x="85214" y="83601"/>
                  </a:lnTo>
                  <a:lnTo>
                    <a:pt x="1613" y="1"/>
                  </a:lnTo>
                  <a:close/>
                </a:path>
              </a:pathLst>
            </a:custGeom>
            <a:solidFill>
              <a:srgbClr val="15C1D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342" name="Google Shape;342;p4"/>
            <p:cNvSpPr/>
            <p:nvPr/>
          </p:nvSpPr>
          <p:spPr>
            <a:xfrm>
              <a:off x="4562675" y="1962000"/>
              <a:ext cx="2133725" cy="2160600"/>
            </a:xfrm>
            <a:custGeom>
              <a:rect b="b" l="l" r="r" t="t"/>
              <a:pathLst>
                <a:path extrusionOk="0" h="86424" w="85349">
                  <a:moveTo>
                    <a:pt x="1748" y="0"/>
                  </a:moveTo>
                  <a:lnTo>
                    <a:pt x="0" y="2957"/>
                  </a:lnTo>
                  <a:lnTo>
                    <a:pt x="83602" y="86424"/>
                  </a:lnTo>
                  <a:lnTo>
                    <a:pt x="85349" y="83467"/>
                  </a:lnTo>
                  <a:lnTo>
                    <a:pt x="1748" y="0"/>
                  </a:lnTo>
                  <a:close/>
                </a:path>
              </a:pathLst>
            </a:custGeom>
            <a:solidFill>
              <a:srgbClr val="16C0D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343" name="Google Shape;343;p4"/>
            <p:cNvSpPr/>
            <p:nvPr/>
          </p:nvSpPr>
          <p:spPr>
            <a:xfrm>
              <a:off x="4599625" y="1898150"/>
              <a:ext cx="2130375" cy="2163975"/>
            </a:xfrm>
            <a:custGeom>
              <a:rect b="b" l="l" r="r" t="t"/>
              <a:pathLst>
                <a:path extrusionOk="0" h="86559" w="85215">
                  <a:moveTo>
                    <a:pt x="1614" y="0"/>
                  </a:moveTo>
                  <a:lnTo>
                    <a:pt x="1" y="2957"/>
                  </a:lnTo>
                  <a:lnTo>
                    <a:pt x="83602" y="86558"/>
                  </a:lnTo>
                  <a:lnTo>
                    <a:pt x="85215" y="83601"/>
                  </a:lnTo>
                  <a:lnTo>
                    <a:pt x="1614" y="0"/>
                  </a:lnTo>
                  <a:close/>
                </a:path>
              </a:pathLst>
            </a:custGeom>
            <a:solidFill>
              <a:srgbClr val="17BED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344" name="Google Shape;344;p4"/>
            <p:cNvSpPr/>
            <p:nvPr/>
          </p:nvSpPr>
          <p:spPr>
            <a:xfrm>
              <a:off x="4633225" y="1837675"/>
              <a:ext cx="2133750" cy="2163950"/>
            </a:xfrm>
            <a:custGeom>
              <a:rect b="b" l="l" r="r" t="t"/>
              <a:pathLst>
                <a:path extrusionOk="0" h="86558" w="85350">
                  <a:moveTo>
                    <a:pt x="1748" y="0"/>
                  </a:moveTo>
                  <a:lnTo>
                    <a:pt x="1" y="2957"/>
                  </a:lnTo>
                  <a:lnTo>
                    <a:pt x="83602" y="86558"/>
                  </a:lnTo>
                  <a:lnTo>
                    <a:pt x="85349" y="83601"/>
                  </a:lnTo>
                  <a:lnTo>
                    <a:pt x="1748" y="0"/>
                  </a:lnTo>
                  <a:close/>
                </a:path>
              </a:pathLst>
            </a:custGeom>
            <a:solidFill>
              <a:srgbClr val="18BCD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345" name="Google Shape;345;p4"/>
            <p:cNvSpPr/>
            <p:nvPr/>
          </p:nvSpPr>
          <p:spPr>
            <a:xfrm>
              <a:off x="4670200" y="1777175"/>
              <a:ext cx="2130375" cy="2160625"/>
            </a:xfrm>
            <a:custGeom>
              <a:rect b="b" l="l" r="r" t="t"/>
              <a:pathLst>
                <a:path extrusionOk="0" h="86425" w="85215">
                  <a:moveTo>
                    <a:pt x="1748" y="1"/>
                  </a:moveTo>
                  <a:lnTo>
                    <a:pt x="0" y="2958"/>
                  </a:lnTo>
                  <a:lnTo>
                    <a:pt x="83602" y="86424"/>
                  </a:lnTo>
                  <a:lnTo>
                    <a:pt x="85215" y="83467"/>
                  </a:lnTo>
                  <a:lnTo>
                    <a:pt x="1748" y="1"/>
                  </a:lnTo>
                  <a:close/>
                </a:path>
              </a:pathLst>
            </a:custGeom>
            <a:solidFill>
              <a:srgbClr val="19BBD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346" name="Google Shape;346;p4"/>
            <p:cNvSpPr/>
            <p:nvPr/>
          </p:nvSpPr>
          <p:spPr>
            <a:xfrm>
              <a:off x="4707150" y="1713350"/>
              <a:ext cx="2130375" cy="2163950"/>
            </a:xfrm>
            <a:custGeom>
              <a:rect b="b" l="l" r="r" t="t"/>
              <a:pathLst>
                <a:path extrusionOk="0" h="86558" w="85215">
                  <a:moveTo>
                    <a:pt x="1614" y="0"/>
                  </a:moveTo>
                  <a:lnTo>
                    <a:pt x="1" y="2957"/>
                  </a:lnTo>
                  <a:lnTo>
                    <a:pt x="83468" y="86558"/>
                  </a:lnTo>
                  <a:lnTo>
                    <a:pt x="85215" y="83601"/>
                  </a:lnTo>
                  <a:lnTo>
                    <a:pt x="1614" y="0"/>
                  </a:lnTo>
                  <a:close/>
                </a:path>
              </a:pathLst>
            </a:custGeom>
            <a:solidFill>
              <a:srgbClr val="1BB9D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347" name="Google Shape;347;p4"/>
            <p:cNvSpPr/>
            <p:nvPr/>
          </p:nvSpPr>
          <p:spPr>
            <a:xfrm>
              <a:off x="4740750" y="1652850"/>
              <a:ext cx="2130400" cy="2163975"/>
            </a:xfrm>
            <a:custGeom>
              <a:rect b="b" l="l" r="r" t="t"/>
              <a:pathLst>
                <a:path extrusionOk="0" h="86559" w="85216">
                  <a:moveTo>
                    <a:pt x="1748" y="1"/>
                  </a:moveTo>
                  <a:lnTo>
                    <a:pt x="1" y="2958"/>
                  </a:lnTo>
                  <a:lnTo>
                    <a:pt x="83602" y="86559"/>
                  </a:lnTo>
                  <a:lnTo>
                    <a:pt x="85215" y="83602"/>
                  </a:lnTo>
                  <a:lnTo>
                    <a:pt x="1748" y="1"/>
                  </a:lnTo>
                  <a:close/>
                </a:path>
              </a:pathLst>
            </a:custGeom>
            <a:solidFill>
              <a:srgbClr val="1CB7D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348" name="Google Shape;348;p4"/>
            <p:cNvSpPr/>
            <p:nvPr/>
          </p:nvSpPr>
          <p:spPr>
            <a:xfrm>
              <a:off x="4777725" y="1592375"/>
              <a:ext cx="2130375" cy="2160600"/>
            </a:xfrm>
            <a:custGeom>
              <a:rect b="b" l="l" r="r" t="t"/>
              <a:pathLst>
                <a:path extrusionOk="0" h="86424" w="85215">
                  <a:moveTo>
                    <a:pt x="1613" y="1"/>
                  </a:moveTo>
                  <a:lnTo>
                    <a:pt x="0" y="2957"/>
                  </a:lnTo>
                  <a:lnTo>
                    <a:pt x="83467" y="86424"/>
                  </a:lnTo>
                  <a:lnTo>
                    <a:pt x="85215" y="83601"/>
                  </a:lnTo>
                  <a:lnTo>
                    <a:pt x="1613" y="1"/>
                  </a:lnTo>
                  <a:close/>
                </a:path>
              </a:pathLst>
            </a:custGeom>
            <a:solidFill>
              <a:srgbClr val="1DB5D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349" name="Google Shape;349;p4"/>
            <p:cNvSpPr/>
            <p:nvPr/>
          </p:nvSpPr>
          <p:spPr>
            <a:xfrm>
              <a:off x="4811325" y="1531900"/>
              <a:ext cx="2133750" cy="2160600"/>
            </a:xfrm>
            <a:custGeom>
              <a:rect b="b" l="l" r="r" t="t"/>
              <a:pathLst>
                <a:path extrusionOk="0" h="86424" w="85350">
                  <a:moveTo>
                    <a:pt x="1748" y="0"/>
                  </a:moveTo>
                  <a:lnTo>
                    <a:pt x="0" y="2823"/>
                  </a:lnTo>
                  <a:lnTo>
                    <a:pt x="83602" y="86423"/>
                  </a:lnTo>
                  <a:lnTo>
                    <a:pt x="85349" y="83467"/>
                  </a:lnTo>
                  <a:lnTo>
                    <a:pt x="1748" y="0"/>
                  </a:lnTo>
                  <a:close/>
                </a:path>
              </a:pathLst>
            </a:custGeom>
            <a:solidFill>
              <a:srgbClr val="1EB4D7"/>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350" name="Google Shape;350;p4"/>
            <p:cNvSpPr/>
            <p:nvPr/>
          </p:nvSpPr>
          <p:spPr>
            <a:xfrm>
              <a:off x="4848275" y="1468050"/>
              <a:ext cx="2130400" cy="2163975"/>
            </a:xfrm>
            <a:custGeom>
              <a:rect b="b" l="l" r="r" t="t"/>
              <a:pathLst>
                <a:path extrusionOk="0" h="86559" w="85216">
                  <a:moveTo>
                    <a:pt x="1614" y="0"/>
                  </a:moveTo>
                  <a:lnTo>
                    <a:pt x="1" y="2957"/>
                  </a:lnTo>
                  <a:lnTo>
                    <a:pt x="83602" y="86558"/>
                  </a:lnTo>
                  <a:lnTo>
                    <a:pt x="85215" y="83601"/>
                  </a:lnTo>
                  <a:lnTo>
                    <a:pt x="1614" y="0"/>
                  </a:lnTo>
                  <a:close/>
                </a:path>
              </a:pathLst>
            </a:custGeom>
            <a:solidFill>
              <a:srgbClr val="1FB2D7"/>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351" name="Google Shape;351;p4"/>
            <p:cNvSpPr/>
            <p:nvPr/>
          </p:nvSpPr>
          <p:spPr>
            <a:xfrm>
              <a:off x="4881875" y="1431100"/>
              <a:ext cx="2133750" cy="2140425"/>
            </a:xfrm>
            <a:custGeom>
              <a:rect b="b" l="l" r="r" t="t"/>
              <a:pathLst>
                <a:path extrusionOk="0" h="85617" w="85350">
                  <a:moveTo>
                    <a:pt x="1211" y="0"/>
                  </a:moveTo>
                  <a:lnTo>
                    <a:pt x="1" y="2016"/>
                  </a:lnTo>
                  <a:lnTo>
                    <a:pt x="83602" y="85617"/>
                  </a:lnTo>
                  <a:lnTo>
                    <a:pt x="85350" y="82660"/>
                  </a:lnTo>
                  <a:lnTo>
                    <a:pt x="2689" y="0"/>
                  </a:lnTo>
                  <a:close/>
                </a:path>
              </a:pathLst>
            </a:custGeom>
            <a:solidFill>
              <a:srgbClr val="20B0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352" name="Google Shape;352;p4"/>
            <p:cNvSpPr/>
            <p:nvPr/>
          </p:nvSpPr>
          <p:spPr>
            <a:xfrm>
              <a:off x="4928925" y="1431100"/>
              <a:ext cx="2120300" cy="2076600"/>
            </a:xfrm>
            <a:custGeom>
              <a:rect b="b" l="l" r="r" t="t"/>
              <a:pathLst>
                <a:path extrusionOk="0" h="83064" w="84812">
                  <a:moveTo>
                    <a:pt x="1" y="0"/>
                  </a:moveTo>
                  <a:lnTo>
                    <a:pt x="83199" y="83063"/>
                  </a:lnTo>
                  <a:lnTo>
                    <a:pt x="84812" y="80106"/>
                  </a:lnTo>
                  <a:lnTo>
                    <a:pt x="4705" y="0"/>
                  </a:lnTo>
                  <a:close/>
                </a:path>
              </a:pathLst>
            </a:custGeom>
            <a:solidFill>
              <a:srgbClr val="21AED9"/>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353" name="Google Shape;353;p4"/>
            <p:cNvSpPr/>
            <p:nvPr/>
          </p:nvSpPr>
          <p:spPr>
            <a:xfrm>
              <a:off x="5026375" y="1431100"/>
              <a:ext cx="2059825" cy="2016100"/>
            </a:xfrm>
            <a:custGeom>
              <a:rect b="b" l="l" r="r" t="t"/>
              <a:pathLst>
                <a:path extrusionOk="0" h="80644" w="82393">
                  <a:moveTo>
                    <a:pt x="0" y="0"/>
                  </a:moveTo>
                  <a:lnTo>
                    <a:pt x="80645" y="80644"/>
                  </a:lnTo>
                  <a:lnTo>
                    <a:pt x="82392" y="77687"/>
                  </a:lnTo>
                  <a:lnTo>
                    <a:pt x="4705" y="0"/>
                  </a:lnTo>
                  <a:close/>
                </a:path>
              </a:pathLst>
            </a:custGeom>
            <a:solidFill>
              <a:srgbClr val="22ADD9"/>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354" name="Google Shape;354;p4"/>
            <p:cNvSpPr/>
            <p:nvPr/>
          </p:nvSpPr>
          <p:spPr>
            <a:xfrm>
              <a:off x="5123825" y="1431100"/>
              <a:ext cx="1995975" cy="1955625"/>
            </a:xfrm>
            <a:custGeom>
              <a:rect b="b" l="l" r="r" t="t"/>
              <a:pathLst>
                <a:path extrusionOk="0" h="78225" w="79839">
                  <a:moveTo>
                    <a:pt x="0" y="0"/>
                  </a:moveTo>
                  <a:lnTo>
                    <a:pt x="78225" y="78225"/>
                  </a:lnTo>
                  <a:lnTo>
                    <a:pt x="79838" y="75268"/>
                  </a:lnTo>
                  <a:lnTo>
                    <a:pt x="4705" y="0"/>
                  </a:lnTo>
                  <a:close/>
                </a:path>
              </a:pathLst>
            </a:custGeom>
            <a:solidFill>
              <a:srgbClr val="23ABDA"/>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355" name="Google Shape;355;p4"/>
            <p:cNvSpPr/>
            <p:nvPr/>
          </p:nvSpPr>
          <p:spPr>
            <a:xfrm>
              <a:off x="5221275" y="1431100"/>
              <a:ext cx="1935475" cy="1891775"/>
            </a:xfrm>
            <a:custGeom>
              <a:rect b="b" l="l" r="r" t="t"/>
              <a:pathLst>
                <a:path extrusionOk="0" h="75671" w="77419">
                  <a:moveTo>
                    <a:pt x="0" y="0"/>
                  </a:moveTo>
                  <a:lnTo>
                    <a:pt x="75671" y="75671"/>
                  </a:lnTo>
                  <a:lnTo>
                    <a:pt x="77419" y="72714"/>
                  </a:lnTo>
                  <a:lnTo>
                    <a:pt x="4570" y="0"/>
                  </a:lnTo>
                  <a:close/>
                </a:path>
              </a:pathLst>
            </a:custGeom>
            <a:solidFill>
              <a:srgbClr val="25A9DA"/>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356" name="Google Shape;356;p4"/>
            <p:cNvSpPr/>
            <p:nvPr/>
          </p:nvSpPr>
          <p:spPr>
            <a:xfrm>
              <a:off x="5318700" y="1431100"/>
              <a:ext cx="1875025" cy="1831300"/>
            </a:xfrm>
            <a:custGeom>
              <a:rect b="b" l="l" r="r" t="t"/>
              <a:pathLst>
                <a:path extrusionOk="0" h="73252" w="75001">
                  <a:moveTo>
                    <a:pt x="1" y="0"/>
                  </a:moveTo>
                  <a:lnTo>
                    <a:pt x="73253" y="73251"/>
                  </a:lnTo>
                  <a:lnTo>
                    <a:pt x="75000" y="70295"/>
                  </a:lnTo>
                  <a:lnTo>
                    <a:pt x="4571" y="0"/>
                  </a:lnTo>
                  <a:close/>
                </a:path>
              </a:pathLst>
            </a:custGeom>
            <a:solidFill>
              <a:srgbClr val="26A8D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357" name="Google Shape;357;p4"/>
            <p:cNvSpPr/>
            <p:nvPr/>
          </p:nvSpPr>
          <p:spPr>
            <a:xfrm>
              <a:off x="5416150" y="1431100"/>
              <a:ext cx="1811175" cy="1770825"/>
            </a:xfrm>
            <a:custGeom>
              <a:rect b="b" l="l" r="r" t="t"/>
              <a:pathLst>
                <a:path extrusionOk="0" h="70833" w="72447">
                  <a:moveTo>
                    <a:pt x="1" y="0"/>
                  </a:moveTo>
                  <a:lnTo>
                    <a:pt x="70699" y="70832"/>
                  </a:lnTo>
                  <a:lnTo>
                    <a:pt x="72446" y="67875"/>
                  </a:lnTo>
                  <a:lnTo>
                    <a:pt x="4571" y="0"/>
                  </a:lnTo>
                  <a:close/>
                </a:path>
              </a:pathLst>
            </a:custGeom>
            <a:solidFill>
              <a:srgbClr val="27A6D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358" name="Google Shape;358;p4"/>
            <p:cNvSpPr/>
            <p:nvPr/>
          </p:nvSpPr>
          <p:spPr>
            <a:xfrm>
              <a:off x="5510250" y="1431100"/>
              <a:ext cx="1754025" cy="1706975"/>
            </a:xfrm>
            <a:custGeom>
              <a:rect b="b" l="l" r="r" t="t"/>
              <a:pathLst>
                <a:path extrusionOk="0" h="68279" w="70161">
                  <a:moveTo>
                    <a:pt x="0" y="0"/>
                  </a:moveTo>
                  <a:lnTo>
                    <a:pt x="68413" y="68278"/>
                  </a:lnTo>
                  <a:lnTo>
                    <a:pt x="70161" y="65456"/>
                  </a:lnTo>
                  <a:lnTo>
                    <a:pt x="4704" y="0"/>
                  </a:lnTo>
                  <a:close/>
                </a:path>
              </a:pathLst>
            </a:custGeom>
            <a:solidFill>
              <a:srgbClr val="28A4D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359" name="Google Shape;359;p4"/>
            <p:cNvSpPr/>
            <p:nvPr/>
          </p:nvSpPr>
          <p:spPr>
            <a:xfrm>
              <a:off x="5607675" y="1431100"/>
              <a:ext cx="1690200" cy="1646500"/>
            </a:xfrm>
            <a:custGeom>
              <a:rect b="b" l="l" r="r" t="t"/>
              <a:pathLst>
                <a:path extrusionOk="0" h="65860" w="67608">
                  <a:moveTo>
                    <a:pt x="1" y="0"/>
                  </a:moveTo>
                  <a:lnTo>
                    <a:pt x="65995" y="65859"/>
                  </a:lnTo>
                  <a:lnTo>
                    <a:pt x="67608" y="62902"/>
                  </a:lnTo>
                  <a:lnTo>
                    <a:pt x="4705" y="0"/>
                  </a:lnTo>
                  <a:close/>
                </a:path>
              </a:pathLst>
            </a:custGeom>
            <a:solidFill>
              <a:srgbClr val="29A2D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360" name="Google Shape;360;p4"/>
            <p:cNvSpPr/>
            <p:nvPr/>
          </p:nvSpPr>
          <p:spPr>
            <a:xfrm>
              <a:off x="5705125" y="1431100"/>
              <a:ext cx="1629725" cy="1586000"/>
            </a:xfrm>
            <a:custGeom>
              <a:rect b="b" l="l" r="r" t="t"/>
              <a:pathLst>
                <a:path extrusionOk="0" h="63440" w="65189">
                  <a:moveTo>
                    <a:pt x="1" y="0"/>
                  </a:moveTo>
                  <a:lnTo>
                    <a:pt x="63441" y="63440"/>
                  </a:lnTo>
                  <a:lnTo>
                    <a:pt x="65188" y="60483"/>
                  </a:lnTo>
                  <a:lnTo>
                    <a:pt x="4705" y="0"/>
                  </a:lnTo>
                  <a:close/>
                </a:path>
              </a:pathLst>
            </a:custGeom>
            <a:solidFill>
              <a:srgbClr val="2AA1D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361" name="Google Shape;361;p4"/>
            <p:cNvSpPr/>
            <p:nvPr/>
          </p:nvSpPr>
          <p:spPr>
            <a:xfrm>
              <a:off x="5802575" y="1431100"/>
              <a:ext cx="1565875" cy="1525525"/>
            </a:xfrm>
            <a:custGeom>
              <a:rect b="b" l="l" r="r" t="t"/>
              <a:pathLst>
                <a:path extrusionOk="0" h="61021" w="62635">
                  <a:moveTo>
                    <a:pt x="1" y="0"/>
                  </a:moveTo>
                  <a:lnTo>
                    <a:pt x="61021" y="61020"/>
                  </a:lnTo>
                  <a:lnTo>
                    <a:pt x="62634" y="58064"/>
                  </a:lnTo>
                  <a:lnTo>
                    <a:pt x="4705" y="0"/>
                  </a:lnTo>
                  <a:close/>
                </a:path>
              </a:pathLst>
            </a:custGeom>
            <a:solidFill>
              <a:srgbClr val="2B9FDE"/>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362" name="Google Shape;362;p4"/>
            <p:cNvSpPr/>
            <p:nvPr/>
          </p:nvSpPr>
          <p:spPr>
            <a:xfrm>
              <a:off x="5900025" y="1431100"/>
              <a:ext cx="1481850" cy="1461675"/>
            </a:xfrm>
            <a:custGeom>
              <a:rect b="b" l="l" r="r" t="t"/>
              <a:pathLst>
                <a:path extrusionOk="0" h="58467" w="59274">
                  <a:moveTo>
                    <a:pt x="0" y="0"/>
                  </a:moveTo>
                  <a:lnTo>
                    <a:pt x="58468" y="58467"/>
                  </a:lnTo>
                  <a:lnTo>
                    <a:pt x="59274" y="57123"/>
                  </a:lnTo>
                  <a:lnTo>
                    <a:pt x="56048" y="51478"/>
                  </a:lnTo>
                  <a:lnTo>
                    <a:pt x="4570" y="0"/>
                  </a:lnTo>
                  <a:close/>
                </a:path>
              </a:pathLst>
            </a:custGeom>
            <a:solidFill>
              <a:srgbClr val="2C9DDE"/>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363" name="Google Shape;363;p4"/>
            <p:cNvSpPr/>
            <p:nvPr/>
          </p:nvSpPr>
          <p:spPr>
            <a:xfrm>
              <a:off x="5997475" y="1431100"/>
              <a:ext cx="1307125" cy="1297025"/>
            </a:xfrm>
            <a:custGeom>
              <a:rect b="b" l="l" r="r" t="t"/>
              <a:pathLst>
                <a:path extrusionOk="0" h="51881" w="52285">
                  <a:moveTo>
                    <a:pt x="0" y="0"/>
                  </a:moveTo>
                  <a:lnTo>
                    <a:pt x="51747" y="51881"/>
                  </a:lnTo>
                  <a:lnTo>
                    <a:pt x="52285" y="51478"/>
                  </a:lnTo>
                  <a:lnTo>
                    <a:pt x="46908" y="42338"/>
                  </a:lnTo>
                  <a:lnTo>
                    <a:pt x="4570" y="0"/>
                  </a:lnTo>
                  <a:close/>
                </a:path>
              </a:pathLst>
            </a:custGeom>
            <a:solidFill>
              <a:srgbClr val="2D9CD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364" name="Google Shape;364;p4"/>
            <p:cNvSpPr/>
            <p:nvPr/>
          </p:nvSpPr>
          <p:spPr>
            <a:xfrm>
              <a:off x="6094900" y="1431100"/>
              <a:ext cx="1075300" cy="1065175"/>
            </a:xfrm>
            <a:custGeom>
              <a:rect b="b" l="l" r="r" t="t"/>
              <a:pathLst>
                <a:path extrusionOk="0" h="42607" w="43012">
                  <a:moveTo>
                    <a:pt x="1" y="0"/>
                  </a:moveTo>
                  <a:lnTo>
                    <a:pt x="42608" y="42607"/>
                  </a:lnTo>
                  <a:lnTo>
                    <a:pt x="43011" y="42338"/>
                  </a:lnTo>
                  <a:lnTo>
                    <a:pt x="37769" y="33064"/>
                  </a:lnTo>
                  <a:lnTo>
                    <a:pt x="4571" y="0"/>
                  </a:lnTo>
                  <a:close/>
                </a:path>
              </a:pathLst>
            </a:custGeom>
            <a:solidFill>
              <a:srgbClr val="2F9AE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365" name="Google Shape;365;p4"/>
            <p:cNvSpPr/>
            <p:nvPr/>
          </p:nvSpPr>
          <p:spPr>
            <a:xfrm>
              <a:off x="6189000" y="1431100"/>
              <a:ext cx="850150" cy="836700"/>
            </a:xfrm>
            <a:custGeom>
              <a:rect b="b" l="l" r="r" t="t"/>
              <a:pathLst>
                <a:path extrusionOk="0" h="33468" w="34006">
                  <a:moveTo>
                    <a:pt x="0" y="0"/>
                  </a:moveTo>
                  <a:lnTo>
                    <a:pt x="33602" y="33467"/>
                  </a:lnTo>
                  <a:lnTo>
                    <a:pt x="34005" y="33198"/>
                  </a:lnTo>
                  <a:lnTo>
                    <a:pt x="28629" y="23924"/>
                  </a:lnTo>
                  <a:lnTo>
                    <a:pt x="4705" y="0"/>
                  </a:lnTo>
                  <a:close/>
                </a:path>
              </a:pathLst>
            </a:custGeom>
            <a:solidFill>
              <a:srgbClr val="3098E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366" name="Google Shape;366;p4"/>
            <p:cNvSpPr/>
            <p:nvPr/>
          </p:nvSpPr>
          <p:spPr>
            <a:xfrm>
              <a:off x="6286450" y="1431100"/>
              <a:ext cx="618300" cy="608200"/>
            </a:xfrm>
            <a:custGeom>
              <a:rect b="b" l="l" r="r" t="t"/>
              <a:pathLst>
                <a:path extrusionOk="0" h="24328" w="24732">
                  <a:moveTo>
                    <a:pt x="0" y="0"/>
                  </a:moveTo>
                  <a:lnTo>
                    <a:pt x="24328" y="24328"/>
                  </a:lnTo>
                  <a:lnTo>
                    <a:pt x="24731" y="23924"/>
                  </a:lnTo>
                  <a:lnTo>
                    <a:pt x="19489" y="14785"/>
                  </a:lnTo>
                  <a:lnTo>
                    <a:pt x="4704" y="0"/>
                  </a:lnTo>
                  <a:close/>
                </a:path>
              </a:pathLst>
            </a:custGeom>
            <a:solidFill>
              <a:srgbClr val="3196E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367" name="Google Shape;367;p4"/>
            <p:cNvSpPr/>
            <p:nvPr/>
          </p:nvSpPr>
          <p:spPr>
            <a:xfrm>
              <a:off x="6383900" y="1431100"/>
              <a:ext cx="389800" cy="376350"/>
            </a:xfrm>
            <a:custGeom>
              <a:rect b="b" l="l" r="r" t="t"/>
              <a:pathLst>
                <a:path extrusionOk="0" h="15054" w="15592">
                  <a:moveTo>
                    <a:pt x="0" y="0"/>
                  </a:moveTo>
                  <a:lnTo>
                    <a:pt x="15188" y="15054"/>
                  </a:lnTo>
                  <a:lnTo>
                    <a:pt x="15591" y="14785"/>
                  </a:lnTo>
                  <a:lnTo>
                    <a:pt x="10215" y="5645"/>
                  </a:lnTo>
                  <a:lnTo>
                    <a:pt x="4704" y="0"/>
                  </a:lnTo>
                  <a:close/>
                </a:path>
              </a:pathLst>
            </a:custGeom>
            <a:solidFill>
              <a:srgbClr val="3295E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368" name="Google Shape;368;p4"/>
            <p:cNvSpPr/>
            <p:nvPr/>
          </p:nvSpPr>
          <p:spPr>
            <a:xfrm>
              <a:off x="6481325" y="1431100"/>
              <a:ext cx="157950" cy="147850"/>
            </a:xfrm>
            <a:custGeom>
              <a:rect b="b" l="l" r="r" t="t"/>
              <a:pathLst>
                <a:path extrusionOk="0" h="5914" w="6318">
                  <a:moveTo>
                    <a:pt x="1" y="0"/>
                  </a:moveTo>
                  <a:lnTo>
                    <a:pt x="5915" y="5914"/>
                  </a:lnTo>
                  <a:lnTo>
                    <a:pt x="6318" y="5645"/>
                  </a:lnTo>
                  <a:lnTo>
                    <a:pt x="3092" y="0"/>
                  </a:lnTo>
                  <a:close/>
                </a:path>
              </a:pathLst>
            </a:custGeom>
            <a:solidFill>
              <a:srgbClr val="3393E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grpSp>
      <p:sp>
        <p:nvSpPr>
          <p:cNvPr id="369" name="Google Shape;369;p4"/>
          <p:cNvSpPr/>
          <p:nvPr/>
        </p:nvSpPr>
        <p:spPr>
          <a:xfrm flipH="1" rot="10800000">
            <a:off x="-123826" y="1058975"/>
            <a:ext cx="819900" cy="710100"/>
          </a:xfrm>
          <a:prstGeom prst="hexagon">
            <a:avLst>
              <a:gd fmla="val 28678" name="adj"/>
              <a:gd fmla="val 115470" name="vf"/>
            </a:avLst>
          </a:prstGeom>
          <a:noFill/>
          <a:ln cap="flat" cmpd="sng" w="9525">
            <a:solidFill>
              <a:srgbClr val="19BBD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370" name="Google Shape;370;p4"/>
          <p:cNvSpPr/>
          <p:nvPr/>
        </p:nvSpPr>
        <p:spPr>
          <a:xfrm flipH="1" rot="10800000">
            <a:off x="638175" y="1440100"/>
            <a:ext cx="428700" cy="371100"/>
          </a:xfrm>
          <a:prstGeom prst="hexagon">
            <a:avLst>
              <a:gd fmla="val 28678" name="adj"/>
              <a:gd fmla="val 115470" name="vf"/>
            </a:avLst>
          </a:prstGeom>
          <a:solidFill>
            <a:srgbClr val="184769"/>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371" name="Google Shape;371;p4"/>
          <p:cNvSpPr/>
          <p:nvPr/>
        </p:nvSpPr>
        <p:spPr>
          <a:xfrm flipH="1" rot="10800000">
            <a:off x="1495424" y="-131650"/>
            <a:ext cx="819900" cy="710100"/>
          </a:xfrm>
          <a:prstGeom prst="hexagon">
            <a:avLst>
              <a:gd fmla="val 28678" name="adj"/>
              <a:gd fmla="val 115470" name="vf"/>
            </a:avLst>
          </a:prstGeom>
          <a:noFill/>
          <a:ln cap="flat" cmpd="sng" w="76200">
            <a:solidFill>
              <a:srgbClr val="184769"/>
            </a:solidFill>
            <a:prstDash val="solid"/>
            <a:miter lim="80"/>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372" name="Google Shape;372;p4"/>
          <p:cNvSpPr/>
          <p:nvPr/>
        </p:nvSpPr>
        <p:spPr>
          <a:xfrm flipH="1" rot="10800000">
            <a:off x="327800" y="88925"/>
            <a:ext cx="358800" cy="310500"/>
          </a:xfrm>
          <a:prstGeom prst="hexagon">
            <a:avLst>
              <a:gd fmla="val 28678" name="adj"/>
              <a:gd fmla="val 115470" name="vf"/>
            </a:avLst>
          </a:prstGeom>
          <a:solidFill>
            <a:srgbClr val="00E1C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grpSp>
        <p:nvGrpSpPr>
          <p:cNvPr id="373" name="Google Shape;373;p4"/>
          <p:cNvGrpSpPr/>
          <p:nvPr/>
        </p:nvGrpSpPr>
        <p:grpSpPr>
          <a:xfrm>
            <a:off x="1729784" y="61068"/>
            <a:ext cx="351204" cy="324661"/>
            <a:chOff x="5975075" y="2327500"/>
            <a:chExt cx="420100" cy="388350"/>
          </a:xfrm>
        </p:grpSpPr>
        <p:sp>
          <p:nvSpPr>
            <p:cNvPr id="374" name="Google Shape;374;p4"/>
            <p:cNvSpPr/>
            <p:nvPr/>
          </p:nvSpPr>
          <p:spPr>
            <a:xfrm>
              <a:off x="5975075" y="2474650"/>
              <a:ext cx="98325" cy="220450"/>
            </a:xfrm>
            <a:custGeom>
              <a:rect b="b" l="l" r="r" t="t"/>
              <a:pathLst>
                <a:path extrusionOk="0" h="8818" w="3933">
                  <a:moveTo>
                    <a:pt x="2418" y="1002"/>
                  </a:moveTo>
                  <a:lnTo>
                    <a:pt x="2565" y="1027"/>
                  </a:lnTo>
                  <a:lnTo>
                    <a:pt x="2687" y="1075"/>
                  </a:lnTo>
                  <a:lnTo>
                    <a:pt x="2809" y="1124"/>
                  </a:lnTo>
                  <a:lnTo>
                    <a:pt x="2907" y="1222"/>
                  </a:lnTo>
                  <a:lnTo>
                    <a:pt x="3005" y="1320"/>
                  </a:lnTo>
                  <a:lnTo>
                    <a:pt x="3078" y="1442"/>
                  </a:lnTo>
                  <a:lnTo>
                    <a:pt x="3102" y="1564"/>
                  </a:lnTo>
                  <a:lnTo>
                    <a:pt x="3127" y="1710"/>
                  </a:lnTo>
                  <a:lnTo>
                    <a:pt x="3102" y="1857"/>
                  </a:lnTo>
                  <a:lnTo>
                    <a:pt x="3078" y="1979"/>
                  </a:lnTo>
                  <a:lnTo>
                    <a:pt x="3005" y="2101"/>
                  </a:lnTo>
                  <a:lnTo>
                    <a:pt x="2907" y="2223"/>
                  </a:lnTo>
                  <a:lnTo>
                    <a:pt x="2809" y="2297"/>
                  </a:lnTo>
                  <a:lnTo>
                    <a:pt x="2687" y="2370"/>
                  </a:lnTo>
                  <a:lnTo>
                    <a:pt x="2565" y="2394"/>
                  </a:lnTo>
                  <a:lnTo>
                    <a:pt x="2418" y="2419"/>
                  </a:lnTo>
                  <a:lnTo>
                    <a:pt x="2272" y="2394"/>
                  </a:lnTo>
                  <a:lnTo>
                    <a:pt x="2150" y="2370"/>
                  </a:lnTo>
                  <a:lnTo>
                    <a:pt x="2028" y="2297"/>
                  </a:lnTo>
                  <a:lnTo>
                    <a:pt x="1930" y="2223"/>
                  </a:lnTo>
                  <a:lnTo>
                    <a:pt x="1832" y="2101"/>
                  </a:lnTo>
                  <a:lnTo>
                    <a:pt x="1759" y="1979"/>
                  </a:lnTo>
                  <a:lnTo>
                    <a:pt x="1735" y="1857"/>
                  </a:lnTo>
                  <a:lnTo>
                    <a:pt x="1710" y="1710"/>
                  </a:lnTo>
                  <a:lnTo>
                    <a:pt x="1735" y="1564"/>
                  </a:lnTo>
                  <a:lnTo>
                    <a:pt x="1759" y="1442"/>
                  </a:lnTo>
                  <a:lnTo>
                    <a:pt x="1832" y="1320"/>
                  </a:lnTo>
                  <a:lnTo>
                    <a:pt x="1930" y="1222"/>
                  </a:lnTo>
                  <a:lnTo>
                    <a:pt x="2028" y="1124"/>
                  </a:lnTo>
                  <a:lnTo>
                    <a:pt x="2150" y="1075"/>
                  </a:lnTo>
                  <a:lnTo>
                    <a:pt x="2272" y="1027"/>
                  </a:lnTo>
                  <a:lnTo>
                    <a:pt x="2418" y="1002"/>
                  </a:lnTo>
                  <a:close/>
                  <a:moveTo>
                    <a:pt x="1" y="1"/>
                  </a:moveTo>
                  <a:lnTo>
                    <a:pt x="1" y="8817"/>
                  </a:lnTo>
                  <a:lnTo>
                    <a:pt x="3933" y="8817"/>
                  </a:lnTo>
                  <a:lnTo>
                    <a:pt x="3933" y="1"/>
                  </a:lnTo>
                  <a:close/>
                </a:path>
              </a:pathLst>
            </a:custGeom>
            <a:solidFill>
              <a:srgbClr val="184769"/>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375" name="Google Shape;375;p4"/>
            <p:cNvSpPr/>
            <p:nvPr/>
          </p:nvSpPr>
          <p:spPr>
            <a:xfrm>
              <a:off x="6088025" y="2327500"/>
              <a:ext cx="307150" cy="388350"/>
            </a:xfrm>
            <a:custGeom>
              <a:rect b="b" l="l" r="r" t="t"/>
              <a:pathLst>
                <a:path extrusionOk="0" h="15534" w="12286">
                  <a:moveTo>
                    <a:pt x="6326" y="1"/>
                  </a:moveTo>
                  <a:lnTo>
                    <a:pt x="5960" y="25"/>
                  </a:lnTo>
                  <a:lnTo>
                    <a:pt x="5716" y="74"/>
                  </a:lnTo>
                  <a:lnTo>
                    <a:pt x="5520" y="147"/>
                  </a:lnTo>
                  <a:lnTo>
                    <a:pt x="5374" y="221"/>
                  </a:lnTo>
                  <a:lnTo>
                    <a:pt x="4983" y="1466"/>
                  </a:lnTo>
                  <a:lnTo>
                    <a:pt x="4788" y="2028"/>
                  </a:lnTo>
                  <a:lnTo>
                    <a:pt x="4592" y="2541"/>
                  </a:lnTo>
                  <a:lnTo>
                    <a:pt x="4397" y="3005"/>
                  </a:lnTo>
                  <a:lnTo>
                    <a:pt x="4202" y="3396"/>
                  </a:lnTo>
                  <a:lnTo>
                    <a:pt x="4031" y="3689"/>
                  </a:lnTo>
                  <a:lnTo>
                    <a:pt x="3884" y="3933"/>
                  </a:lnTo>
                  <a:lnTo>
                    <a:pt x="3664" y="4153"/>
                  </a:lnTo>
                  <a:lnTo>
                    <a:pt x="3322" y="4495"/>
                  </a:lnTo>
                  <a:lnTo>
                    <a:pt x="2516" y="5252"/>
                  </a:lnTo>
                  <a:lnTo>
                    <a:pt x="1442" y="6229"/>
                  </a:lnTo>
                  <a:lnTo>
                    <a:pt x="1" y="6229"/>
                  </a:lnTo>
                  <a:lnTo>
                    <a:pt x="1" y="13433"/>
                  </a:lnTo>
                  <a:lnTo>
                    <a:pt x="1515" y="13433"/>
                  </a:lnTo>
                  <a:lnTo>
                    <a:pt x="2004" y="13678"/>
                  </a:lnTo>
                  <a:lnTo>
                    <a:pt x="2687" y="13971"/>
                  </a:lnTo>
                  <a:lnTo>
                    <a:pt x="3567" y="14313"/>
                  </a:lnTo>
                  <a:lnTo>
                    <a:pt x="4544" y="14679"/>
                  </a:lnTo>
                  <a:lnTo>
                    <a:pt x="5594" y="14997"/>
                  </a:lnTo>
                  <a:lnTo>
                    <a:pt x="6131" y="15143"/>
                  </a:lnTo>
                  <a:lnTo>
                    <a:pt x="6668" y="15265"/>
                  </a:lnTo>
                  <a:lnTo>
                    <a:pt x="7181" y="15387"/>
                  </a:lnTo>
                  <a:lnTo>
                    <a:pt x="7694" y="15461"/>
                  </a:lnTo>
                  <a:lnTo>
                    <a:pt x="8158" y="15509"/>
                  </a:lnTo>
                  <a:lnTo>
                    <a:pt x="8622" y="15534"/>
                  </a:lnTo>
                  <a:lnTo>
                    <a:pt x="9404" y="15534"/>
                  </a:lnTo>
                  <a:lnTo>
                    <a:pt x="9819" y="15509"/>
                  </a:lnTo>
                  <a:lnTo>
                    <a:pt x="10210" y="15461"/>
                  </a:lnTo>
                  <a:lnTo>
                    <a:pt x="10552" y="15363"/>
                  </a:lnTo>
                  <a:lnTo>
                    <a:pt x="10723" y="15314"/>
                  </a:lnTo>
                  <a:lnTo>
                    <a:pt x="10845" y="15265"/>
                  </a:lnTo>
                  <a:lnTo>
                    <a:pt x="10967" y="15192"/>
                  </a:lnTo>
                  <a:lnTo>
                    <a:pt x="11064" y="15094"/>
                  </a:lnTo>
                  <a:lnTo>
                    <a:pt x="11113" y="14997"/>
                  </a:lnTo>
                  <a:lnTo>
                    <a:pt x="11162" y="14874"/>
                  </a:lnTo>
                  <a:lnTo>
                    <a:pt x="11235" y="14166"/>
                  </a:lnTo>
                  <a:lnTo>
                    <a:pt x="11211" y="13995"/>
                  </a:lnTo>
                  <a:lnTo>
                    <a:pt x="11162" y="13849"/>
                  </a:lnTo>
                  <a:lnTo>
                    <a:pt x="11064" y="13702"/>
                  </a:lnTo>
                  <a:lnTo>
                    <a:pt x="10918" y="13580"/>
                  </a:lnTo>
                  <a:lnTo>
                    <a:pt x="11040" y="13556"/>
                  </a:lnTo>
                  <a:lnTo>
                    <a:pt x="11162" y="13507"/>
                  </a:lnTo>
                  <a:lnTo>
                    <a:pt x="11284" y="13458"/>
                  </a:lnTo>
                  <a:lnTo>
                    <a:pt x="11382" y="13360"/>
                  </a:lnTo>
                  <a:lnTo>
                    <a:pt x="11455" y="13263"/>
                  </a:lnTo>
                  <a:lnTo>
                    <a:pt x="11528" y="13140"/>
                  </a:lnTo>
                  <a:lnTo>
                    <a:pt x="11577" y="12994"/>
                  </a:lnTo>
                  <a:lnTo>
                    <a:pt x="11602" y="12872"/>
                  </a:lnTo>
                  <a:lnTo>
                    <a:pt x="11675" y="11993"/>
                  </a:lnTo>
                  <a:lnTo>
                    <a:pt x="11675" y="11870"/>
                  </a:lnTo>
                  <a:lnTo>
                    <a:pt x="11675" y="11773"/>
                  </a:lnTo>
                  <a:lnTo>
                    <a:pt x="11651" y="11651"/>
                  </a:lnTo>
                  <a:lnTo>
                    <a:pt x="11602" y="11553"/>
                  </a:lnTo>
                  <a:lnTo>
                    <a:pt x="11480" y="11382"/>
                  </a:lnTo>
                  <a:lnTo>
                    <a:pt x="11406" y="11309"/>
                  </a:lnTo>
                  <a:lnTo>
                    <a:pt x="11333" y="11235"/>
                  </a:lnTo>
                  <a:lnTo>
                    <a:pt x="11455" y="11211"/>
                  </a:lnTo>
                  <a:lnTo>
                    <a:pt x="11553" y="11162"/>
                  </a:lnTo>
                  <a:lnTo>
                    <a:pt x="11651" y="11089"/>
                  </a:lnTo>
                  <a:lnTo>
                    <a:pt x="11748" y="10991"/>
                  </a:lnTo>
                  <a:lnTo>
                    <a:pt x="11822" y="10893"/>
                  </a:lnTo>
                  <a:lnTo>
                    <a:pt x="11870" y="10796"/>
                  </a:lnTo>
                  <a:lnTo>
                    <a:pt x="11919" y="10674"/>
                  </a:lnTo>
                  <a:lnTo>
                    <a:pt x="11944" y="10527"/>
                  </a:lnTo>
                  <a:lnTo>
                    <a:pt x="12017" y="9672"/>
                  </a:lnTo>
                  <a:lnTo>
                    <a:pt x="12017" y="9550"/>
                  </a:lnTo>
                  <a:lnTo>
                    <a:pt x="12017" y="9428"/>
                  </a:lnTo>
                  <a:lnTo>
                    <a:pt x="11993" y="9306"/>
                  </a:lnTo>
                  <a:lnTo>
                    <a:pt x="11944" y="9208"/>
                  </a:lnTo>
                  <a:lnTo>
                    <a:pt x="11895" y="9111"/>
                  </a:lnTo>
                  <a:lnTo>
                    <a:pt x="11822" y="9037"/>
                  </a:lnTo>
                  <a:lnTo>
                    <a:pt x="11748" y="8964"/>
                  </a:lnTo>
                  <a:lnTo>
                    <a:pt x="11651" y="8891"/>
                  </a:lnTo>
                  <a:lnTo>
                    <a:pt x="11748" y="8866"/>
                  </a:lnTo>
                  <a:lnTo>
                    <a:pt x="11846" y="8793"/>
                  </a:lnTo>
                  <a:lnTo>
                    <a:pt x="11944" y="8720"/>
                  </a:lnTo>
                  <a:lnTo>
                    <a:pt x="12017" y="8647"/>
                  </a:lnTo>
                  <a:lnTo>
                    <a:pt x="12090" y="8549"/>
                  </a:lnTo>
                  <a:lnTo>
                    <a:pt x="12139" y="8451"/>
                  </a:lnTo>
                  <a:lnTo>
                    <a:pt x="12163" y="8329"/>
                  </a:lnTo>
                  <a:lnTo>
                    <a:pt x="12188" y="8207"/>
                  </a:lnTo>
                  <a:lnTo>
                    <a:pt x="12286" y="7328"/>
                  </a:lnTo>
                  <a:lnTo>
                    <a:pt x="12261" y="7206"/>
                  </a:lnTo>
                  <a:lnTo>
                    <a:pt x="12237" y="7083"/>
                  </a:lnTo>
                  <a:lnTo>
                    <a:pt x="12188" y="6986"/>
                  </a:lnTo>
                  <a:lnTo>
                    <a:pt x="12139" y="6888"/>
                  </a:lnTo>
                  <a:lnTo>
                    <a:pt x="12066" y="6790"/>
                  </a:lnTo>
                  <a:lnTo>
                    <a:pt x="11968" y="6717"/>
                  </a:lnTo>
                  <a:lnTo>
                    <a:pt x="11748" y="6571"/>
                  </a:lnTo>
                  <a:lnTo>
                    <a:pt x="11504" y="6448"/>
                  </a:lnTo>
                  <a:lnTo>
                    <a:pt x="11211" y="6351"/>
                  </a:lnTo>
                  <a:lnTo>
                    <a:pt x="10893" y="6278"/>
                  </a:lnTo>
                  <a:lnTo>
                    <a:pt x="10576" y="6229"/>
                  </a:lnTo>
                  <a:lnTo>
                    <a:pt x="9892" y="6131"/>
                  </a:lnTo>
                  <a:lnTo>
                    <a:pt x="8842" y="6033"/>
                  </a:lnTo>
                  <a:lnTo>
                    <a:pt x="7596" y="5960"/>
                  </a:lnTo>
                  <a:lnTo>
                    <a:pt x="6326" y="5887"/>
                  </a:lnTo>
                  <a:lnTo>
                    <a:pt x="6497" y="5594"/>
                  </a:lnTo>
                  <a:lnTo>
                    <a:pt x="6644" y="5252"/>
                  </a:lnTo>
                  <a:lnTo>
                    <a:pt x="6790" y="4885"/>
                  </a:lnTo>
                  <a:lnTo>
                    <a:pt x="6888" y="4495"/>
                  </a:lnTo>
                  <a:lnTo>
                    <a:pt x="6986" y="4104"/>
                  </a:lnTo>
                  <a:lnTo>
                    <a:pt x="7083" y="3689"/>
                  </a:lnTo>
                  <a:lnTo>
                    <a:pt x="7181" y="2883"/>
                  </a:lnTo>
                  <a:lnTo>
                    <a:pt x="7254" y="2150"/>
                  </a:lnTo>
                  <a:lnTo>
                    <a:pt x="7303" y="1539"/>
                  </a:lnTo>
                  <a:lnTo>
                    <a:pt x="7303" y="978"/>
                  </a:lnTo>
                  <a:lnTo>
                    <a:pt x="7303" y="807"/>
                  </a:lnTo>
                  <a:lnTo>
                    <a:pt x="7230" y="611"/>
                  </a:lnTo>
                  <a:lnTo>
                    <a:pt x="7157" y="465"/>
                  </a:lnTo>
                  <a:lnTo>
                    <a:pt x="7035" y="318"/>
                  </a:lnTo>
                  <a:lnTo>
                    <a:pt x="6888" y="172"/>
                  </a:lnTo>
                  <a:lnTo>
                    <a:pt x="6717" y="98"/>
                  </a:lnTo>
                  <a:lnTo>
                    <a:pt x="6522" y="25"/>
                  </a:lnTo>
                  <a:lnTo>
                    <a:pt x="6326" y="1"/>
                  </a:lnTo>
                  <a:close/>
                </a:path>
              </a:pathLst>
            </a:custGeom>
            <a:solidFill>
              <a:srgbClr val="184769"/>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grpSp>
      <p:sp>
        <p:nvSpPr>
          <p:cNvPr id="376" name="Google Shape;376;p4"/>
          <p:cNvSpPr/>
          <p:nvPr/>
        </p:nvSpPr>
        <p:spPr>
          <a:xfrm>
            <a:off x="203100" y="1270177"/>
            <a:ext cx="166061" cy="287704"/>
          </a:xfrm>
          <a:custGeom>
            <a:rect b="b" l="l" r="r" t="t"/>
            <a:pathLst>
              <a:path extrusionOk="0" h="20565" w="11870">
                <a:moveTo>
                  <a:pt x="6301" y="977"/>
                </a:moveTo>
                <a:lnTo>
                  <a:pt x="6423" y="1002"/>
                </a:lnTo>
                <a:lnTo>
                  <a:pt x="6497" y="1075"/>
                </a:lnTo>
                <a:lnTo>
                  <a:pt x="6570" y="1148"/>
                </a:lnTo>
                <a:lnTo>
                  <a:pt x="6594" y="1270"/>
                </a:lnTo>
                <a:lnTo>
                  <a:pt x="6570" y="1368"/>
                </a:lnTo>
                <a:lnTo>
                  <a:pt x="6497" y="1466"/>
                </a:lnTo>
                <a:lnTo>
                  <a:pt x="6423" y="1515"/>
                </a:lnTo>
                <a:lnTo>
                  <a:pt x="6301" y="1539"/>
                </a:lnTo>
                <a:lnTo>
                  <a:pt x="5569" y="1539"/>
                </a:lnTo>
                <a:lnTo>
                  <a:pt x="5446" y="1515"/>
                </a:lnTo>
                <a:lnTo>
                  <a:pt x="5373" y="1466"/>
                </a:lnTo>
                <a:lnTo>
                  <a:pt x="5300" y="1368"/>
                </a:lnTo>
                <a:lnTo>
                  <a:pt x="5276" y="1270"/>
                </a:lnTo>
                <a:lnTo>
                  <a:pt x="5300" y="1148"/>
                </a:lnTo>
                <a:lnTo>
                  <a:pt x="5373" y="1075"/>
                </a:lnTo>
                <a:lnTo>
                  <a:pt x="5446" y="1002"/>
                </a:lnTo>
                <a:lnTo>
                  <a:pt x="5569" y="977"/>
                </a:lnTo>
                <a:close/>
                <a:moveTo>
                  <a:pt x="10575" y="2565"/>
                </a:moveTo>
                <a:lnTo>
                  <a:pt x="10575" y="16706"/>
                </a:lnTo>
                <a:lnTo>
                  <a:pt x="1295" y="16706"/>
                </a:lnTo>
                <a:lnTo>
                  <a:pt x="1295" y="2565"/>
                </a:lnTo>
                <a:close/>
                <a:moveTo>
                  <a:pt x="5935" y="17780"/>
                </a:moveTo>
                <a:lnTo>
                  <a:pt x="6106" y="17805"/>
                </a:lnTo>
                <a:lnTo>
                  <a:pt x="6277" y="17854"/>
                </a:lnTo>
                <a:lnTo>
                  <a:pt x="6423" y="17927"/>
                </a:lnTo>
                <a:lnTo>
                  <a:pt x="6545" y="18025"/>
                </a:lnTo>
                <a:lnTo>
                  <a:pt x="6643" y="18147"/>
                </a:lnTo>
                <a:lnTo>
                  <a:pt x="6716" y="18293"/>
                </a:lnTo>
                <a:lnTo>
                  <a:pt x="6765" y="18464"/>
                </a:lnTo>
                <a:lnTo>
                  <a:pt x="6790" y="18635"/>
                </a:lnTo>
                <a:lnTo>
                  <a:pt x="6765" y="18806"/>
                </a:lnTo>
                <a:lnTo>
                  <a:pt x="6716" y="18977"/>
                </a:lnTo>
                <a:lnTo>
                  <a:pt x="6643" y="19124"/>
                </a:lnTo>
                <a:lnTo>
                  <a:pt x="6545" y="19246"/>
                </a:lnTo>
                <a:lnTo>
                  <a:pt x="6423" y="19343"/>
                </a:lnTo>
                <a:lnTo>
                  <a:pt x="6277" y="19417"/>
                </a:lnTo>
                <a:lnTo>
                  <a:pt x="6106" y="19465"/>
                </a:lnTo>
                <a:lnTo>
                  <a:pt x="5935" y="19490"/>
                </a:lnTo>
                <a:lnTo>
                  <a:pt x="5764" y="19465"/>
                </a:lnTo>
                <a:lnTo>
                  <a:pt x="5593" y="19417"/>
                </a:lnTo>
                <a:lnTo>
                  <a:pt x="5446" y="19343"/>
                </a:lnTo>
                <a:lnTo>
                  <a:pt x="5324" y="19246"/>
                </a:lnTo>
                <a:lnTo>
                  <a:pt x="5227" y="19124"/>
                </a:lnTo>
                <a:lnTo>
                  <a:pt x="5153" y="18977"/>
                </a:lnTo>
                <a:lnTo>
                  <a:pt x="5105" y="18806"/>
                </a:lnTo>
                <a:lnTo>
                  <a:pt x="5080" y="18635"/>
                </a:lnTo>
                <a:lnTo>
                  <a:pt x="5105" y="18464"/>
                </a:lnTo>
                <a:lnTo>
                  <a:pt x="5153" y="18293"/>
                </a:lnTo>
                <a:lnTo>
                  <a:pt x="5227" y="18147"/>
                </a:lnTo>
                <a:lnTo>
                  <a:pt x="5324" y="18025"/>
                </a:lnTo>
                <a:lnTo>
                  <a:pt x="5446" y="17927"/>
                </a:lnTo>
                <a:lnTo>
                  <a:pt x="5593" y="17854"/>
                </a:lnTo>
                <a:lnTo>
                  <a:pt x="5764" y="17805"/>
                </a:lnTo>
                <a:lnTo>
                  <a:pt x="5935" y="17780"/>
                </a:lnTo>
                <a:close/>
                <a:moveTo>
                  <a:pt x="1295" y="0"/>
                </a:moveTo>
                <a:lnTo>
                  <a:pt x="1026" y="25"/>
                </a:lnTo>
                <a:lnTo>
                  <a:pt x="782" y="98"/>
                </a:lnTo>
                <a:lnTo>
                  <a:pt x="562" y="220"/>
                </a:lnTo>
                <a:lnTo>
                  <a:pt x="366" y="367"/>
                </a:lnTo>
                <a:lnTo>
                  <a:pt x="220" y="562"/>
                </a:lnTo>
                <a:lnTo>
                  <a:pt x="98" y="782"/>
                </a:lnTo>
                <a:lnTo>
                  <a:pt x="25" y="1026"/>
                </a:lnTo>
                <a:lnTo>
                  <a:pt x="0" y="1295"/>
                </a:lnTo>
                <a:lnTo>
                  <a:pt x="0" y="19270"/>
                </a:lnTo>
                <a:lnTo>
                  <a:pt x="25" y="19539"/>
                </a:lnTo>
                <a:lnTo>
                  <a:pt x="98" y="19783"/>
                </a:lnTo>
                <a:lnTo>
                  <a:pt x="220" y="20003"/>
                </a:lnTo>
                <a:lnTo>
                  <a:pt x="366" y="20198"/>
                </a:lnTo>
                <a:lnTo>
                  <a:pt x="562" y="20345"/>
                </a:lnTo>
                <a:lnTo>
                  <a:pt x="782" y="20467"/>
                </a:lnTo>
                <a:lnTo>
                  <a:pt x="1026" y="20540"/>
                </a:lnTo>
                <a:lnTo>
                  <a:pt x="1295" y="20565"/>
                </a:lnTo>
                <a:lnTo>
                  <a:pt x="10575" y="20565"/>
                </a:lnTo>
                <a:lnTo>
                  <a:pt x="10844" y="20540"/>
                </a:lnTo>
                <a:lnTo>
                  <a:pt x="11088" y="20467"/>
                </a:lnTo>
                <a:lnTo>
                  <a:pt x="11308" y="20345"/>
                </a:lnTo>
                <a:lnTo>
                  <a:pt x="11503" y="20198"/>
                </a:lnTo>
                <a:lnTo>
                  <a:pt x="11650" y="20003"/>
                </a:lnTo>
                <a:lnTo>
                  <a:pt x="11772" y="19783"/>
                </a:lnTo>
                <a:lnTo>
                  <a:pt x="11845" y="19539"/>
                </a:lnTo>
                <a:lnTo>
                  <a:pt x="11870" y="19270"/>
                </a:lnTo>
                <a:lnTo>
                  <a:pt x="11870" y="1295"/>
                </a:lnTo>
                <a:lnTo>
                  <a:pt x="11845" y="1026"/>
                </a:lnTo>
                <a:lnTo>
                  <a:pt x="11772" y="782"/>
                </a:lnTo>
                <a:lnTo>
                  <a:pt x="11650" y="562"/>
                </a:lnTo>
                <a:lnTo>
                  <a:pt x="11503" y="367"/>
                </a:lnTo>
                <a:lnTo>
                  <a:pt x="11308" y="220"/>
                </a:lnTo>
                <a:lnTo>
                  <a:pt x="11088" y="98"/>
                </a:lnTo>
                <a:lnTo>
                  <a:pt x="10844" y="25"/>
                </a:lnTo>
                <a:lnTo>
                  <a:pt x="10575" y="0"/>
                </a:lnTo>
                <a:close/>
              </a:path>
            </a:pathLst>
          </a:custGeom>
          <a:solidFill>
            <a:srgbClr val="19BBD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grpSp>
        <p:nvGrpSpPr>
          <p:cNvPr id="377" name="Google Shape;377;p4"/>
          <p:cNvGrpSpPr/>
          <p:nvPr/>
        </p:nvGrpSpPr>
        <p:grpSpPr>
          <a:xfrm>
            <a:off x="904276" y="515192"/>
            <a:ext cx="382958" cy="607111"/>
            <a:chOff x="6718575" y="2318625"/>
            <a:chExt cx="256950" cy="407375"/>
          </a:xfrm>
        </p:grpSpPr>
        <p:sp>
          <p:nvSpPr>
            <p:cNvPr id="378" name="Google Shape;378;p4"/>
            <p:cNvSpPr/>
            <p:nvPr/>
          </p:nvSpPr>
          <p:spPr>
            <a:xfrm>
              <a:off x="6795900" y="2673600"/>
              <a:ext cx="102300" cy="22550"/>
            </a:xfrm>
            <a:custGeom>
              <a:rect b="b" l="l" r="r" t="t"/>
              <a:pathLst>
                <a:path extrusionOk="0" fill="none" h="902" w="4092">
                  <a:moveTo>
                    <a:pt x="4092" y="902"/>
                  </a:moveTo>
                  <a:lnTo>
                    <a:pt x="4092" y="1"/>
                  </a:lnTo>
                  <a:lnTo>
                    <a:pt x="0" y="1"/>
                  </a:lnTo>
                  <a:lnTo>
                    <a:pt x="0" y="902"/>
                  </a:lnTo>
                  <a:lnTo>
                    <a:pt x="4092" y="902"/>
                  </a:lnTo>
                  <a:close/>
                </a:path>
              </a:pathLst>
            </a:custGeom>
            <a:noFill/>
            <a:ln cap="rnd" cmpd="sng" w="1217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379" name="Google Shape;379;p4"/>
            <p:cNvSpPr/>
            <p:nvPr/>
          </p:nvSpPr>
          <p:spPr>
            <a:xfrm>
              <a:off x="6795900" y="2650475"/>
              <a:ext cx="102300" cy="22550"/>
            </a:xfrm>
            <a:custGeom>
              <a:rect b="b" l="l" r="r" t="t"/>
              <a:pathLst>
                <a:path extrusionOk="0" fill="none" h="902" w="4092">
                  <a:moveTo>
                    <a:pt x="4092" y="901"/>
                  </a:moveTo>
                  <a:lnTo>
                    <a:pt x="4092" y="0"/>
                  </a:lnTo>
                  <a:lnTo>
                    <a:pt x="0" y="0"/>
                  </a:lnTo>
                  <a:lnTo>
                    <a:pt x="0" y="901"/>
                  </a:lnTo>
                  <a:lnTo>
                    <a:pt x="4092" y="901"/>
                  </a:lnTo>
                  <a:close/>
                </a:path>
              </a:pathLst>
            </a:custGeom>
            <a:noFill/>
            <a:ln cap="rnd" cmpd="sng" w="1217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380" name="Google Shape;380;p4"/>
            <p:cNvSpPr/>
            <p:nvPr/>
          </p:nvSpPr>
          <p:spPr>
            <a:xfrm>
              <a:off x="6795900" y="2696125"/>
              <a:ext cx="102300" cy="29875"/>
            </a:xfrm>
            <a:custGeom>
              <a:rect b="b" l="l" r="r" t="t"/>
              <a:pathLst>
                <a:path extrusionOk="0" fill="none" h="1195" w="4092">
                  <a:moveTo>
                    <a:pt x="0" y="1"/>
                  </a:moveTo>
                  <a:lnTo>
                    <a:pt x="0" y="171"/>
                  </a:lnTo>
                  <a:lnTo>
                    <a:pt x="0" y="171"/>
                  </a:lnTo>
                  <a:lnTo>
                    <a:pt x="24" y="318"/>
                  </a:lnTo>
                  <a:lnTo>
                    <a:pt x="98" y="464"/>
                  </a:lnTo>
                  <a:lnTo>
                    <a:pt x="195" y="585"/>
                  </a:lnTo>
                  <a:lnTo>
                    <a:pt x="341" y="659"/>
                  </a:lnTo>
                  <a:lnTo>
                    <a:pt x="1875" y="1170"/>
                  </a:lnTo>
                  <a:lnTo>
                    <a:pt x="1875" y="1170"/>
                  </a:lnTo>
                  <a:lnTo>
                    <a:pt x="2046" y="1194"/>
                  </a:lnTo>
                  <a:lnTo>
                    <a:pt x="2046" y="1194"/>
                  </a:lnTo>
                  <a:lnTo>
                    <a:pt x="2216" y="1170"/>
                  </a:lnTo>
                  <a:lnTo>
                    <a:pt x="3751" y="659"/>
                  </a:lnTo>
                  <a:lnTo>
                    <a:pt x="3751" y="659"/>
                  </a:lnTo>
                  <a:lnTo>
                    <a:pt x="3897" y="585"/>
                  </a:lnTo>
                  <a:lnTo>
                    <a:pt x="3994" y="464"/>
                  </a:lnTo>
                  <a:lnTo>
                    <a:pt x="4067" y="318"/>
                  </a:lnTo>
                  <a:lnTo>
                    <a:pt x="4092" y="171"/>
                  </a:lnTo>
                  <a:lnTo>
                    <a:pt x="4092" y="1"/>
                  </a:lnTo>
                  <a:lnTo>
                    <a:pt x="0" y="1"/>
                  </a:lnTo>
                  <a:close/>
                </a:path>
              </a:pathLst>
            </a:custGeom>
            <a:noFill/>
            <a:ln cap="rnd" cmpd="sng" w="1217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381" name="Google Shape;381;p4"/>
            <p:cNvSpPr/>
            <p:nvPr/>
          </p:nvSpPr>
          <p:spPr>
            <a:xfrm>
              <a:off x="6784925" y="2459275"/>
              <a:ext cx="35350" cy="166875"/>
            </a:xfrm>
            <a:custGeom>
              <a:rect b="b" l="l" r="r" t="t"/>
              <a:pathLst>
                <a:path extrusionOk="0" fill="none" h="6675" w="1414">
                  <a:moveTo>
                    <a:pt x="1413" y="6674"/>
                  </a:moveTo>
                  <a:lnTo>
                    <a:pt x="1413" y="6674"/>
                  </a:lnTo>
                  <a:lnTo>
                    <a:pt x="585" y="2850"/>
                  </a:lnTo>
                  <a:lnTo>
                    <a:pt x="1" y="1"/>
                  </a:lnTo>
                </a:path>
              </a:pathLst>
            </a:custGeom>
            <a:noFill/>
            <a:ln cap="rnd" cmpd="sng" w="1217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382" name="Google Shape;382;p4"/>
            <p:cNvSpPr/>
            <p:nvPr/>
          </p:nvSpPr>
          <p:spPr>
            <a:xfrm>
              <a:off x="6718575" y="2318625"/>
              <a:ext cx="256950" cy="307525"/>
            </a:xfrm>
            <a:custGeom>
              <a:rect b="b" l="l" r="r" t="t"/>
              <a:pathLst>
                <a:path extrusionOk="0" fill="none" h="12301" w="10278">
                  <a:moveTo>
                    <a:pt x="7185" y="12300"/>
                  </a:moveTo>
                  <a:lnTo>
                    <a:pt x="7185" y="12300"/>
                  </a:lnTo>
                  <a:lnTo>
                    <a:pt x="7307" y="11764"/>
                  </a:lnTo>
                  <a:lnTo>
                    <a:pt x="7477" y="11253"/>
                  </a:lnTo>
                  <a:lnTo>
                    <a:pt x="7672" y="10766"/>
                  </a:lnTo>
                  <a:lnTo>
                    <a:pt x="7891" y="10327"/>
                  </a:lnTo>
                  <a:lnTo>
                    <a:pt x="8135" y="9913"/>
                  </a:lnTo>
                  <a:lnTo>
                    <a:pt x="8378" y="9499"/>
                  </a:lnTo>
                  <a:lnTo>
                    <a:pt x="8914" y="8720"/>
                  </a:lnTo>
                  <a:lnTo>
                    <a:pt x="9182" y="8330"/>
                  </a:lnTo>
                  <a:lnTo>
                    <a:pt x="9425" y="7941"/>
                  </a:lnTo>
                  <a:lnTo>
                    <a:pt x="9645" y="7551"/>
                  </a:lnTo>
                  <a:lnTo>
                    <a:pt x="9864" y="7113"/>
                  </a:lnTo>
                  <a:lnTo>
                    <a:pt x="10034" y="6674"/>
                  </a:lnTo>
                  <a:lnTo>
                    <a:pt x="10156" y="6187"/>
                  </a:lnTo>
                  <a:lnTo>
                    <a:pt x="10229" y="5676"/>
                  </a:lnTo>
                  <a:lnTo>
                    <a:pt x="10253" y="5408"/>
                  </a:lnTo>
                  <a:lnTo>
                    <a:pt x="10278" y="5140"/>
                  </a:lnTo>
                  <a:lnTo>
                    <a:pt x="10278" y="5140"/>
                  </a:lnTo>
                  <a:lnTo>
                    <a:pt x="10229" y="4604"/>
                  </a:lnTo>
                  <a:lnTo>
                    <a:pt x="10156" y="4093"/>
                  </a:lnTo>
                  <a:lnTo>
                    <a:pt x="10034" y="3605"/>
                  </a:lnTo>
                  <a:lnTo>
                    <a:pt x="9864" y="3143"/>
                  </a:lnTo>
                  <a:lnTo>
                    <a:pt x="9645" y="2680"/>
                  </a:lnTo>
                  <a:lnTo>
                    <a:pt x="9401" y="2266"/>
                  </a:lnTo>
                  <a:lnTo>
                    <a:pt x="9084" y="1876"/>
                  </a:lnTo>
                  <a:lnTo>
                    <a:pt x="8768" y="1511"/>
                  </a:lnTo>
                  <a:lnTo>
                    <a:pt x="8402" y="1170"/>
                  </a:lnTo>
                  <a:lnTo>
                    <a:pt x="8013" y="878"/>
                  </a:lnTo>
                  <a:lnTo>
                    <a:pt x="7574" y="634"/>
                  </a:lnTo>
                  <a:lnTo>
                    <a:pt x="7136" y="415"/>
                  </a:lnTo>
                  <a:lnTo>
                    <a:pt x="6673" y="244"/>
                  </a:lnTo>
                  <a:lnTo>
                    <a:pt x="6162" y="98"/>
                  </a:lnTo>
                  <a:lnTo>
                    <a:pt x="5675" y="25"/>
                  </a:lnTo>
                  <a:lnTo>
                    <a:pt x="5139" y="1"/>
                  </a:lnTo>
                  <a:lnTo>
                    <a:pt x="5139" y="1"/>
                  </a:lnTo>
                  <a:lnTo>
                    <a:pt x="4603" y="25"/>
                  </a:lnTo>
                  <a:lnTo>
                    <a:pt x="4116" y="98"/>
                  </a:lnTo>
                  <a:lnTo>
                    <a:pt x="3605" y="244"/>
                  </a:lnTo>
                  <a:lnTo>
                    <a:pt x="3142" y="415"/>
                  </a:lnTo>
                  <a:lnTo>
                    <a:pt x="2703" y="634"/>
                  </a:lnTo>
                  <a:lnTo>
                    <a:pt x="2265" y="878"/>
                  </a:lnTo>
                  <a:lnTo>
                    <a:pt x="1875" y="1170"/>
                  </a:lnTo>
                  <a:lnTo>
                    <a:pt x="1510" y="1511"/>
                  </a:lnTo>
                  <a:lnTo>
                    <a:pt x="1193" y="1876"/>
                  </a:lnTo>
                  <a:lnTo>
                    <a:pt x="877" y="2266"/>
                  </a:lnTo>
                  <a:lnTo>
                    <a:pt x="633" y="2680"/>
                  </a:lnTo>
                  <a:lnTo>
                    <a:pt x="414" y="3143"/>
                  </a:lnTo>
                  <a:lnTo>
                    <a:pt x="244" y="3605"/>
                  </a:lnTo>
                  <a:lnTo>
                    <a:pt x="122" y="4093"/>
                  </a:lnTo>
                  <a:lnTo>
                    <a:pt x="49" y="4604"/>
                  </a:lnTo>
                  <a:lnTo>
                    <a:pt x="0" y="5140"/>
                  </a:lnTo>
                  <a:lnTo>
                    <a:pt x="0" y="5140"/>
                  </a:lnTo>
                  <a:lnTo>
                    <a:pt x="24" y="5408"/>
                  </a:lnTo>
                  <a:lnTo>
                    <a:pt x="49" y="5676"/>
                  </a:lnTo>
                  <a:lnTo>
                    <a:pt x="122" y="6187"/>
                  </a:lnTo>
                  <a:lnTo>
                    <a:pt x="244" y="6674"/>
                  </a:lnTo>
                  <a:lnTo>
                    <a:pt x="414" y="7113"/>
                  </a:lnTo>
                  <a:lnTo>
                    <a:pt x="633" y="7551"/>
                  </a:lnTo>
                  <a:lnTo>
                    <a:pt x="852" y="7941"/>
                  </a:lnTo>
                  <a:lnTo>
                    <a:pt x="1096" y="8330"/>
                  </a:lnTo>
                  <a:lnTo>
                    <a:pt x="1364" y="8720"/>
                  </a:lnTo>
                  <a:lnTo>
                    <a:pt x="1900" y="9499"/>
                  </a:lnTo>
                  <a:lnTo>
                    <a:pt x="2143" y="9913"/>
                  </a:lnTo>
                  <a:lnTo>
                    <a:pt x="2387" y="10327"/>
                  </a:lnTo>
                  <a:lnTo>
                    <a:pt x="2606" y="10766"/>
                  </a:lnTo>
                  <a:lnTo>
                    <a:pt x="2801" y="11253"/>
                  </a:lnTo>
                  <a:lnTo>
                    <a:pt x="2971" y="11764"/>
                  </a:lnTo>
                  <a:lnTo>
                    <a:pt x="3093" y="12300"/>
                  </a:lnTo>
                </a:path>
              </a:pathLst>
            </a:custGeom>
            <a:noFill/>
            <a:ln cap="rnd" cmpd="sng" w="1217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383" name="Google Shape;383;p4"/>
            <p:cNvSpPr/>
            <p:nvPr/>
          </p:nvSpPr>
          <p:spPr>
            <a:xfrm>
              <a:off x="6873825" y="2459275"/>
              <a:ext cx="35350" cy="166875"/>
            </a:xfrm>
            <a:custGeom>
              <a:rect b="b" l="l" r="r" t="t"/>
              <a:pathLst>
                <a:path extrusionOk="0" fill="none" h="6675" w="1414">
                  <a:moveTo>
                    <a:pt x="1413" y="1"/>
                  </a:moveTo>
                  <a:lnTo>
                    <a:pt x="1413" y="1"/>
                  </a:lnTo>
                  <a:lnTo>
                    <a:pt x="829" y="2850"/>
                  </a:lnTo>
                  <a:lnTo>
                    <a:pt x="1" y="6674"/>
                  </a:lnTo>
                </a:path>
              </a:pathLst>
            </a:custGeom>
            <a:noFill/>
            <a:ln cap="rnd" cmpd="sng" w="1217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384" name="Google Shape;384;p4"/>
            <p:cNvSpPr/>
            <p:nvPr/>
          </p:nvSpPr>
          <p:spPr>
            <a:xfrm>
              <a:off x="6801975" y="2453200"/>
              <a:ext cx="90150" cy="19500"/>
            </a:xfrm>
            <a:custGeom>
              <a:rect b="b" l="l" r="r" t="t"/>
              <a:pathLst>
                <a:path extrusionOk="0" fill="none" h="780" w="3606">
                  <a:moveTo>
                    <a:pt x="1" y="73"/>
                  </a:moveTo>
                  <a:lnTo>
                    <a:pt x="829" y="780"/>
                  </a:lnTo>
                  <a:lnTo>
                    <a:pt x="1657" y="73"/>
                  </a:lnTo>
                  <a:lnTo>
                    <a:pt x="1657" y="73"/>
                  </a:lnTo>
                  <a:lnTo>
                    <a:pt x="1730" y="25"/>
                  </a:lnTo>
                  <a:lnTo>
                    <a:pt x="1803" y="0"/>
                  </a:lnTo>
                  <a:lnTo>
                    <a:pt x="1876" y="25"/>
                  </a:lnTo>
                  <a:lnTo>
                    <a:pt x="1949" y="73"/>
                  </a:lnTo>
                  <a:lnTo>
                    <a:pt x="2777" y="780"/>
                  </a:lnTo>
                  <a:lnTo>
                    <a:pt x="3605" y="73"/>
                  </a:lnTo>
                </a:path>
              </a:pathLst>
            </a:custGeom>
            <a:noFill/>
            <a:ln cap="rnd" cmpd="sng" w="1217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385" name="Google Shape;385;p4"/>
            <p:cNvSpPr/>
            <p:nvPr/>
          </p:nvSpPr>
          <p:spPr>
            <a:xfrm>
              <a:off x="6795900" y="2628550"/>
              <a:ext cx="102300" cy="25"/>
            </a:xfrm>
            <a:custGeom>
              <a:rect b="b" l="l" r="r" t="t"/>
              <a:pathLst>
                <a:path extrusionOk="0" fill="none" h="1" w="4092">
                  <a:moveTo>
                    <a:pt x="0" y="1"/>
                  </a:moveTo>
                  <a:lnTo>
                    <a:pt x="4092" y="1"/>
                  </a:lnTo>
                </a:path>
              </a:pathLst>
            </a:custGeom>
            <a:noFill/>
            <a:ln cap="rnd" cmpd="sng" w="1217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grpSp>
      <p:grpSp>
        <p:nvGrpSpPr>
          <p:cNvPr id="386" name="Google Shape;386;p4"/>
          <p:cNvGrpSpPr/>
          <p:nvPr/>
        </p:nvGrpSpPr>
        <p:grpSpPr>
          <a:xfrm>
            <a:off x="335759" y="1840531"/>
            <a:ext cx="342882" cy="350068"/>
            <a:chOff x="3951850" y="2985350"/>
            <a:chExt cx="407950" cy="416500"/>
          </a:xfrm>
        </p:grpSpPr>
        <p:sp>
          <p:nvSpPr>
            <p:cNvPr id="387" name="Google Shape;387;p4"/>
            <p:cNvSpPr/>
            <p:nvPr/>
          </p:nvSpPr>
          <p:spPr>
            <a:xfrm>
              <a:off x="3951850" y="2985350"/>
              <a:ext cx="314800" cy="314825"/>
            </a:xfrm>
            <a:custGeom>
              <a:rect b="b" l="l" r="r" t="t"/>
              <a:pathLst>
                <a:path extrusionOk="0" fill="none" h="12593" w="12592">
                  <a:moveTo>
                    <a:pt x="6284" y="1"/>
                  </a:moveTo>
                  <a:lnTo>
                    <a:pt x="6284" y="1"/>
                  </a:lnTo>
                  <a:lnTo>
                    <a:pt x="5967" y="25"/>
                  </a:lnTo>
                  <a:lnTo>
                    <a:pt x="5651" y="49"/>
                  </a:lnTo>
                  <a:lnTo>
                    <a:pt x="5334" y="74"/>
                  </a:lnTo>
                  <a:lnTo>
                    <a:pt x="5017" y="147"/>
                  </a:lnTo>
                  <a:lnTo>
                    <a:pt x="4725" y="220"/>
                  </a:lnTo>
                  <a:lnTo>
                    <a:pt x="4433" y="293"/>
                  </a:lnTo>
                  <a:lnTo>
                    <a:pt x="4141" y="390"/>
                  </a:lnTo>
                  <a:lnTo>
                    <a:pt x="3848" y="512"/>
                  </a:lnTo>
                  <a:lnTo>
                    <a:pt x="3556" y="634"/>
                  </a:lnTo>
                  <a:lnTo>
                    <a:pt x="3288" y="780"/>
                  </a:lnTo>
                  <a:lnTo>
                    <a:pt x="3020" y="926"/>
                  </a:lnTo>
                  <a:lnTo>
                    <a:pt x="2777" y="1072"/>
                  </a:lnTo>
                  <a:lnTo>
                    <a:pt x="2290" y="1437"/>
                  </a:lnTo>
                  <a:lnTo>
                    <a:pt x="1851" y="1852"/>
                  </a:lnTo>
                  <a:lnTo>
                    <a:pt x="1437" y="2290"/>
                  </a:lnTo>
                  <a:lnTo>
                    <a:pt x="1072" y="2777"/>
                  </a:lnTo>
                  <a:lnTo>
                    <a:pt x="901" y="3045"/>
                  </a:lnTo>
                  <a:lnTo>
                    <a:pt x="755" y="3313"/>
                  </a:lnTo>
                  <a:lnTo>
                    <a:pt x="609" y="3581"/>
                  </a:lnTo>
                  <a:lnTo>
                    <a:pt x="487" y="3849"/>
                  </a:lnTo>
                  <a:lnTo>
                    <a:pt x="390" y="4141"/>
                  </a:lnTo>
                  <a:lnTo>
                    <a:pt x="292" y="4433"/>
                  </a:lnTo>
                  <a:lnTo>
                    <a:pt x="195" y="4725"/>
                  </a:lnTo>
                  <a:lnTo>
                    <a:pt x="122" y="5042"/>
                  </a:lnTo>
                  <a:lnTo>
                    <a:pt x="73" y="5334"/>
                  </a:lnTo>
                  <a:lnTo>
                    <a:pt x="25" y="5651"/>
                  </a:lnTo>
                  <a:lnTo>
                    <a:pt x="0" y="5968"/>
                  </a:lnTo>
                  <a:lnTo>
                    <a:pt x="0" y="6308"/>
                  </a:lnTo>
                  <a:lnTo>
                    <a:pt x="0" y="6308"/>
                  </a:lnTo>
                  <a:lnTo>
                    <a:pt x="0" y="6625"/>
                  </a:lnTo>
                  <a:lnTo>
                    <a:pt x="25" y="6942"/>
                  </a:lnTo>
                  <a:lnTo>
                    <a:pt x="73" y="7258"/>
                  </a:lnTo>
                  <a:lnTo>
                    <a:pt x="122" y="7575"/>
                  </a:lnTo>
                  <a:lnTo>
                    <a:pt x="195" y="7867"/>
                  </a:lnTo>
                  <a:lnTo>
                    <a:pt x="292" y="8184"/>
                  </a:lnTo>
                  <a:lnTo>
                    <a:pt x="390" y="8476"/>
                  </a:lnTo>
                  <a:lnTo>
                    <a:pt x="487" y="8744"/>
                  </a:lnTo>
                  <a:lnTo>
                    <a:pt x="609" y="9036"/>
                  </a:lnTo>
                  <a:lnTo>
                    <a:pt x="755" y="9304"/>
                  </a:lnTo>
                  <a:lnTo>
                    <a:pt x="901" y="9572"/>
                  </a:lnTo>
                  <a:lnTo>
                    <a:pt x="1072" y="9816"/>
                  </a:lnTo>
                  <a:lnTo>
                    <a:pt x="1437" y="10303"/>
                  </a:lnTo>
                  <a:lnTo>
                    <a:pt x="1851" y="10741"/>
                  </a:lnTo>
                  <a:lnTo>
                    <a:pt x="2290" y="11155"/>
                  </a:lnTo>
                  <a:lnTo>
                    <a:pt x="2777" y="11520"/>
                  </a:lnTo>
                  <a:lnTo>
                    <a:pt x="3020" y="11691"/>
                  </a:lnTo>
                  <a:lnTo>
                    <a:pt x="3288" y="11837"/>
                  </a:lnTo>
                  <a:lnTo>
                    <a:pt x="3556" y="11983"/>
                  </a:lnTo>
                  <a:lnTo>
                    <a:pt x="3848" y="12105"/>
                  </a:lnTo>
                  <a:lnTo>
                    <a:pt x="4141" y="12202"/>
                  </a:lnTo>
                  <a:lnTo>
                    <a:pt x="4433" y="12300"/>
                  </a:lnTo>
                  <a:lnTo>
                    <a:pt x="4725" y="12397"/>
                  </a:lnTo>
                  <a:lnTo>
                    <a:pt x="5017" y="12470"/>
                  </a:lnTo>
                  <a:lnTo>
                    <a:pt x="5334" y="12519"/>
                  </a:lnTo>
                  <a:lnTo>
                    <a:pt x="5651" y="12568"/>
                  </a:lnTo>
                  <a:lnTo>
                    <a:pt x="5967" y="12592"/>
                  </a:lnTo>
                  <a:lnTo>
                    <a:pt x="6284" y="12592"/>
                  </a:lnTo>
                  <a:lnTo>
                    <a:pt x="6284" y="12592"/>
                  </a:lnTo>
                  <a:lnTo>
                    <a:pt x="6625" y="12592"/>
                  </a:lnTo>
                  <a:lnTo>
                    <a:pt x="6941" y="12568"/>
                  </a:lnTo>
                  <a:lnTo>
                    <a:pt x="7258" y="12519"/>
                  </a:lnTo>
                  <a:lnTo>
                    <a:pt x="7550" y="12470"/>
                  </a:lnTo>
                  <a:lnTo>
                    <a:pt x="7867" y="12397"/>
                  </a:lnTo>
                  <a:lnTo>
                    <a:pt x="8159" y="12300"/>
                  </a:lnTo>
                  <a:lnTo>
                    <a:pt x="8451" y="12202"/>
                  </a:lnTo>
                  <a:lnTo>
                    <a:pt x="8744" y="12105"/>
                  </a:lnTo>
                  <a:lnTo>
                    <a:pt x="9012" y="11983"/>
                  </a:lnTo>
                  <a:lnTo>
                    <a:pt x="9279" y="11837"/>
                  </a:lnTo>
                  <a:lnTo>
                    <a:pt x="9547" y="11691"/>
                  </a:lnTo>
                  <a:lnTo>
                    <a:pt x="9815" y="11520"/>
                  </a:lnTo>
                  <a:lnTo>
                    <a:pt x="10302" y="11155"/>
                  </a:lnTo>
                  <a:lnTo>
                    <a:pt x="10741" y="10741"/>
                  </a:lnTo>
                  <a:lnTo>
                    <a:pt x="11155" y="10303"/>
                  </a:lnTo>
                  <a:lnTo>
                    <a:pt x="11520" y="9816"/>
                  </a:lnTo>
                  <a:lnTo>
                    <a:pt x="11666" y="9572"/>
                  </a:lnTo>
                  <a:lnTo>
                    <a:pt x="11812" y="9304"/>
                  </a:lnTo>
                  <a:lnTo>
                    <a:pt x="11958" y="9036"/>
                  </a:lnTo>
                  <a:lnTo>
                    <a:pt x="12080" y="8744"/>
                  </a:lnTo>
                  <a:lnTo>
                    <a:pt x="12202" y="8476"/>
                  </a:lnTo>
                  <a:lnTo>
                    <a:pt x="12299" y="8184"/>
                  </a:lnTo>
                  <a:lnTo>
                    <a:pt x="12397" y="7867"/>
                  </a:lnTo>
                  <a:lnTo>
                    <a:pt x="12446" y="7575"/>
                  </a:lnTo>
                  <a:lnTo>
                    <a:pt x="12519" y="7258"/>
                  </a:lnTo>
                  <a:lnTo>
                    <a:pt x="12543" y="6942"/>
                  </a:lnTo>
                  <a:lnTo>
                    <a:pt x="12567" y="6625"/>
                  </a:lnTo>
                  <a:lnTo>
                    <a:pt x="12592" y="6308"/>
                  </a:lnTo>
                  <a:lnTo>
                    <a:pt x="12592" y="6308"/>
                  </a:lnTo>
                  <a:lnTo>
                    <a:pt x="12567" y="5968"/>
                  </a:lnTo>
                  <a:lnTo>
                    <a:pt x="12543" y="5651"/>
                  </a:lnTo>
                  <a:lnTo>
                    <a:pt x="12519" y="5334"/>
                  </a:lnTo>
                  <a:lnTo>
                    <a:pt x="12446" y="5042"/>
                  </a:lnTo>
                  <a:lnTo>
                    <a:pt x="12397" y="4725"/>
                  </a:lnTo>
                  <a:lnTo>
                    <a:pt x="12299" y="4433"/>
                  </a:lnTo>
                  <a:lnTo>
                    <a:pt x="12202" y="4141"/>
                  </a:lnTo>
                  <a:lnTo>
                    <a:pt x="12080" y="3849"/>
                  </a:lnTo>
                  <a:lnTo>
                    <a:pt x="11958" y="3581"/>
                  </a:lnTo>
                  <a:lnTo>
                    <a:pt x="11812" y="3313"/>
                  </a:lnTo>
                  <a:lnTo>
                    <a:pt x="11666" y="3045"/>
                  </a:lnTo>
                  <a:lnTo>
                    <a:pt x="11520" y="2777"/>
                  </a:lnTo>
                  <a:lnTo>
                    <a:pt x="11155" y="2290"/>
                  </a:lnTo>
                  <a:lnTo>
                    <a:pt x="10741" y="1852"/>
                  </a:lnTo>
                  <a:lnTo>
                    <a:pt x="10302" y="1437"/>
                  </a:lnTo>
                  <a:lnTo>
                    <a:pt x="9815" y="1072"/>
                  </a:lnTo>
                  <a:lnTo>
                    <a:pt x="9547" y="926"/>
                  </a:lnTo>
                  <a:lnTo>
                    <a:pt x="9279" y="780"/>
                  </a:lnTo>
                  <a:lnTo>
                    <a:pt x="9012" y="634"/>
                  </a:lnTo>
                  <a:lnTo>
                    <a:pt x="8744" y="512"/>
                  </a:lnTo>
                  <a:lnTo>
                    <a:pt x="8451" y="390"/>
                  </a:lnTo>
                  <a:lnTo>
                    <a:pt x="8159" y="293"/>
                  </a:lnTo>
                  <a:lnTo>
                    <a:pt x="7867" y="220"/>
                  </a:lnTo>
                  <a:lnTo>
                    <a:pt x="7550" y="147"/>
                  </a:lnTo>
                  <a:lnTo>
                    <a:pt x="7258" y="74"/>
                  </a:lnTo>
                  <a:lnTo>
                    <a:pt x="6941" y="49"/>
                  </a:lnTo>
                  <a:lnTo>
                    <a:pt x="6625" y="25"/>
                  </a:lnTo>
                  <a:lnTo>
                    <a:pt x="6284" y="1"/>
                  </a:lnTo>
                  <a:lnTo>
                    <a:pt x="6284" y="1"/>
                  </a:lnTo>
                  <a:close/>
                </a:path>
              </a:pathLst>
            </a:custGeom>
            <a:noFill/>
            <a:ln cap="rnd" cmpd="sng" w="19050">
              <a:solidFill>
                <a:srgbClr val="184769"/>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388" name="Google Shape;388;p4"/>
            <p:cNvSpPr/>
            <p:nvPr/>
          </p:nvSpPr>
          <p:spPr>
            <a:xfrm>
              <a:off x="3988375" y="3021875"/>
              <a:ext cx="241750" cy="241750"/>
            </a:xfrm>
            <a:custGeom>
              <a:rect b="b" l="l" r="r" t="t"/>
              <a:pathLst>
                <a:path extrusionOk="0" fill="none" h="9670" w="9670">
                  <a:moveTo>
                    <a:pt x="4823" y="1"/>
                  </a:moveTo>
                  <a:lnTo>
                    <a:pt x="4823" y="1"/>
                  </a:lnTo>
                  <a:lnTo>
                    <a:pt x="4336" y="25"/>
                  </a:lnTo>
                  <a:lnTo>
                    <a:pt x="3849" y="98"/>
                  </a:lnTo>
                  <a:lnTo>
                    <a:pt x="3386" y="220"/>
                  </a:lnTo>
                  <a:lnTo>
                    <a:pt x="2947" y="391"/>
                  </a:lnTo>
                  <a:lnTo>
                    <a:pt x="2533" y="585"/>
                  </a:lnTo>
                  <a:lnTo>
                    <a:pt x="2144" y="829"/>
                  </a:lnTo>
                  <a:lnTo>
                    <a:pt x="1754" y="1121"/>
                  </a:lnTo>
                  <a:lnTo>
                    <a:pt x="1413" y="1438"/>
                  </a:lnTo>
                  <a:lnTo>
                    <a:pt x="1096" y="1779"/>
                  </a:lnTo>
                  <a:lnTo>
                    <a:pt x="829" y="2144"/>
                  </a:lnTo>
                  <a:lnTo>
                    <a:pt x="585" y="2534"/>
                  </a:lnTo>
                  <a:lnTo>
                    <a:pt x="390" y="2972"/>
                  </a:lnTo>
                  <a:lnTo>
                    <a:pt x="220" y="3411"/>
                  </a:lnTo>
                  <a:lnTo>
                    <a:pt x="98" y="3873"/>
                  </a:lnTo>
                  <a:lnTo>
                    <a:pt x="25" y="4336"/>
                  </a:lnTo>
                  <a:lnTo>
                    <a:pt x="1" y="4847"/>
                  </a:lnTo>
                  <a:lnTo>
                    <a:pt x="1" y="4847"/>
                  </a:lnTo>
                  <a:lnTo>
                    <a:pt x="25" y="5335"/>
                  </a:lnTo>
                  <a:lnTo>
                    <a:pt x="98" y="5822"/>
                  </a:lnTo>
                  <a:lnTo>
                    <a:pt x="220" y="6284"/>
                  </a:lnTo>
                  <a:lnTo>
                    <a:pt x="390" y="6723"/>
                  </a:lnTo>
                  <a:lnTo>
                    <a:pt x="585" y="7137"/>
                  </a:lnTo>
                  <a:lnTo>
                    <a:pt x="829" y="7527"/>
                  </a:lnTo>
                  <a:lnTo>
                    <a:pt x="1096" y="7916"/>
                  </a:lnTo>
                  <a:lnTo>
                    <a:pt x="1413" y="8257"/>
                  </a:lnTo>
                  <a:lnTo>
                    <a:pt x="1754" y="8574"/>
                  </a:lnTo>
                  <a:lnTo>
                    <a:pt x="2144" y="8842"/>
                  </a:lnTo>
                  <a:lnTo>
                    <a:pt x="2533" y="9085"/>
                  </a:lnTo>
                  <a:lnTo>
                    <a:pt x="2947" y="9280"/>
                  </a:lnTo>
                  <a:lnTo>
                    <a:pt x="3386" y="9451"/>
                  </a:lnTo>
                  <a:lnTo>
                    <a:pt x="3849" y="9572"/>
                  </a:lnTo>
                  <a:lnTo>
                    <a:pt x="4336" y="9645"/>
                  </a:lnTo>
                  <a:lnTo>
                    <a:pt x="4823" y="9670"/>
                  </a:lnTo>
                  <a:lnTo>
                    <a:pt x="4823" y="9670"/>
                  </a:lnTo>
                  <a:lnTo>
                    <a:pt x="5334" y="9645"/>
                  </a:lnTo>
                  <a:lnTo>
                    <a:pt x="5797" y="9572"/>
                  </a:lnTo>
                  <a:lnTo>
                    <a:pt x="6260" y="9451"/>
                  </a:lnTo>
                  <a:lnTo>
                    <a:pt x="6698" y="9280"/>
                  </a:lnTo>
                  <a:lnTo>
                    <a:pt x="7136" y="9085"/>
                  </a:lnTo>
                  <a:lnTo>
                    <a:pt x="7526" y="8842"/>
                  </a:lnTo>
                  <a:lnTo>
                    <a:pt x="7892" y="8574"/>
                  </a:lnTo>
                  <a:lnTo>
                    <a:pt x="8232" y="8257"/>
                  </a:lnTo>
                  <a:lnTo>
                    <a:pt x="8549" y="7916"/>
                  </a:lnTo>
                  <a:lnTo>
                    <a:pt x="8841" y="7527"/>
                  </a:lnTo>
                  <a:lnTo>
                    <a:pt x="9085" y="7137"/>
                  </a:lnTo>
                  <a:lnTo>
                    <a:pt x="9280" y="6723"/>
                  </a:lnTo>
                  <a:lnTo>
                    <a:pt x="9450" y="6284"/>
                  </a:lnTo>
                  <a:lnTo>
                    <a:pt x="9572" y="5822"/>
                  </a:lnTo>
                  <a:lnTo>
                    <a:pt x="9645" y="5335"/>
                  </a:lnTo>
                  <a:lnTo>
                    <a:pt x="9669" y="4847"/>
                  </a:lnTo>
                  <a:lnTo>
                    <a:pt x="9669" y="4847"/>
                  </a:lnTo>
                  <a:lnTo>
                    <a:pt x="9645" y="4336"/>
                  </a:lnTo>
                  <a:lnTo>
                    <a:pt x="9572" y="3873"/>
                  </a:lnTo>
                  <a:lnTo>
                    <a:pt x="9450" y="3411"/>
                  </a:lnTo>
                  <a:lnTo>
                    <a:pt x="9280" y="2972"/>
                  </a:lnTo>
                  <a:lnTo>
                    <a:pt x="9085" y="2534"/>
                  </a:lnTo>
                  <a:lnTo>
                    <a:pt x="8841" y="2144"/>
                  </a:lnTo>
                  <a:lnTo>
                    <a:pt x="8549" y="1779"/>
                  </a:lnTo>
                  <a:lnTo>
                    <a:pt x="8232" y="1438"/>
                  </a:lnTo>
                  <a:lnTo>
                    <a:pt x="7892" y="1121"/>
                  </a:lnTo>
                  <a:lnTo>
                    <a:pt x="7526" y="829"/>
                  </a:lnTo>
                  <a:lnTo>
                    <a:pt x="7136" y="585"/>
                  </a:lnTo>
                  <a:lnTo>
                    <a:pt x="6698" y="391"/>
                  </a:lnTo>
                  <a:lnTo>
                    <a:pt x="6260" y="220"/>
                  </a:lnTo>
                  <a:lnTo>
                    <a:pt x="5797" y="98"/>
                  </a:lnTo>
                  <a:lnTo>
                    <a:pt x="5334" y="25"/>
                  </a:lnTo>
                  <a:lnTo>
                    <a:pt x="4823" y="1"/>
                  </a:lnTo>
                  <a:lnTo>
                    <a:pt x="4823" y="1"/>
                  </a:lnTo>
                </a:path>
              </a:pathLst>
            </a:custGeom>
            <a:noFill/>
            <a:ln cap="rnd" cmpd="sng" w="19050">
              <a:solidFill>
                <a:srgbClr val="184769"/>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389" name="Google Shape;389;p4"/>
            <p:cNvSpPr/>
            <p:nvPr/>
          </p:nvSpPr>
          <p:spPr>
            <a:xfrm>
              <a:off x="4024300" y="3058425"/>
              <a:ext cx="84650" cy="84650"/>
            </a:xfrm>
            <a:custGeom>
              <a:rect b="b" l="l" r="r" t="t"/>
              <a:pathLst>
                <a:path extrusionOk="0" fill="none" h="3386" w="3386">
                  <a:moveTo>
                    <a:pt x="0" y="3385"/>
                  </a:moveTo>
                  <a:lnTo>
                    <a:pt x="0" y="3385"/>
                  </a:lnTo>
                  <a:lnTo>
                    <a:pt x="25" y="3020"/>
                  </a:lnTo>
                  <a:lnTo>
                    <a:pt x="74" y="2704"/>
                  </a:lnTo>
                  <a:lnTo>
                    <a:pt x="147" y="2363"/>
                  </a:lnTo>
                  <a:lnTo>
                    <a:pt x="268" y="2070"/>
                  </a:lnTo>
                  <a:lnTo>
                    <a:pt x="414" y="1754"/>
                  </a:lnTo>
                  <a:lnTo>
                    <a:pt x="585" y="1486"/>
                  </a:lnTo>
                  <a:lnTo>
                    <a:pt x="780" y="1218"/>
                  </a:lnTo>
                  <a:lnTo>
                    <a:pt x="999" y="974"/>
                  </a:lnTo>
                  <a:lnTo>
                    <a:pt x="1243" y="755"/>
                  </a:lnTo>
                  <a:lnTo>
                    <a:pt x="1510" y="560"/>
                  </a:lnTo>
                  <a:lnTo>
                    <a:pt x="1778" y="390"/>
                  </a:lnTo>
                  <a:lnTo>
                    <a:pt x="2071" y="244"/>
                  </a:lnTo>
                  <a:lnTo>
                    <a:pt x="2387" y="146"/>
                  </a:lnTo>
                  <a:lnTo>
                    <a:pt x="2704" y="49"/>
                  </a:lnTo>
                  <a:lnTo>
                    <a:pt x="3045" y="0"/>
                  </a:lnTo>
                  <a:lnTo>
                    <a:pt x="3386" y="0"/>
                  </a:lnTo>
                </a:path>
              </a:pathLst>
            </a:custGeom>
            <a:noFill/>
            <a:ln cap="rnd" cmpd="sng" w="19050">
              <a:solidFill>
                <a:srgbClr val="184769"/>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390" name="Google Shape;390;p4"/>
            <p:cNvSpPr/>
            <p:nvPr/>
          </p:nvSpPr>
          <p:spPr>
            <a:xfrm>
              <a:off x="4205750" y="3248375"/>
              <a:ext cx="154050" cy="153475"/>
            </a:xfrm>
            <a:custGeom>
              <a:rect b="b" l="l" r="r" t="t"/>
              <a:pathLst>
                <a:path extrusionOk="0" fill="none" h="6139" w="6162">
                  <a:moveTo>
                    <a:pt x="0" y="1024"/>
                  </a:moveTo>
                  <a:lnTo>
                    <a:pt x="4969" y="5992"/>
                  </a:lnTo>
                  <a:lnTo>
                    <a:pt x="4969" y="5992"/>
                  </a:lnTo>
                  <a:lnTo>
                    <a:pt x="5042" y="6041"/>
                  </a:lnTo>
                  <a:lnTo>
                    <a:pt x="5115" y="6090"/>
                  </a:lnTo>
                  <a:lnTo>
                    <a:pt x="5212" y="6114"/>
                  </a:lnTo>
                  <a:lnTo>
                    <a:pt x="5310" y="6138"/>
                  </a:lnTo>
                  <a:lnTo>
                    <a:pt x="5407" y="6114"/>
                  </a:lnTo>
                  <a:lnTo>
                    <a:pt x="5480" y="6090"/>
                  </a:lnTo>
                  <a:lnTo>
                    <a:pt x="5577" y="6041"/>
                  </a:lnTo>
                  <a:lnTo>
                    <a:pt x="5651" y="5992"/>
                  </a:lnTo>
                  <a:lnTo>
                    <a:pt x="6016" y="5627"/>
                  </a:lnTo>
                  <a:lnTo>
                    <a:pt x="6016" y="5627"/>
                  </a:lnTo>
                  <a:lnTo>
                    <a:pt x="6089" y="5554"/>
                  </a:lnTo>
                  <a:lnTo>
                    <a:pt x="6138" y="5456"/>
                  </a:lnTo>
                  <a:lnTo>
                    <a:pt x="6162" y="5359"/>
                  </a:lnTo>
                  <a:lnTo>
                    <a:pt x="6162" y="5286"/>
                  </a:lnTo>
                  <a:lnTo>
                    <a:pt x="6162" y="5188"/>
                  </a:lnTo>
                  <a:lnTo>
                    <a:pt x="6138" y="5091"/>
                  </a:lnTo>
                  <a:lnTo>
                    <a:pt x="6089" y="5018"/>
                  </a:lnTo>
                  <a:lnTo>
                    <a:pt x="6016" y="4921"/>
                  </a:lnTo>
                  <a:lnTo>
                    <a:pt x="1072" y="1"/>
                  </a:lnTo>
                </a:path>
              </a:pathLst>
            </a:custGeom>
            <a:noFill/>
            <a:ln cap="rnd" cmpd="sng" w="19050">
              <a:solidFill>
                <a:srgbClr val="184769"/>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gr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391" name="Shape 391"/>
        <p:cNvGrpSpPr/>
        <p:nvPr/>
      </p:nvGrpSpPr>
      <p:grpSpPr>
        <a:xfrm>
          <a:off x="0" y="0"/>
          <a:ext cx="0" cy="0"/>
          <a:chOff x="0" y="0"/>
          <a:chExt cx="0" cy="0"/>
        </a:xfrm>
      </p:grpSpPr>
      <p:sp>
        <p:nvSpPr>
          <p:cNvPr id="392" name="Google Shape;392;p5"/>
          <p:cNvSpPr txBox="1"/>
          <p:nvPr>
            <p:ph idx="1" type="body"/>
          </p:nvPr>
        </p:nvSpPr>
        <p:spPr>
          <a:xfrm>
            <a:off x="457200" y="4406309"/>
            <a:ext cx="8229600" cy="519600"/>
          </a:xfrm>
          <a:prstGeom prst="rect">
            <a:avLst/>
          </a:prstGeom>
          <a:noFill/>
          <a:ln>
            <a:noFill/>
          </a:ln>
        </p:spPr>
        <p:txBody>
          <a:bodyPr anchorCtr="0" anchor="t" bIns="91425" lIns="91425" spcFirstLastPara="1" rIns="91425" wrap="square" tIns="91425">
            <a:noAutofit/>
          </a:bodyPr>
          <a:lstStyle>
            <a:lvl1pPr indent="-228600" lvl="0" marL="457200" algn="ctr">
              <a:lnSpc>
                <a:spcPct val="100000"/>
              </a:lnSpc>
              <a:spcBef>
                <a:spcPts val="360"/>
              </a:spcBef>
              <a:spcAft>
                <a:spcPts val="0"/>
              </a:spcAft>
              <a:buSzPts val="1400"/>
              <a:buNone/>
              <a:defRPr/>
            </a:lvl1pPr>
          </a:lstStyle>
          <a:p/>
        </p:txBody>
      </p:sp>
      <p:grpSp>
        <p:nvGrpSpPr>
          <p:cNvPr id="393" name="Google Shape;393;p5"/>
          <p:cNvGrpSpPr/>
          <p:nvPr/>
        </p:nvGrpSpPr>
        <p:grpSpPr>
          <a:xfrm flipH="1" rot="10800000">
            <a:off x="411207" y="245768"/>
            <a:ext cx="1322798" cy="1145960"/>
            <a:chOff x="4088875" y="1431100"/>
            <a:chExt cx="3293000" cy="2852775"/>
          </a:xfrm>
        </p:grpSpPr>
        <p:sp>
          <p:nvSpPr>
            <p:cNvPr id="394" name="Google Shape;394;p5"/>
            <p:cNvSpPr/>
            <p:nvPr/>
          </p:nvSpPr>
          <p:spPr>
            <a:xfrm>
              <a:off x="4831475" y="4136025"/>
              <a:ext cx="157950" cy="147850"/>
            </a:xfrm>
            <a:custGeom>
              <a:rect b="b" l="l" r="r" t="t"/>
              <a:pathLst>
                <a:path extrusionOk="0" h="5914" w="6318">
                  <a:moveTo>
                    <a:pt x="404" y="0"/>
                  </a:moveTo>
                  <a:lnTo>
                    <a:pt x="1" y="269"/>
                  </a:lnTo>
                  <a:lnTo>
                    <a:pt x="3227" y="5914"/>
                  </a:lnTo>
                  <a:lnTo>
                    <a:pt x="6318" y="5914"/>
                  </a:lnTo>
                  <a:lnTo>
                    <a:pt x="404" y="0"/>
                  </a:lnTo>
                  <a:close/>
                </a:path>
              </a:pathLst>
            </a:custGeom>
            <a:solidFill>
              <a:srgbClr val="00E2C7"/>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395" name="Google Shape;395;p5"/>
            <p:cNvSpPr/>
            <p:nvPr/>
          </p:nvSpPr>
          <p:spPr>
            <a:xfrm>
              <a:off x="4697075" y="3907525"/>
              <a:ext cx="389800" cy="376350"/>
            </a:xfrm>
            <a:custGeom>
              <a:rect b="b" l="l" r="r" t="t"/>
              <a:pathLst>
                <a:path extrusionOk="0" h="15054" w="15592">
                  <a:moveTo>
                    <a:pt x="538" y="0"/>
                  </a:moveTo>
                  <a:lnTo>
                    <a:pt x="1" y="269"/>
                  </a:lnTo>
                  <a:lnTo>
                    <a:pt x="5377" y="9543"/>
                  </a:lnTo>
                  <a:lnTo>
                    <a:pt x="11022" y="15054"/>
                  </a:lnTo>
                  <a:lnTo>
                    <a:pt x="15592" y="15054"/>
                  </a:lnTo>
                  <a:lnTo>
                    <a:pt x="538" y="0"/>
                  </a:lnTo>
                  <a:close/>
                </a:path>
              </a:pathLst>
            </a:custGeom>
            <a:solidFill>
              <a:srgbClr val="01E0C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396" name="Google Shape;396;p5"/>
            <p:cNvSpPr/>
            <p:nvPr/>
          </p:nvSpPr>
          <p:spPr>
            <a:xfrm>
              <a:off x="4566025" y="3675675"/>
              <a:ext cx="618300" cy="608200"/>
            </a:xfrm>
            <a:custGeom>
              <a:rect b="b" l="l" r="r" t="t"/>
              <a:pathLst>
                <a:path extrusionOk="0" h="24328" w="24732">
                  <a:moveTo>
                    <a:pt x="404" y="0"/>
                  </a:moveTo>
                  <a:lnTo>
                    <a:pt x="1" y="404"/>
                  </a:lnTo>
                  <a:lnTo>
                    <a:pt x="5377" y="9543"/>
                  </a:lnTo>
                  <a:lnTo>
                    <a:pt x="20027" y="24328"/>
                  </a:lnTo>
                  <a:lnTo>
                    <a:pt x="24732" y="24328"/>
                  </a:lnTo>
                  <a:lnTo>
                    <a:pt x="404" y="0"/>
                  </a:lnTo>
                  <a:close/>
                </a:path>
              </a:pathLst>
            </a:custGeom>
            <a:solidFill>
              <a:srgbClr val="02DFC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397" name="Google Shape;397;p5"/>
            <p:cNvSpPr/>
            <p:nvPr/>
          </p:nvSpPr>
          <p:spPr>
            <a:xfrm>
              <a:off x="4434975" y="3447175"/>
              <a:ext cx="846800" cy="836700"/>
            </a:xfrm>
            <a:custGeom>
              <a:rect b="b" l="l" r="r" t="t"/>
              <a:pathLst>
                <a:path extrusionOk="0" h="33468" w="33872">
                  <a:moveTo>
                    <a:pt x="404" y="1"/>
                  </a:moveTo>
                  <a:lnTo>
                    <a:pt x="1" y="270"/>
                  </a:lnTo>
                  <a:lnTo>
                    <a:pt x="5243" y="9544"/>
                  </a:lnTo>
                  <a:lnTo>
                    <a:pt x="29167" y="33468"/>
                  </a:lnTo>
                  <a:lnTo>
                    <a:pt x="33871" y="33468"/>
                  </a:lnTo>
                  <a:lnTo>
                    <a:pt x="404" y="1"/>
                  </a:lnTo>
                  <a:close/>
                </a:path>
              </a:pathLst>
            </a:custGeom>
            <a:solidFill>
              <a:srgbClr val="03DDC9"/>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398" name="Google Shape;398;p5"/>
            <p:cNvSpPr/>
            <p:nvPr/>
          </p:nvSpPr>
          <p:spPr>
            <a:xfrm>
              <a:off x="4300575" y="3218700"/>
              <a:ext cx="1078650" cy="1065175"/>
            </a:xfrm>
            <a:custGeom>
              <a:rect b="b" l="l" r="r" t="t"/>
              <a:pathLst>
                <a:path extrusionOk="0" h="42607" w="43146">
                  <a:moveTo>
                    <a:pt x="404" y="0"/>
                  </a:moveTo>
                  <a:lnTo>
                    <a:pt x="0" y="269"/>
                  </a:lnTo>
                  <a:lnTo>
                    <a:pt x="5377" y="9543"/>
                  </a:lnTo>
                  <a:lnTo>
                    <a:pt x="38441" y="42607"/>
                  </a:lnTo>
                  <a:lnTo>
                    <a:pt x="43145" y="42607"/>
                  </a:lnTo>
                  <a:lnTo>
                    <a:pt x="404" y="0"/>
                  </a:lnTo>
                  <a:close/>
                </a:path>
              </a:pathLst>
            </a:custGeom>
            <a:solidFill>
              <a:srgbClr val="04DBC9"/>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399" name="Google Shape;399;p5"/>
            <p:cNvSpPr/>
            <p:nvPr/>
          </p:nvSpPr>
          <p:spPr>
            <a:xfrm>
              <a:off x="4169525" y="2990200"/>
              <a:ext cx="1307150" cy="1293675"/>
            </a:xfrm>
            <a:custGeom>
              <a:rect b="b" l="l" r="r" t="t"/>
              <a:pathLst>
                <a:path extrusionOk="0" h="51747" w="52286">
                  <a:moveTo>
                    <a:pt x="404" y="1"/>
                  </a:moveTo>
                  <a:lnTo>
                    <a:pt x="1" y="269"/>
                  </a:lnTo>
                  <a:lnTo>
                    <a:pt x="5242" y="9409"/>
                  </a:lnTo>
                  <a:lnTo>
                    <a:pt x="47581" y="51747"/>
                  </a:lnTo>
                  <a:lnTo>
                    <a:pt x="52285" y="51747"/>
                  </a:lnTo>
                  <a:lnTo>
                    <a:pt x="404" y="1"/>
                  </a:lnTo>
                  <a:close/>
                </a:path>
              </a:pathLst>
            </a:custGeom>
            <a:solidFill>
              <a:srgbClr val="06D9CA"/>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400" name="Google Shape;400;p5"/>
            <p:cNvSpPr/>
            <p:nvPr/>
          </p:nvSpPr>
          <p:spPr>
            <a:xfrm>
              <a:off x="4088875" y="2822200"/>
              <a:ext cx="1481875" cy="1461675"/>
            </a:xfrm>
            <a:custGeom>
              <a:rect b="b" l="l" r="r" t="t"/>
              <a:pathLst>
                <a:path extrusionOk="0" h="58467" w="59275">
                  <a:moveTo>
                    <a:pt x="807" y="0"/>
                  </a:moveTo>
                  <a:lnTo>
                    <a:pt x="1" y="1479"/>
                  </a:lnTo>
                  <a:lnTo>
                    <a:pt x="3227" y="6989"/>
                  </a:lnTo>
                  <a:lnTo>
                    <a:pt x="54705" y="58467"/>
                  </a:lnTo>
                  <a:lnTo>
                    <a:pt x="59274" y="58467"/>
                  </a:lnTo>
                  <a:lnTo>
                    <a:pt x="807" y="0"/>
                  </a:lnTo>
                  <a:close/>
                </a:path>
              </a:pathLst>
            </a:custGeom>
            <a:solidFill>
              <a:srgbClr val="07D8C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401" name="Google Shape;401;p5"/>
            <p:cNvSpPr/>
            <p:nvPr/>
          </p:nvSpPr>
          <p:spPr>
            <a:xfrm>
              <a:off x="4102325" y="2761700"/>
              <a:ext cx="1565875" cy="1522175"/>
            </a:xfrm>
            <a:custGeom>
              <a:rect b="b" l="l" r="r" t="t"/>
              <a:pathLst>
                <a:path extrusionOk="0" h="60887" w="62635">
                  <a:moveTo>
                    <a:pt x="1748" y="1"/>
                  </a:moveTo>
                  <a:lnTo>
                    <a:pt x="0" y="2823"/>
                  </a:lnTo>
                  <a:lnTo>
                    <a:pt x="58064" y="60887"/>
                  </a:lnTo>
                  <a:lnTo>
                    <a:pt x="62634" y="60887"/>
                  </a:lnTo>
                  <a:lnTo>
                    <a:pt x="1748" y="1"/>
                  </a:lnTo>
                  <a:close/>
                </a:path>
              </a:pathLst>
            </a:custGeom>
            <a:solidFill>
              <a:srgbClr val="08D6C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402" name="Google Shape;402;p5"/>
            <p:cNvSpPr/>
            <p:nvPr/>
          </p:nvSpPr>
          <p:spPr>
            <a:xfrm>
              <a:off x="4139275" y="2697875"/>
              <a:ext cx="1626375" cy="1586000"/>
            </a:xfrm>
            <a:custGeom>
              <a:rect b="b" l="l" r="r" t="t"/>
              <a:pathLst>
                <a:path extrusionOk="0" h="63440" w="65055">
                  <a:moveTo>
                    <a:pt x="1614" y="0"/>
                  </a:moveTo>
                  <a:lnTo>
                    <a:pt x="1" y="2957"/>
                  </a:lnTo>
                  <a:lnTo>
                    <a:pt x="60484" y="63440"/>
                  </a:lnTo>
                  <a:lnTo>
                    <a:pt x="65054" y="63440"/>
                  </a:lnTo>
                  <a:lnTo>
                    <a:pt x="1614" y="0"/>
                  </a:lnTo>
                  <a:close/>
                </a:path>
              </a:pathLst>
            </a:custGeom>
            <a:solidFill>
              <a:srgbClr val="09D4C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403" name="Google Shape;403;p5"/>
            <p:cNvSpPr/>
            <p:nvPr/>
          </p:nvSpPr>
          <p:spPr>
            <a:xfrm>
              <a:off x="4172900" y="2637375"/>
              <a:ext cx="1690175" cy="1646500"/>
            </a:xfrm>
            <a:custGeom>
              <a:rect b="b" l="l" r="r" t="t"/>
              <a:pathLst>
                <a:path extrusionOk="0" h="65860" w="67607">
                  <a:moveTo>
                    <a:pt x="1747" y="1"/>
                  </a:moveTo>
                  <a:lnTo>
                    <a:pt x="0" y="2958"/>
                  </a:lnTo>
                  <a:lnTo>
                    <a:pt x="62903" y="65860"/>
                  </a:lnTo>
                  <a:lnTo>
                    <a:pt x="67607" y="65860"/>
                  </a:lnTo>
                  <a:lnTo>
                    <a:pt x="1747" y="1"/>
                  </a:lnTo>
                  <a:close/>
                </a:path>
              </a:pathLst>
            </a:custGeom>
            <a:solidFill>
              <a:srgbClr val="0AD3C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404" name="Google Shape;404;p5"/>
            <p:cNvSpPr/>
            <p:nvPr/>
          </p:nvSpPr>
          <p:spPr>
            <a:xfrm>
              <a:off x="4209850" y="2576900"/>
              <a:ext cx="1750675" cy="1706975"/>
            </a:xfrm>
            <a:custGeom>
              <a:rect b="b" l="l" r="r" t="t"/>
              <a:pathLst>
                <a:path extrusionOk="0" h="68279" w="70027">
                  <a:moveTo>
                    <a:pt x="1613" y="1"/>
                  </a:moveTo>
                  <a:lnTo>
                    <a:pt x="0" y="2823"/>
                  </a:lnTo>
                  <a:lnTo>
                    <a:pt x="65322" y="68279"/>
                  </a:lnTo>
                  <a:lnTo>
                    <a:pt x="70027" y="68279"/>
                  </a:lnTo>
                  <a:lnTo>
                    <a:pt x="1613" y="1"/>
                  </a:lnTo>
                  <a:close/>
                </a:path>
              </a:pathLst>
            </a:custGeom>
            <a:solidFill>
              <a:srgbClr val="0BD1C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405" name="Google Shape;405;p5"/>
            <p:cNvSpPr/>
            <p:nvPr/>
          </p:nvSpPr>
          <p:spPr>
            <a:xfrm>
              <a:off x="4243450" y="2513050"/>
              <a:ext cx="1814525" cy="1770825"/>
            </a:xfrm>
            <a:custGeom>
              <a:rect b="b" l="l" r="r" t="t"/>
              <a:pathLst>
                <a:path extrusionOk="0" h="70833" w="72581">
                  <a:moveTo>
                    <a:pt x="1748" y="1"/>
                  </a:moveTo>
                  <a:lnTo>
                    <a:pt x="1" y="2958"/>
                  </a:lnTo>
                  <a:lnTo>
                    <a:pt x="67876" y="70833"/>
                  </a:lnTo>
                  <a:lnTo>
                    <a:pt x="72581" y="70833"/>
                  </a:lnTo>
                  <a:lnTo>
                    <a:pt x="1748" y="1"/>
                  </a:lnTo>
                  <a:close/>
                </a:path>
              </a:pathLst>
            </a:custGeom>
            <a:solidFill>
              <a:srgbClr val="0CCFC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406" name="Google Shape;406;p5"/>
            <p:cNvSpPr/>
            <p:nvPr/>
          </p:nvSpPr>
          <p:spPr>
            <a:xfrm>
              <a:off x="4280425" y="2452575"/>
              <a:ext cx="1875000" cy="1831300"/>
            </a:xfrm>
            <a:custGeom>
              <a:rect b="b" l="l" r="r" t="t"/>
              <a:pathLst>
                <a:path extrusionOk="0" h="73252" w="75000">
                  <a:moveTo>
                    <a:pt x="1613" y="1"/>
                  </a:moveTo>
                  <a:lnTo>
                    <a:pt x="0" y="2957"/>
                  </a:lnTo>
                  <a:lnTo>
                    <a:pt x="70295" y="73252"/>
                  </a:lnTo>
                  <a:lnTo>
                    <a:pt x="74999" y="73252"/>
                  </a:lnTo>
                  <a:lnTo>
                    <a:pt x="1613" y="1"/>
                  </a:lnTo>
                  <a:close/>
                </a:path>
              </a:pathLst>
            </a:custGeom>
            <a:solidFill>
              <a:srgbClr val="0DCDCE"/>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407" name="Google Shape;407;p5"/>
            <p:cNvSpPr/>
            <p:nvPr/>
          </p:nvSpPr>
          <p:spPr>
            <a:xfrm>
              <a:off x="4314025" y="2392100"/>
              <a:ext cx="1935475" cy="1891775"/>
            </a:xfrm>
            <a:custGeom>
              <a:rect b="b" l="l" r="r" t="t"/>
              <a:pathLst>
                <a:path extrusionOk="0" h="75671" w="77419">
                  <a:moveTo>
                    <a:pt x="1747" y="0"/>
                  </a:moveTo>
                  <a:lnTo>
                    <a:pt x="0" y="2957"/>
                  </a:lnTo>
                  <a:lnTo>
                    <a:pt x="72849" y="75671"/>
                  </a:lnTo>
                  <a:lnTo>
                    <a:pt x="77419" y="75671"/>
                  </a:lnTo>
                  <a:lnTo>
                    <a:pt x="1747" y="0"/>
                  </a:lnTo>
                  <a:close/>
                </a:path>
              </a:pathLst>
            </a:custGeom>
            <a:solidFill>
              <a:srgbClr val="0ECCC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408" name="Google Shape;408;p5"/>
            <p:cNvSpPr/>
            <p:nvPr/>
          </p:nvSpPr>
          <p:spPr>
            <a:xfrm>
              <a:off x="4350975" y="2328250"/>
              <a:ext cx="1995975" cy="1955625"/>
            </a:xfrm>
            <a:custGeom>
              <a:rect b="b" l="l" r="r" t="t"/>
              <a:pathLst>
                <a:path extrusionOk="0" h="78225" w="79839">
                  <a:moveTo>
                    <a:pt x="1748" y="1"/>
                  </a:moveTo>
                  <a:lnTo>
                    <a:pt x="1" y="2957"/>
                  </a:lnTo>
                  <a:lnTo>
                    <a:pt x="75269" y="78225"/>
                  </a:lnTo>
                  <a:lnTo>
                    <a:pt x="79839" y="78225"/>
                  </a:lnTo>
                  <a:lnTo>
                    <a:pt x="1748" y="1"/>
                  </a:lnTo>
                  <a:close/>
                </a:path>
              </a:pathLst>
            </a:custGeom>
            <a:solidFill>
              <a:srgbClr val="10CAC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409" name="Google Shape;409;p5"/>
            <p:cNvSpPr/>
            <p:nvPr/>
          </p:nvSpPr>
          <p:spPr>
            <a:xfrm>
              <a:off x="4384575" y="2267775"/>
              <a:ext cx="2059825" cy="2016100"/>
            </a:xfrm>
            <a:custGeom>
              <a:rect b="b" l="l" r="r" t="t"/>
              <a:pathLst>
                <a:path extrusionOk="0" h="80644" w="82393">
                  <a:moveTo>
                    <a:pt x="1748" y="0"/>
                  </a:moveTo>
                  <a:lnTo>
                    <a:pt x="1" y="2957"/>
                  </a:lnTo>
                  <a:lnTo>
                    <a:pt x="77823" y="80644"/>
                  </a:lnTo>
                  <a:lnTo>
                    <a:pt x="82392" y="80644"/>
                  </a:lnTo>
                  <a:lnTo>
                    <a:pt x="1748" y="0"/>
                  </a:lnTo>
                  <a:close/>
                </a:path>
              </a:pathLst>
            </a:custGeom>
            <a:solidFill>
              <a:srgbClr val="11C8D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410" name="Google Shape;410;p5"/>
            <p:cNvSpPr/>
            <p:nvPr/>
          </p:nvSpPr>
          <p:spPr>
            <a:xfrm>
              <a:off x="4421550" y="2207275"/>
              <a:ext cx="2120300" cy="2076600"/>
            </a:xfrm>
            <a:custGeom>
              <a:rect b="b" l="l" r="r" t="t"/>
              <a:pathLst>
                <a:path extrusionOk="0" h="83064" w="84812">
                  <a:moveTo>
                    <a:pt x="1747" y="1"/>
                  </a:moveTo>
                  <a:lnTo>
                    <a:pt x="0" y="2958"/>
                  </a:lnTo>
                  <a:lnTo>
                    <a:pt x="80107" y="83064"/>
                  </a:lnTo>
                  <a:lnTo>
                    <a:pt x="84811" y="83064"/>
                  </a:lnTo>
                  <a:lnTo>
                    <a:pt x="1747" y="1"/>
                  </a:lnTo>
                  <a:close/>
                </a:path>
              </a:pathLst>
            </a:custGeom>
            <a:solidFill>
              <a:srgbClr val="12C7D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411" name="Google Shape;411;p5"/>
            <p:cNvSpPr/>
            <p:nvPr/>
          </p:nvSpPr>
          <p:spPr>
            <a:xfrm>
              <a:off x="4458500" y="2146800"/>
              <a:ext cx="2130375" cy="2137075"/>
            </a:xfrm>
            <a:custGeom>
              <a:rect b="b" l="l" r="r" t="t"/>
              <a:pathLst>
                <a:path extrusionOk="0" h="85483" w="85215">
                  <a:moveTo>
                    <a:pt x="1614" y="1"/>
                  </a:moveTo>
                  <a:lnTo>
                    <a:pt x="1" y="2823"/>
                  </a:lnTo>
                  <a:lnTo>
                    <a:pt x="82527" y="85483"/>
                  </a:lnTo>
                  <a:lnTo>
                    <a:pt x="84005" y="85483"/>
                  </a:lnTo>
                  <a:lnTo>
                    <a:pt x="85215" y="83467"/>
                  </a:lnTo>
                  <a:lnTo>
                    <a:pt x="1614" y="1"/>
                  </a:lnTo>
                  <a:close/>
                </a:path>
              </a:pathLst>
            </a:custGeom>
            <a:solidFill>
              <a:srgbClr val="13C5D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412" name="Google Shape;412;p5"/>
            <p:cNvSpPr/>
            <p:nvPr/>
          </p:nvSpPr>
          <p:spPr>
            <a:xfrm>
              <a:off x="4492100" y="2082950"/>
              <a:ext cx="2133750" cy="2163975"/>
            </a:xfrm>
            <a:custGeom>
              <a:rect b="b" l="l" r="r" t="t"/>
              <a:pathLst>
                <a:path extrusionOk="0" h="86559" w="85350">
                  <a:moveTo>
                    <a:pt x="1748" y="1"/>
                  </a:moveTo>
                  <a:lnTo>
                    <a:pt x="1" y="2958"/>
                  </a:lnTo>
                  <a:lnTo>
                    <a:pt x="83602" y="86559"/>
                  </a:lnTo>
                  <a:lnTo>
                    <a:pt x="85349" y="83602"/>
                  </a:lnTo>
                  <a:lnTo>
                    <a:pt x="1748" y="1"/>
                  </a:lnTo>
                  <a:close/>
                </a:path>
              </a:pathLst>
            </a:custGeom>
            <a:solidFill>
              <a:srgbClr val="14C3D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413" name="Google Shape;413;p5"/>
            <p:cNvSpPr/>
            <p:nvPr/>
          </p:nvSpPr>
          <p:spPr>
            <a:xfrm>
              <a:off x="4529075" y="2022475"/>
              <a:ext cx="2130375" cy="2163975"/>
            </a:xfrm>
            <a:custGeom>
              <a:rect b="b" l="l" r="r" t="t"/>
              <a:pathLst>
                <a:path extrusionOk="0" h="86559" w="85215">
                  <a:moveTo>
                    <a:pt x="1613" y="1"/>
                  </a:moveTo>
                  <a:lnTo>
                    <a:pt x="0" y="2957"/>
                  </a:lnTo>
                  <a:lnTo>
                    <a:pt x="83467" y="86558"/>
                  </a:lnTo>
                  <a:lnTo>
                    <a:pt x="85214" y="83601"/>
                  </a:lnTo>
                  <a:lnTo>
                    <a:pt x="1613" y="1"/>
                  </a:lnTo>
                  <a:close/>
                </a:path>
              </a:pathLst>
            </a:custGeom>
            <a:solidFill>
              <a:srgbClr val="15C1D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414" name="Google Shape;414;p5"/>
            <p:cNvSpPr/>
            <p:nvPr/>
          </p:nvSpPr>
          <p:spPr>
            <a:xfrm>
              <a:off x="4562675" y="1962000"/>
              <a:ext cx="2133725" cy="2160600"/>
            </a:xfrm>
            <a:custGeom>
              <a:rect b="b" l="l" r="r" t="t"/>
              <a:pathLst>
                <a:path extrusionOk="0" h="86424" w="85349">
                  <a:moveTo>
                    <a:pt x="1748" y="0"/>
                  </a:moveTo>
                  <a:lnTo>
                    <a:pt x="0" y="2957"/>
                  </a:lnTo>
                  <a:lnTo>
                    <a:pt x="83602" y="86424"/>
                  </a:lnTo>
                  <a:lnTo>
                    <a:pt x="85349" y="83467"/>
                  </a:lnTo>
                  <a:lnTo>
                    <a:pt x="1748" y="0"/>
                  </a:lnTo>
                  <a:close/>
                </a:path>
              </a:pathLst>
            </a:custGeom>
            <a:solidFill>
              <a:srgbClr val="16C0D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415" name="Google Shape;415;p5"/>
            <p:cNvSpPr/>
            <p:nvPr/>
          </p:nvSpPr>
          <p:spPr>
            <a:xfrm>
              <a:off x="4599625" y="1898150"/>
              <a:ext cx="2130375" cy="2163975"/>
            </a:xfrm>
            <a:custGeom>
              <a:rect b="b" l="l" r="r" t="t"/>
              <a:pathLst>
                <a:path extrusionOk="0" h="86559" w="85215">
                  <a:moveTo>
                    <a:pt x="1614" y="0"/>
                  </a:moveTo>
                  <a:lnTo>
                    <a:pt x="1" y="2957"/>
                  </a:lnTo>
                  <a:lnTo>
                    <a:pt x="83602" y="86558"/>
                  </a:lnTo>
                  <a:lnTo>
                    <a:pt x="85215" y="83601"/>
                  </a:lnTo>
                  <a:lnTo>
                    <a:pt x="1614" y="0"/>
                  </a:lnTo>
                  <a:close/>
                </a:path>
              </a:pathLst>
            </a:custGeom>
            <a:solidFill>
              <a:srgbClr val="17BED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416" name="Google Shape;416;p5"/>
            <p:cNvSpPr/>
            <p:nvPr/>
          </p:nvSpPr>
          <p:spPr>
            <a:xfrm>
              <a:off x="4633225" y="1837675"/>
              <a:ext cx="2133750" cy="2163950"/>
            </a:xfrm>
            <a:custGeom>
              <a:rect b="b" l="l" r="r" t="t"/>
              <a:pathLst>
                <a:path extrusionOk="0" h="86558" w="85350">
                  <a:moveTo>
                    <a:pt x="1748" y="0"/>
                  </a:moveTo>
                  <a:lnTo>
                    <a:pt x="1" y="2957"/>
                  </a:lnTo>
                  <a:lnTo>
                    <a:pt x="83602" y="86558"/>
                  </a:lnTo>
                  <a:lnTo>
                    <a:pt x="85349" y="83601"/>
                  </a:lnTo>
                  <a:lnTo>
                    <a:pt x="1748" y="0"/>
                  </a:lnTo>
                  <a:close/>
                </a:path>
              </a:pathLst>
            </a:custGeom>
            <a:solidFill>
              <a:srgbClr val="18BCD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417" name="Google Shape;417;p5"/>
            <p:cNvSpPr/>
            <p:nvPr/>
          </p:nvSpPr>
          <p:spPr>
            <a:xfrm>
              <a:off x="4670200" y="1777175"/>
              <a:ext cx="2130375" cy="2160625"/>
            </a:xfrm>
            <a:custGeom>
              <a:rect b="b" l="l" r="r" t="t"/>
              <a:pathLst>
                <a:path extrusionOk="0" h="86425" w="85215">
                  <a:moveTo>
                    <a:pt x="1748" y="1"/>
                  </a:moveTo>
                  <a:lnTo>
                    <a:pt x="0" y="2958"/>
                  </a:lnTo>
                  <a:lnTo>
                    <a:pt x="83602" y="86424"/>
                  </a:lnTo>
                  <a:lnTo>
                    <a:pt x="85215" y="83467"/>
                  </a:lnTo>
                  <a:lnTo>
                    <a:pt x="1748" y="1"/>
                  </a:lnTo>
                  <a:close/>
                </a:path>
              </a:pathLst>
            </a:custGeom>
            <a:solidFill>
              <a:srgbClr val="19BBD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418" name="Google Shape;418;p5"/>
            <p:cNvSpPr/>
            <p:nvPr/>
          </p:nvSpPr>
          <p:spPr>
            <a:xfrm>
              <a:off x="4707150" y="1713350"/>
              <a:ext cx="2130375" cy="2163950"/>
            </a:xfrm>
            <a:custGeom>
              <a:rect b="b" l="l" r="r" t="t"/>
              <a:pathLst>
                <a:path extrusionOk="0" h="86558" w="85215">
                  <a:moveTo>
                    <a:pt x="1614" y="0"/>
                  </a:moveTo>
                  <a:lnTo>
                    <a:pt x="1" y="2957"/>
                  </a:lnTo>
                  <a:lnTo>
                    <a:pt x="83468" y="86558"/>
                  </a:lnTo>
                  <a:lnTo>
                    <a:pt x="85215" y="83601"/>
                  </a:lnTo>
                  <a:lnTo>
                    <a:pt x="1614" y="0"/>
                  </a:lnTo>
                  <a:close/>
                </a:path>
              </a:pathLst>
            </a:custGeom>
            <a:solidFill>
              <a:srgbClr val="1BB9D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419" name="Google Shape;419;p5"/>
            <p:cNvSpPr/>
            <p:nvPr/>
          </p:nvSpPr>
          <p:spPr>
            <a:xfrm>
              <a:off x="4740750" y="1652850"/>
              <a:ext cx="2130400" cy="2163975"/>
            </a:xfrm>
            <a:custGeom>
              <a:rect b="b" l="l" r="r" t="t"/>
              <a:pathLst>
                <a:path extrusionOk="0" h="86559" w="85216">
                  <a:moveTo>
                    <a:pt x="1748" y="1"/>
                  </a:moveTo>
                  <a:lnTo>
                    <a:pt x="1" y="2958"/>
                  </a:lnTo>
                  <a:lnTo>
                    <a:pt x="83602" y="86559"/>
                  </a:lnTo>
                  <a:lnTo>
                    <a:pt x="85215" y="83602"/>
                  </a:lnTo>
                  <a:lnTo>
                    <a:pt x="1748" y="1"/>
                  </a:lnTo>
                  <a:close/>
                </a:path>
              </a:pathLst>
            </a:custGeom>
            <a:solidFill>
              <a:srgbClr val="1CB7D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420" name="Google Shape;420;p5"/>
            <p:cNvSpPr/>
            <p:nvPr/>
          </p:nvSpPr>
          <p:spPr>
            <a:xfrm>
              <a:off x="4777725" y="1592375"/>
              <a:ext cx="2130375" cy="2160600"/>
            </a:xfrm>
            <a:custGeom>
              <a:rect b="b" l="l" r="r" t="t"/>
              <a:pathLst>
                <a:path extrusionOk="0" h="86424" w="85215">
                  <a:moveTo>
                    <a:pt x="1613" y="1"/>
                  </a:moveTo>
                  <a:lnTo>
                    <a:pt x="0" y="2957"/>
                  </a:lnTo>
                  <a:lnTo>
                    <a:pt x="83467" y="86424"/>
                  </a:lnTo>
                  <a:lnTo>
                    <a:pt x="85215" y="83601"/>
                  </a:lnTo>
                  <a:lnTo>
                    <a:pt x="1613" y="1"/>
                  </a:lnTo>
                  <a:close/>
                </a:path>
              </a:pathLst>
            </a:custGeom>
            <a:solidFill>
              <a:srgbClr val="1DB5D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421" name="Google Shape;421;p5"/>
            <p:cNvSpPr/>
            <p:nvPr/>
          </p:nvSpPr>
          <p:spPr>
            <a:xfrm>
              <a:off x="4811325" y="1531900"/>
              <a:ext cx="2133750" cy="2160600"/>
            </a:xfrm>
            <a:custGeom>
              <a:rect b="b" l="l" r="r" t="t"/>
              <a:pathLst>
                <a:path extrusionOk="0" h="86424" w="85350">
                  <a:moveTo>
                    <a:pt x="1748" y="0"/>
                  </a:moveTo>
                  <a:lnTo>
                    <a:pt x="0" y="2823"/>
                  </a:lnTo>
                  <a:lnTo>
                    <a:pt x="83602" y="86423"/>
                  </a:lnTo>
                  <a:lnTo>
                    <a:pt x="85349" y="83467"/>
                  </a:lnTo>
                  <a:lnTo>
                    <a:pt x="1748" y="0"/>
                  </a:lnTo>
                  <a:close/>
                </a:path>
              </a:pathLst>
            </a:custGeom>
            <a:solidFill>
              <a:srgbClr val="1EB4D7"/>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422" name="Google Shape;422;p5"/>
            <p:cNvSpPr/>
            <p:nvPr/>
          </p:nvSpPr>
          <p:spPr>
            <a:xfrm>
              <a:off x="4848275" y="1468050"/>
              <a:ext cx="2130400" cy="2163975"/>
            </a:xfrm>
            <a:custGeom>
              <a:rect b="b" l="l" r="r" t="t"/>
              <a:pathLst>
                <a:path extrusionOk="0" h="86559" w="85216">
                  <a:moveTo>
                    <a:pt x="1614" y="0"/>
                  </a:moveTo>
                  <a:lnTo>
                    <a:pt x="1" y="2957"/>
                  </a:lnTo>
                  <a:lnTo>
                    <a:pt x="83602" y="86558"/>
                  </a:lnTo>
                  <a:lnTo>
                    <a:pt x="85215" y="83601"/>
                  </a:lnTo>
                  <a:lnTo>
                    <a:pt x="1614" y="0"/>
                  </a:lnTo>
                  <a:close/>
                </a:path>
              </a:pathLst>
            </a:custGeom>
            <a:solidFill>
              <a:srgbClr val="1FB2D7"/>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423" name="Google Shape;423;p5"/>
            <p:cNvSpPr/>
            <p:nvPr/>
          </p:nvSpPr>
          <p:spPr>
            <a:xfrm>
              <a:off x="4881875" y="1431100"/>
              <a:ext cx="2133750" cy="2140425"/>
            </a:xfrm>
            <a:custGeom>
              <a:rect b="b" l="l" r="r" t="t"/>
              <a:pathLst>
                <a:path extrusionOk="0" h="85617" w="85350">
                  <a:moveTo>
                    <a:pt x="1211" y="0"/>
                  </a:moveTo>
                  <a:lnTo>
                    <a:pt x="1" y="2016"/>
                  </a:lnTo>
                  <a:lnTo>
                    <a:pt x="83602" y="85617"/>
                  </a:lnTo>
                  <a:lnTo>
                    <a:pt x="85350" y="82660"/>
                  </a:lnTo>
                  <a:lnTo>
                    <a:pt x="2689" y="0"/>
                  </a:lnTo>
                  <a:close/>
                </a:path>
              </a:pathLst>
            </a:custGeom>
            <a:solidFill>
              <a:srgbClr val="20B0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424" name="Google Shape;424;p5"/>
            <p:cNvSpPr/>
            <p:nvPr/>
          </p:nvSpPr>
          <p:spPr>
            <a:xfrm>
              <a:off x="4928925" y="1431100"/>
              <a:ext cx="2120300" cy="2076600"/>
            </a:xfrm>
            <a:custGeom>
              <a:rect b="b" l="l" r="r" t="t"/>
              <a:pathLst>
                <a:path extrusionOk="0" h="83064" w="84812">
                  <a:moveTo>
                    <a:pt x="1" y="0"/>
                  </a:moveTo>
                  <a:lnTo>
                    <a:pt x="83199" y="83063"/>
                  </a:lnTo>
                  <a:lnTo>
                    <a:pt x="84812" y="80106"/>
                  </a:lnTo>
                  <a:lnTo>
                    <a:pt x="4705" y="0"/>
                  </a:lnTo>
                  <a:close/>
                </a:path>
              </a:pathLst>
            </a:custGeom>
            <a:solidFill>
              <a:srgbClr val="21AED9"/>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425" name="Google Shape;425;p5"/>
            <p:cNvSpPr/>
            <p:nvPr/>
          </p:nvSpPr>
          <p:spPr>
            <a:xfrm>
              <a:off x="5026375" y="1431100"/>
              <a:ext cx="2059825" cy="2016100"/>
            </a:xfrm>
            <a:custGeom>
              <a:rect b="b" l="l" r="r" t="t"/>
              <a:pathLst>
                <a:path extrusionOk="0" h="80644" w="82393">
                  <a:moveTo>
                    <a:pt x="0" y="0"/>
                  </a:moveTo>
                  <a:lnTo>
                    <a:pt x="80645" y="80644"/>
                  </a:lnTo>
                  <a:lnTo>
                    <a:pt x="82392" y="77687"/>
                  </a:lnTo>
                  <a:lnTo>
                    <a:pt x="4705" y="0"/>
                  </a:lnTo>
                  <a:close/>
                </a:path>
              </a:pathLst>
            </a:custGeom>
            <a:solidFill>
              <a:srgbClr val="22ADD9"/>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426" name="Google Shape;426;p5"/>
            <p:cNvSpPr/>
            <p:nvPr/>
          </p:nvSpPr>
          <p:spPr>
            <a:xfrm>
              <a:off x="5123825" y="1431100"/>
              <a:ext cx="1995975" cy="1955625"/>
            </a:xfrm>
            <a:custGeom>
              <a:rect b="b" l="l" r="r" t="t"/>
              <a:pathLst>
                <a:path extrusionOk="0" h="78225" w="79839">
                  <a:moveTo>
                    <a:pt x="0" y="0"/>
                  </a:moveTo>
                  <a:lnTo>
                    <a:pt x="78225" y="78225"/>
                  </a:lnTo>
                  <a:lnTo>
                    <a:pt x="79838" y="75268"/>
                  </a:lnTo>
                  <a:lnTo>
                    <a:pt x="4705" y="0"/>
                  </a:lnTo>
                  <a:close/>
                </a:path>
              </a:pathLst>
            </a:custGeom>
            <a:solidFill>
              <a:srgbClr val="23ABDA"/>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427" name="Google Shape;427;p5"/>
            <p:cNvSpPr/>
            <p:nvPr/>
          </p:nvSpPr>
          <p:spPr>
            <a:xfrm>
              <a:off x="5221275" y="1431100"/>
              <a:ext cx="1935475" cy="1891775"/>
            </a:xfrm>
            <a:custGeom>
              <a:rect b="b" l="l" r="r" t="t"/>
              <a:pathLst>
                <a:path extrusionOk="0" h="75671" w="77419">
                  <a:moveTo>
                    <a:pt x="0" y="0"/>
                  </a:moveTo>
                  <a:lnTo>
                    <a:pt x="75671" y="75671"/>
                  </a:lnTo>
                  <a:lnTo>
                    <a:pt x="77419" y="72714"/>
                  </a:lnTo>
                  <a:lnTo>
                    <a:pt x="4570" y="0"/>
                  </a:lnTo>
                  <a:close/>
                </a:path>
              </a:pathLst>
            </a:custGeom>
            <a:solidFill>
              <a:srgbClr val="25A9DA"/>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428" name="Google Shape;428;p5"/>
            <p:cNvSpPr/>
            <p:nvPr/>
          </p:nvSpPr>
          <p:spPr>
            <a:xfrm>
              <a:off x="5318700" y="1431100"/>
              <a:ext cx="1875025" cy="1831300"/>
            </a:xfrm>
            <a:custGeom>
              <a:rect b="b" l="l" r="r" t="t"/>
              <a:pathLst>
                <a:path extrusionOk="0" h="73252" w="75001">
                  <a:moveTo>
                    <a:pt x="1" y="0"/>
                  </a:moveTo>
                  <a:lnTo>
                    <a:pt x="73253" y="73251"/>
                  </a:lnTo>
                  <a:lnTo>
                    <a:pt x="75000" y="70295"/>
                  </a:lnTo>
                  <a:lnTo>
                    <a:pt x="4571" y="0"/>
                  </a:lnTo>
                  <a:close/>
                </a:path>
              </a:pathLst>
            </a:custGeom>
            <a:solidFill>
              <a:srgbClr val="26A8D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429" name="Google Shape;429;p5"/>
            <p:cNvSpPr/>
            <p:nvPr/>
          </p:nvSpPr>
          <p:spPr>
            <a:xfrm>
              <a:off x="5416150" y="1431100"/>
              <a:ext cx="1811175" cy="1770825"/>
            </a:xfrm>
            <a:custGeom>
              <a:rect b="b" l="l" r="r" t="t"/>
              <a:pathLst>
                <a:path extrusionOk="0" h="70833" w="72447">
                  <a:moveTo>
                    <a:pt x="1" y="0"/>
                  </a:moveTo>
                  <a:lnTo>
                    <a:pt x="70699" y="70832"/>
                  </a:lnTo>
                  <a:lnTo>
                    <a:pt x="72446" y="67875"/>
                  </a:lnTo>
                  <a:lnTo>
                    <a:pt x="4571" y="0"/>
                  </a:lnTo>
                  <a:close/>
                </a:path>
              </a:pathLst>
            </a:custGeom>
            <a:solidFill>
              <a:srgbClr val="27A6D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430" name="Google Shape;430;p5"/>
            <p:cNvSpPr/>
            <p:nvPr/>
          </p:nvSpPr>
          <p:spPr>
            <a:xfrm>
              <a:off x="5510250" y="1431100"/>
              <a:ext cx="1754025" cy="1706975"/>
            </a:xfrm>
            <a:custGeom>
              <a:rect b="b" l="l" r="r" t="t"/>
              <a:pathLst>
                <a:path extrusionOk="0" h="68279" w="70161">
                  <a:moveTo>
                    <a:pt x="0" y="0"/>
                  </a:moveTo>
                  <a:lnTo>
                    <a:pt x="68413" y="68278"/>
                  </a:lnTo>
                  <a:lnTo>
                    <a:pt x="70161" y="65456"/>
                  </a:lnTo>
                  <a:lnTo>
                    <a:pt x="4704" y="0"/>
                  </a:lnTo>
                  <a:close/>
                </a:path>
              </a:pathLst>
            </a:custGeom>
            <a:solidFill>
              <a:srgbClr val="28A4D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431" name="Google Shape;431;p5"/>
            <p:cNvSpPr/>
            <p:nvPr/>
          </p:nvSpPr>
          <p:spPr>
            <a:xfrm>
              <a:off x="5607675" y="1431100"/>
              <a:ext cx="1690200" cy="1646500"/>
            </a:xfrm>
            <a:custGeom>
              <a:rect b="b" l="l" r="r" t="t"/>
              <a:pathLst>
                <a:path extrusionOk="0" h="65860" w="67608">
                  <a:moveTo>
                    <a:pt x="1" y="0"/>
                  </a:moveTo>
                  <a:lnTo>
                    <a:pt x="65995" y="65859"/>
                  </a:lnTo>
                  <a:lnTo>
                    <a:pt x="67608" y="62902"/>
                  </a:lnTo>
                  <a:lnTo>
                    <a:pt x="4705" y="0"/>
                  </a:lnTo>
                  <a:close/>
                </a:path>
              </a:pathLst>
            </a:custGeom>
            <a:solidFill>
              <a:srgbClr val="29A2D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432" name="Google Shape;432;p5"/>
            <p:cNvSpPr/>
            <p:nvPr/>
          </p:nvSpPr>
          <p:spPr>
            <a:xfrm>
              <a:off x="5705125" y="1431100"/>
              <a:ext cx="1629725" cy="1586000"/>
            </a:xfrm>
            <a:custGeom>
              <a:rect b="b" l="l" r="r" t="t"/>
              <a:pathLst>
                <a:path extrusionOk="0" h="63440" w="65189">
                  <a:moveTo>
                    <a:pt x="1" y="0"/>
                  </a:moveTo>
                  <a:lnTo>
                    <a:pt x="63441" y="63440"/>
                  </a:lnTo>
                  <a:lnTo>
                    <a:pt x="65188" y="60483"/>
                  </a:lnTo>
                  <a:lnTo>
                    <a:pt x="4705" y="0"/>
                  </a:lnTo>
                  <a:close/>
                </a:path>
              </a:pathLst>
            </a:custGeom>
            <a:solidFill>
              <a:srgbClr val="2AA1D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433" name="Google Shape;433;p5"/>
            <p:cNvSpPr/>
            <p:nvPr/>
          </p:nvSpPr>
          <p:spPr>
            <a:xfrm>
              <a:off x="5802575" y="1431100"/>
              <a:ext cx="1565875" cy="1525525"/>
            </a:xfrm>
            <a:custGeom>
              <a:rect b="b" l="l" r="r" t="t"/>
              <a:pathLst>
                <a:path extrusionOk="0" h="61021" w="62635">
                  <a:moveTo>
                    <a:pt x="1" y="0"/>
                  </a:moveTo>
                  <a:lnTo>
                    <a:pt x="61021" y="61020"/>
                  </a:lnTo>
                  <a:lnTo>
                    <a:pt x="62634" y="58064"/>
                  </a:lnTo>
                  <a:lnTo>
                    <a:pt x="4705" y="0"/>
                  </a:lnTo>
                  <a:close/>
                </a:path>
              </a:pathLst>
            </a:custGeom>
            <a:solidFill>
              <a:srgbClr val="2B9FDE"/>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434" name="Google Shape;434;p5"/>
            <p:cNvSpPr/>
            <p:nvPr/>
          </p:nvSpPr>
          <p:spPr>
            <a:xfrm>
              <a:off x="5900025" y="1431100"/>
              <a:ext cx="1481850" cy="1461675"/>
            </a:xfrm>
            <a:custGeom>
              <a:rect b="b" l="l" r="r" t="t"/>
              <a:pathLst>
                <a:path extrusionOk="0" h="58467" w="59274">
                  <a:moveTo>
                    <a:pt x="0" y="0"/>
                  </a:moveTo>
                  <a:lnTo>
                    <a:pt x="58468" y="58467"/>
                  </a:lnTo>
                  <a:lnTo>
                    <a:pt x="59274" y="57123"/>
                  </a:lnTo>
                  <a:lnTo>
                    <a:pt x="56048" y="51478"/>
                  </a:lnTo>
                  <a:lnTo>
                    <a:pt x="4570" y="0"/>
                  </a:lnTo>
                  <a:close/>
                </a:path>
              </a:pathLst>
            </a:custGeom>
            <a:solidFill>
              <a:srgbClr val="2C9DDE"/>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435" name="Google Shape;435;p5"/>
            <p:cNvSpPr/>
            <p:nvPr/>
          </p:nvSpPr>
          <p:spPr>
            <a:xfrm>
              <a:off x="5997475" y="1431100"/>
              <a:ext cx="1307125" cy="1297025"/>
            </a:xfrm>
            <a:custGeom>
              <a:rect b="b" l="l" r="r" t="t"/>
              <a:pathLst>
                <a:path extrusionOk="0" h="51881" w="52285">
                  <a:moveTo>
                    <a:pt x="0" y="0"/>
                  </a:moveTo>
                  <a:lnTo>
                    <a:pt x="51747" y="51881"/>
                  </a:lnTo>
                  <a:lnTo>
                    <a:pt x="52285" y="51478"/>
                  </a:lnTo>
                  <a:lnTo>
                    <a:pt x="46908" y="42338"/>
                  </a:lnTo>
                  <a:lnTo>
                    <a:pt x="4570" y="0"/>
                  </a:lnTo>
                  <a:close/>
                </a:path>
              </a:pathLst>
            </a:custGeom>
            <a:solidFill>
              <a:srgbClr val="2D9CD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436" name="Google Shape;436;p5"/>
            <p:cNvSpPr/>
            <p:nvPr/>
          </p:nvSpPr>
          <p:spPr>
            <a:xfrm>
              <a:off x="6094900" y="1431100"/>
              <a:ext cx="1075300" cy="1065175"/>
            </a:xfrm>
            <a:custGeom>
              <a:rect b="b" l="l" r="r" t="t"/>
              <a:pathLst>
                <a:path extrusionOk="0" h="42607" w="43012">
                  <a:moveTo>
                    <a:pt x="1" y="0"/>
                  </a:moveTo>
                  <a:lnTo>
                    <a:pt x="42608" y="42607"/>
                  </a:lnTo>
                  <a:lnTo>
                    <a:pt x="43011" y="42338"/>
                  </a:lnTo>
                  <a:lnTo>
                    <a:pt x="37769" y="33064"/>
                  </a:lnTo>
                  <a:lnTo>
                    <a:pt x="4571" y="0"/>
                  </a:lnTo>
                  <a:close/>
                </a:path>
              </a:pathLst>
            </a:custGeom>
            <a:solidFill>
              <a:srgbClr val="2F9AE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437" name="Google Shape;437;p5"/>
            <p:cNvSpPr/>
            <p:nvPr/>
          </p:nvSpPr>
          <p:spPr>
            <a:xfrm>
              <a:off x="6189000" y="1431100"/>
              <a:ext cx="850150" cy="836700"/>
            </a:xfrm>
            <a:custGeom>
              <a:rect b="b" l="l" r="r" t="t"/>
              <a:pathLst>
                <a:path extrusionOk="0" h="33468" w="34006">
                  <a:moveTo>
                    <a:pt x="0" y="0"/>
                  </a:moveTo>
                  <a:lnTo>
                    <a:pt x="33602" y="33467"/>
                  </a:lnTo>
                  <a:lnTo>
                    <a:pt x="34005" y="33198"/>
                  </a:lnTo>
                  <a:lnTo>
                    <a:pt x="28629" y="23924"/>
                  </a:lnTo>
                  <a:lnTo>
                    <a:pt x="4705" y="0"/>
                  </a:lnTo>
                  <a:close/>
                </a:path>
              </a:pathLst>
            </a:custGeom>
            <a:solidFill>
              <a:srgbClr val="3098E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438" name="Google Shape;438;p5"/>
            <p:cNvSpPr/>
            <p:nvPr/>
          </p:nvSpPr>
          <p:spPr>
            <a:xfrm>
              <a:off x="6286450" y="1431100"/>
              <a:ext cx="618300" cy="608200"/>
            </a:xfrm>
            <a:custGeom>
              <a:rect b="b" l="l" r="r" t="t"/>
              <a:pathLst>
                <a:path extrusionOk="0" h="24328" w="24732">
                  <a:moveTo>
                    <a:pt x="0" y="0"/>
                  </a:moveTo>
                  <a:lnTo>
                    <a:pt x="24328" y="24328"/>
                  </a:lnTo>
                  <a:lnTo>
                    <a:pt x="24731" y="23924"/>
                  </a:lnTo>
                  <a:lnTo>
                    <a:pt x="19489" y="14785"/>
                  </a:lnTo>
                  <a:lnTo>
                    <a:pt x="4704" y="0"/>
                  </a:lnTo>
                  <a:close/>
                </a:path>
              </a:pathLst>
            </a:custGeom>
            <a:solidFill>
              <a:srgbClr val="3196E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439" name="Google Shape;439;p5"/>
            <p:cNvSpPr/>
            <p:nvPr/>
          </p:nvSpPr>
          <p:spPr>
            <a:xfrm>
              <a:off x="6383900" y="1431100"/>
              <a:ext cx="389800" cy="376350"/>
            </a:xfrm>
            <a:custGeom>
              <a:rect b="b" l="l" r="r" t="t"/>
              <a:pathLst>
                <a:path extrusionOk="0" h="15054" w="15592">
                  <a:moveTo>
                    <a:pt x="0" y="0"/>
                  </a:moveTo>
                  <a:lnTo>
                    <a:pt x="15188" y="15054"/>
                  </a:lnTo>
                  <a:lnTo>
                    <a:pt x="15591" y="14785"/>
                  </a:lnTo>
                  <a:lnTo>
                    <a:pt x="10215" y="5645"/>
                  </a:lnTo>
                  <a:lnTo>
                    <a:pt x="4704" y="0"/>
                  </a:lnTo>
                  <a:close/>
                </a:path>
              </a:pathLst>
            </a:custGeom>
            <a:solidFill>
              <a:srgbClr val="3295E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440" name="Google Shape;440;p5"/>
            <p:cNvSpPr/>
            <p:nvPr/>
          </p:nvSpPr>
          <p:spPr>
            <a:xfrm>
              <a:off x="6481325" y="1431100"/>
              <a:ext cx="157950" cy="147850"/>
            </a:xfrm>
            <a:custGeom>
              <a:rect b="b" l="l" r="r" t="t"/>
              <a:pathLst>
                <a:path extrusionOk="0" h="5914" w="6318">
                  <a:moveTo>
                    <a:pt x="1" y="0"/>
                  </a:moveTo>
                  <a:lnTo>
                    <a:pt x="5915" y="5914"/>
                  </a:lnTo>
                  <a:lnTo>
                    <a:pt x="6318" y="5645"/>
                  </a:lnTo>
                  <a:lnTo>
                    <a:pt x="3092" y="0"/>
                  </a:lnTo>
                  <a:close/>
                </a:path>
              </a:pathLst>
            </a:custGeom>
            <a:solidFill>
              <a:srgbClr val="3393E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grpSp>
      <p:sp>
        <p:nvSpPr>
          <p:cNvPr id="441" name="Google Shape;441;p5"/>
          <p:cNvSpPr/>
          <p:nvPr/>
        </p:nvSpPr>
        <p:spPr>
          <a:xfrm flipH="1" rot="10800000">
            <a:off x="-123826" y="1058975"/>
            <a:ext cx="819900" cy="710100"/>
          </a:xfrm>
          <a:prstGeom prst="hexagon">
            <a:avLst>
              <a:gd fmla="val 28678" name="adj"/>
              <a:gd fmla="val 115470" name="vf"/>
            </a:avLst>
          </a:prstGeom>
          <a:noFill/>
          <a:ln cap="flat" cmpd="sng" w="9525">
            <a:solidFill>
              <a:srgbClr val="19BBD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442" name="Google Shape;442;p5"/>
          <p:cNvSpPr/>
          <p:nvPr/>
        </p:nvSpPr>
        <p:spPr>
          <a:xfrm flipH="1" rot="10800000">
            <a:off x="638175" y="1440100"/>
            <a:ext cx="428700" cy="371100"/>
          </a:xfrm>
          <a:prstGeom prst="hexagon">
            <a:avLst>
              <a:gd fmla="val 28678" name="adj"/>
              <a:gd fmla="val 115470" name="vf"/>
            </a:avLst>
          </a:prstGeom>
          <a:solidFill>
            <a:srgbClr val="184769"/>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443" name="Google Shape;443;p5"/>
          <p:cNvSpPr/>
          <p:nvPr/>
        </p:nvSpPr>
        <p:spPr>
          <a:xfrm flipH="1" rot="10800000">
            <a:off x="1495424" y="-131650"/>
            <a:ext cx="819900" cy="710100"/>
          </a:xfrm>
          <a:prstGeom prst="hexagon">
            <a:avLst>
              <a:gd fmla="val 28678" name="adj"/>
              <a:gd fmla="val 115470" name="vf"/>
            </a:avLst>
          </a:prstGeom>
          <a:noFill/>
          <a:ln cap="flat" cmpd="sng" w="76200">
            <a:solidFill>
              <a:srgbClr val="184769"/>
            </a:solidFill>
            <a:prstDash val="solid"/>
            <a:miter lim="80"/>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444" name="Google Shape;444;p5"/>
          <p:cNvSpPr/>
          <p:nvPr/>
        </p:nvSpPr>
        <p:spPr>
          <a:xfrm flipH="1" rot="10800000">
            <a:off x="327800" y="88925"/>
            <a:ext cx="358800" cy="310500"/>
          </a:xfrm>
          <a:prstGeom prst="hexagon">
            <a:avLst>
              <a:gd fmla="val 28678" name="adj"/>
              <a:gd fmla="val 115470" name="vf"/>
            </a:avLst>
          </a:prstGeom>
          <a:solidFill>
            <a:srgbClr val="00E1C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grpSp>
        <p:nvGrpSpPr>
          <p:cNvPr id="445" name="Google Shape;445;p5"/>
          <p:cNvGrpSpPr/>
          <p:nvPr/>
        </p:nvGrpSpPr>
        <p:grpSpPr>
          <a:xfrm>
            <a:off x="1729784" y="61068"/>
            <a:ext cx="351204" cy="324661"/>
            <a:chOff x="5975075" y="2327500"/>
            <a:chExt cx="420100" cy="388350"/>
          </a:xfrm>
        </p:grpSpPr>
        <p:sp>
          <p:nvSpPr>
            <p:cNvPr id="446" name="Google Shape;446;p5"/>
            <p:cNvSpPr/>
            <p:nvPr/>
          </p:nvSpPr>
          <p:spPr>
            <a:xfrm>
              <a:off x="5975075" y="2474650"/>
              <a:ext cx="98325" cy="220450"/>
            </a:xfrm>
            <a:custGeom>
              <a:rect b="b" l="l" r="r" t="t"/>
              <a:pathLst>
                <a:path extrusionOk="0" h="8818" w="3933">
                  <a:moveTo>
                    <a:pt x="2418" y="1002"/>
                  </a:moveTo>
                  <a:lnTo>
                    <a:pt x="2565" y="1027"/>
                  </a:lnTo>
                  <a:lnTo>
                    <a:pt x="2687" y="1075"/>
                  </a:lnTo>
                  <a:lnTo>
                    <a:pt x="2809" y="1124"/>
                  </a:lnTo>
                  <a:lnTo>
                    <a:pt x="2907" y="1222"/>
                  </a:lnTo>
                  <a:lnTo>
                    <a:pt x="3005" y="1320"/>
                  </a:lnTo>
                  <a:lnTo>
                    <a:pt x="3078" y="1442"/>
                  </a:lnTo>
                  <a:lnTo>
                    <a:pt x="3102" y="1564"/>
                  </a:lnTo>
                  <a:lnTo>
                    <a:pt x="3127" y="1710"/>
                  </a:lnTo>
                  <a:lnTo>
                    <a:pt x="3102" y="1857"/>
                  </a:lnTo>
                  <a:lnTo>
                    <a:pt x="3078" y="1979"/>
                  </a:lnTo>
                  <a:lnTo>
                    <a:pt x="3005" y="2101"/>
                  </a:lnTo>
                  <a:lnTo>
                    <a:pt x="2907" y="2223"/>
                  </a:lnTo>
                  <a:lnTo>
                    <a:pt x="2809" y="2297"/>
                  </a:lnTo>
                  <a:lnTo>
                    <a:pt x="2687" y="2370"/>
                  </a:lnTo>
                  <a:lnTo>
                    <a:pt x="2565" y="2394"/>
                  </a:lnTo>
                  <a:lnTo>
                    <a:pt x="2418" y="2419"/>
                  </a:lnTo>
                  <a:lnTo>
                    <a:pt x="2272" y="2394"/>
                  </a:lnTo>
                  <a:lnTo>
                    <a:pt x="2150" y="2370"/>
                  </a:lnTo>
                  <a:lnTo>
                    <a:pt x="2028" y="2297"/>
                  </a:lnTo>
                  <a:lnTo>
                    <a:pt x="1930" y="2223"/>
                  </a:lnTo>
                  <a:lnTo>
                    <a:pt x="1832" y="2101"/>
                  </a:lnTo>
                  <a:lnTo>
                    <a:pt x="1759" y="1979"/>
                  </a:lnTo>
                  <a:lnTo>
                    <a:pt x="1735" y="1857"/>
                  </a:lnTo>
                  <a:lnTo>
                    <a:pt x="1710" y="1710"/>
                  </a:lnTo>
                  <a:lnTo>
                    <a:pt x="1735" y="1564"/>
                  </a:lnTo>
                  <a:lnTo>
                    <a:pt x="1759" y="1442"/>
                  </a:lnTo>
                  <a:lnTo>
                    <a:pt x="1832" y="1320"/>
                  </a:lnTo>
                  <a:lnTo>
                    <a:pt x="1930" y="1222"/>
                  </a:lnTo>
                  <a:lnTo>
                    <a:pt x="2028" y="1124"/>
                  </a:lnTo>
                  <a:lnTo>
                    <a:pt x="2150" y="1075"/>
                  </a:lnTo>
                  <a:lnTo>
                    <a:pt x="2272" y="1027"/>
                  </a:lnTo>
                  <a:lnTo>
                    <a:pt x="2418" y="1002"/>
                  </a:lnTo>
                  <a:close/>
                  <a:moveTo>
                    <a:pt x="1" y="1"/>
                  </a:moveTo>
                  <a:lnTo>
                    <a:pt x="1" y="8817"/>
                  </a:lnTo>
                  <a:lnTo>
                    <a:pt x="3933" y="8817"/>
                  </a:lnTo>
                  <a:lnTo>
                    <a:pt x="3933" y="1"/>
                  </a:lnTo>
                  <a:close/>
                </a:path>
              </a:pathLst>
            </a:custGeom>
            <a:solidFill>
              <a:srgbClr val="184769"/>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447" name="Google Shape;447;p5"/>
            <p:cNvSpPr/>
            <p:nvPr/>
          </p:nvSpPr>
          <p:spPr>
            <a:xfrm>
              <a:off x="6088025" y="2327500"/>
              <a:ext cx="307150" cy="388350"/>
            </a:xfrm>
            <a:custGeom>
              <a:rect b="b" l="l" r="r" t="t"/>
              <a:pathLst>
                <a:path extrusionOk="0" h="15534" w="12286">
                  <a:moveTo>
                    <a:pt x="6326" y="1"/>
                  </a:moveTo>
                  <a:lnTo>
                    <a:pt x="5960" y="25"/>
                  </a:lnTo>
                  <a:lnTo>
                    <a:pt x="5716" y="74"/>
                  </a:lnTo>
                  <a:lnTo>
                    <a:pt x="5520" y="147"/>
                  </a:lnTo>
                  <a:lnTo>
                    <a:pt x="5374" y="221"/>
                  </a:lnTo>
                  <a:lnTo>
                    <a:pt x="4983" y="1466"/>
                  </a:lnTo>
                  <a:lnTo>
                    <a:pt x="4788" y="2028"/>
                  </a:lnTo>
                  <a:lnTo>
                    <a:pt x="4592" y="2541"/>
                  </a:lnTo>
                  <a:lnTo>
                    <a:pt x="4397" y="3005"/>
                  </a:lnTo>
                  <a:lnTo>
                    <a:pt x="4202" y="3396"/>
                  </a:lnTo>
                  <a:lnTo>
                    <a:pt x="4031" y="3689"/>
                  </a:lnTo>
                  <a:lnTo>
                    <a:pt x="3884" y="3933"/>
                  </a:lnTo>
                  <a:lnTo>
                    <a:pt x="3664" y="4153"/>
                  </a:lnTo>
                  <a:lnTo>
                    <a:pt x="3322" y="4495"/>
                  </a:lnTo>
                  <a:lnTo>
                    <a:pt x="2516" y="5252"/>
                  </a:lnTo>
                  <a:lnTo>
                    <a:pt x="1442" y="6229"/>
                  </a:lnTo>
                  <a:lnTo>
                    <a:pt x="1" y="6229"/>
                  </a:lnTo>
                  <a:lnTo>
                    <a:pt x="1" y="13433"/>
                  </a:lnTo>
                  <a:lnTo>
                    <a:pt x="1515" y="13433"/>
                  </a:lnTo>
                  <a:lnTo>
                    <a:pt x="2004" y="13678"/>
                  </a:lnTo>
                  <a:lnTo>
                    <a:pt x="2687" y="13971"/>
                  </a:lnTo>
                  <a:lnTo>
                    <a:pt x="3567" y="14313"/>
                  </a:lnTo>
                  <a:lnTo>
                    <a:pt x="4544" y="14679"/>
                  </a:lnTo>
                  <a:lnTo>
                    <a:pt x="5594" y="14997"/>
                  </a:lnTo>
                  <a:lnTo>
                    <a:pt x="6131" y="15143"/>
                  </a:lnTo>
                  <a:lnTo>
                    <a:pt x="6668" y="15265"/>
                  </a:lnTo>
                  <a:lnTo>
                    <a:pt x="7181" y="15387"/>
                  </a:lnTo>
                  <a:lnTo>
                    <a:pt x="7694" y="15461"/>
                  </a:lnTo>
                  <a:lnTo>
                    <a:pt x="8158" y="15509"/>
                  </a:lnTo>
                  <a:lnTo>
                    <a:pt x="8622" y="15534"/>
                  </a:lnTo>
                  <a:lnTo>
                    <a:pt x="9404" y="15534"/>
                  </a:lnTo>
                  <a:lnTo>
                    <a:pt x="9819" y="15509"/>
                  </a:lnTo>
                  <a:lnTo>
                    <a:pt x="10210" y="15461"/>
                  </a:lnTo>
                  <a:lnTo>
                    <a:pt x="10552" y="15363"/>
                  </a:lnTo>
                  <a:lnTo>
                    <a:pt x="10723" y="15314"/>
                  </a:lnTo>
                  <a:lnTo>
                    <a:pt x="10845" y="15265"/>
                  </a:lnTo>
                  <a:lnTo>
                    <a:pt x="10967" y="15192"/>
                  </a:lnTo>
                  <a:lnTo>
                    <a:pt x="11064" y="15094"/>
                  </a:lnTo>
                  <a:lnTo>
                    <a:pt x="11113" y="14997"/>
                  </a:lnTo>
                  <a:lnTo>
                    <a:pt x="11162" y="14874"/>
                  </a:lnTo>
                  <a:lnTo>
                    <a:pt x="11235" y="14166"/>
                  </a:lnTo>
                  <a:lnTo>
                    <a:pt x="11211" y="13995"/>
                  </a:lnTo>
                  <a:lnTo>
                    <a:pt x="11162" y="13849"/>
                  </a:lnTo>
                  <a:lnTo>
                    <a:pt x="11064" y="13702"/>
                  </a:lnTo>
                  <a:lnTo>
                    <a:pt x="10918" y="13580"/>
                  </a:lnTo>
                  <a:lnTo>
                    <a:pt x="11040" y="13556"/>
                  </a:lnTo>
                  <a:lnTo>
                    <a:pt x="11162" y="13507"/>
                  </a:lnTo>
                  <a:lnTo>
                    <a:pt x="11284" y="13458"/>
                  </a:lnTo>
                  <a:lnTo>
                    <a:pt x="11382" y="13360"/>
                  </a:lnTo>
                  <a:lnTo>
                    <a:pt x="11455" y="13263"/>
                  </a:lnTo>
                  <a:lnTo>
                    <a:pt x="11528" y="13140"/>
                  </a:lnTo>
                  <a:lnTo>
                    <a:pt x="11577" y="12994"/>
                  </a:lnTo>
                  <a:lnTo>
                    <a:pt x="11602" y="12872"/>
                  </a:lnTo>
                  <a:lnTo>
                    <a:pt x="11675" y="11993"/>
                  </a:lnTo>
                  <a:lnTo>
                    <a:pt x="11675" y="11870"/>
                  </a:lnTo>
                  <a:lnTo>
                    <a:pt x="11675" y="11773"/>
                  </a:lnTo>
                  <a:lnTo>
                    <a:pt x="11651" y="11651"/>
                  </a:lnTo>
                  <a:lnTo>
                    <a:pt x="11602" y="11553"/>
                  </a:lnTo>
                  <a:lnTo>
                    <a:pt x="11480" y="11382"/>
                  </a:lnTo>
                  <a:lnTo>
                    <a:pt x="11406" y="11309"/>
                  </a:lnTo>
                  <a:lnTo>
                    <a:pt x="11333" y="11235"/>
                  </a:lnTo>
                  <a:lnTo>
                    <a:pt x="11455" y="11211"/>
                  </a:lnTo>
                  <a:lnTo>
                    <a:pt x="11553" y="11162"/>
                  </a:lnTo>
                  <a:lnTo>
                    <a:pt x="11651" y="11089"/>
                  </a:lnTo>
                  <a:lnTo>
                    <a:pt x="11748" y="10991"/>
                  </a:lnTo>
                  <a:lnTo>
                    <a:pt x="11822" y="10893"/>
                  </a:lnTo>
                  <a:lnTo>
                    <a:pt x="11870" y="10796"/>
                  </a:lnTo>
                  <a:lnTo>
                    <a:pt x="11919" y="10674"/>
                  </a:lnTo>
                  <a:lnTo>
                    <a:pt x="11944" y="10527"/>
                  </a:lnTo>
                  <a:lnTo>
                    <a:pt x="12017" y="9672"/>
                  </a:lnTo>
                  <a:lnTo>
                    <a:pt x="12017" y="9550"/>
                  </a:lnTo>
                  <a:lnTo>
                    <a:pt x="12017" y="9428"/>
                  </a:lnTo>
                  <a:lnTo>
                    <a:pt x="11993" y="9306"/>
                  </a:lnTo>
                  <a:lnTo>
                    <a:pt x="11944" y="9208"/>
                  </a:lnTo>
                  <a:lnTo>
                    <a:pt x="11895" y="9111"/>
                  </a:lnTo>
                  <a:lnTo>
                    <a:pt x="11822" y="9037"/>
                  </a:lnTo>
                  <a:lnTo>
                    <a:pt x="11748" y="8964"/>
                  </a:lnTo>
                  <a:lnTo>
                    <a:pt x="11651" y="8891"/>
                  </a:lnTo>
                  <a:lnTo>
                    <a:pt x="11748" y="8866"/>
                  </a:lnTo>
                  <a:lnTo>
                    <a:pt x="11846" y="8793"/>
                  </a:lnTo>
                  <a:lnTo>
                    <a:pt x="11944" y="8720"/>
                  </a:lnTo>
                  <a:lnTo>
                    <a:pt x="12017" y="8647"/>
                  </a:lnTo>
                  <a:lnTo>
                    <a:pt x="12090" y="8549"/>
                  </a:lnTo>
                  <a:lnTo>
                    <a:pt x="12139" y="8451"/>
                  </a:lnTo>
                  <a:lnTo>
                    <a:pt x="12163" y="8329"/>
                  </a:lnTo>
                  <a:lnTo>
                    <a:pt x="12188" y="8207"/>
                  </a:lnTo>
                  <a:lnTo>
                    <a:pt x="12286" y="7328"/>
                  </a:lnTo>
                  <a:lnTo>
                    <a:pt x="12261" y="7206"/>
                  </a:lnTo>
                  <a:lnTo>
                    <a:pt x="12237" y="7083"/>
                  </a:lnTo>
                  <a:lnTo>
                    <a:pt x="12188" y="6986"/>
                  </a:lnTo>
                  <a:lnTo>
                    <a:pt x="12139" y="6888"/>
                  </a:lnTo>
                  <a:lnTo>
                    <a:pt x="12066" y="6790"/>
                  </a:lnTo>
                  <a:lnTo>
                    <a:pt x="11968" y="6717"/>
                  </a:lnTo>
                  <a:lnTo>
                    <a:pt x="11748" y="6571"/>
                  </a:lnTo>
                  <a:lnTo>
                    <a:pt x="11504" y="6448"/>
                  </a:lnTo>
                  <a:lnTo>
                    <a:pt x="11211" y="6351"/>
                  </a:lnTo>
                  <a:lnTo>
                    <a:pt x="10893" y="6278"/>
                  </a:lnTo>
                  <a:lnTo>
                    <a:pt x="10576" y="6229"/>
                  </a:lnTo>
                  <a:lnTo>
                    <a:pt x="9892" y="6131"/>
                  </a:lnTo>
                  <a:lnTo>
                    <a:pt x="8842" y="6033"/>
                  </a:lnTo>
                  <a:lnTo>
                    <a:pt x="7596" y="5960"/>
                  </a:lnTo>
                  <a:lnTo>
                    <a:pt x="6326" y="5887"/>
                  </a:lnTo>
                  <a:lnTo>
                    <a:pt x="6497" y="5594"/>
                  </a:lnTo>
                  <a:lnTo>
                    <a:pt x="6644" y="5252"/>
                  </a:lnTo>
                  <a:lnTo>
                    <a:pt x="6790" y="4885"/>
                  </a:lnTo>
                  <a:lnTo>
                    <a:pt x="6888" y="4495"/>
                  </a:lnTo>
                  <a:lnTo>
                    <a:pt x="6986" y="4104"/>
                  </a:lnTo>
                  <a:lnTo>
                    <a:pt x="7083" y="3689"/>
                  </a:lnTo>
                  <a:lnTo>
                    <a:pt x="7181" y="2883"/>
                  </a:lnTo>
                  <a:lnTo>
                    <a:pt x="7254" y="2150"/>
                  </a:lnTo>
                  <a:lnTo>
                    <a:pt x="7303" y="1539"/>
                  </a:lnTo>
                  <a:lnTo>
                    <a:pt x="7303" y="978"/>
                  </a:lnTo>
                  <a:lnTo>
                    <a:pt x="7303" y="807"/>
                  </a:lnTo>
                  <a:lnTo>
                    <a:pt x="7230" y="611"/>
                  </a:lnTo>
                  <a:lnTo>
                    <a:pt x="7157" y="465"/>
                  </a:lnTo>
                  <a:lnTo>
                    <a:pt x="7035" y="318"/>
                  </a:lnTo>
                  <a:lnTo>
                    <a:pt x="6888" y="172"/>
                  </a:lnTo>
                  <a:lnTo>
                    <a:pt x="6717" y="98"/>
                  </a:lnTo>
                  <a:lnTo>
                    <a:pt x="6522" y="25"/>
                  </a:lnTo>
                  <a:lnTo>
                    <a:pt x="6326" y="1"/>
                  </a:lnTo>
                  <a:close/>
                </a:path>
              </a:pathLst>
            </a:custGeom>
            <a:solidFill>
              <a:srgbClr val="184769"/>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grpSp>
      <p:sp>
        <p:nvSpPr>
          <p:cNvPr id="448" name="Google Shape;448;p5"/>
          <p:cNvSpPr/>
          <p:nvPr/>
        </p:nvSpPr>
        <p:spPr>
          <a:xfrm>
            <a:off x="203100" y="1270177"/>
            <a:ext cx="166061" cy="287704"/>
          </a:xfrm>
          <a:custGeom>
            <a:rect b="b" l="l" r="r" t="t"/>
            <a:pathLst>
              <a:path extrusionOk="0" h="20565" w="11870">
                <a:moveTo>
                  <a:pt x="6301" y="977"/>
                </a:moveTo>
                <a:lnTo>
                  <a:pt x="6423" y="1002"/>
                </a:lnTo>
                <a:lnTo>
                  <a:pt x="6497" y="1075"/>
                </a:lnTo>
                <a:lnTo>
                  <a:pt x="6570" y="1148"/>
                </a:lnTo>
                <a:lnTo>
                  <a:pt x="6594" y="1270"/>
                </a:lnTo>
                <a:lnTo>
                  <a:pt x="6570" y="1368"/>
                </a:lnTo>
                <a:lnTo>
                  <a:pt x="6497" y="1466"/>
                </a:lnTo>
                <a:lnTo>
                  <a:pt x="6423" y="1515"/>
                </a:lnTo>
                <a:lnTo>
                  <a:pt x="6301" y="1539"/>
                </a:lnTo>
                <a:lnTo>
                  <a:pt x="5569" y="1539"/>
                </a:lnTo>
                <a:lnTo>
                  <a:pt x="5446" y="1515"/>
                </a:lnTo>
                <a:lnTo>
                  <a:pt x="5373" y="1466"/>
                </a:lnTo>
                <a:lnTo>
                  <a:pt x="5300" y="1368"/>
                </a:lnTo>
                <a:lnTo>
                  <a:pt x="5276" y="1270"/>
                </a:lnTo>
                <a:lnTo>
                  <a:pt x="5300" y="1148"/>
                </a:lnTo>
                <a:lnTo>
                  <a:pt x="5373" y="1075"/>
                </a:lnTo>
                <a:lnTo>
                  <a:pt x="5446" y="1002"/>
                </a:lnTo>
                <a:lnTo>
                  <a:pt x="5569" y="977"/>
                </a:lnTo>
                <a:close/>
                <a:moveTo>
                  <a:pt x="10575" y="2565"/>
                </a:moveTo>
                <a:lnTo>
                  <a:pt x="10575" y="16706"/>
                </a:lnTo>
                <a:lnTo>
                  <a:pt x="1295" y="16706"/>
                </a:lnTo>
                <a:lnTo>
                  <a:pt x="1295" y="2565"/>
                </a:lnTo>
                <a:close/>
                <a:moveTo>
                  <a:pt x="5935" y="17780"/>
                </a:moveTo>
                <a:lnTo>
                  <a:pt x="6106" y="17805"/>
                </a:lnTo>
                <a:lnTo>
                  <a:pt x="6277" y="17854"/>
                </a:lnTo>
                <a:lnTo>
                  <a:pt x="6423" y="17927"/>
                </a:lnTo>
                <a:lnTo>
                  <a:pt x="6545" y="18025"/>
                </a:lnTo>
                <a:lnTo>
                  <a:pt x="6643" y="18147"/>
                </a:lnTo>
                <a:lnTo>
                  <a:pt x="6716" y="18293"/>
                </a:lnTo>
                <a:lnTo>
                  <a:pt x="6765" y="18464"/>
                </a:lnTo>
                <a:lnTo>
                  <a:pt x="6790" y="18635"/>
                </a:lnTo>
                <a:lnTo>
                  <a:pt x="6765" y="18806"/>
                </a:lnTo>
                <a:lnTo>
                  <a:pt x="6716" y="18977"/>
                </a:lnTo>
                <a:lnTo>
                  <a:pt x="6643" y="19124"/>
                </a:lnTo>
                <a:lnTo>
                  <a:pt x="6545" y="19246"/>
                </a:lnTo>
                <a:lnTo>
                  <a:pt x="6423" y="19343"/>
                </a:lnTo>
                <a:lnTo>
                  <a:pt x="6277" y="19417"/>
                </a:lnTo>
                <a:lnTo>
                  <a:pt x="6106" y="19465"/>
                </a:lnTo>
                <a:lnTo>
                  <a:pt x="5935" y="19490"/>
                </a:lnTo>
                <a:lnTo>
                  <a:pt x="5764" y="19465"/>
                </a:lnTo>
                <a:lnTo>
                  <a:pt x="5593" y="19417"/>
                </a:lnTo>
                <a:lnTo>
                  <a:pt x="5446" y="19343"/>
                </a:lnTo>
                <a:lnTo>
                  <a:pt x="5324" y="19246"/>
                </a:lnTo>
                <a:lnTo>
                  <a:pt x="5227" y="19124"/>
                </a:lnTo>
                <a:lnTo>
                  <a:pt x="5153" y="18977"/>
                </a:lnTo>
                <a:lnTo>
                  <a:pt x="5105" y="18806"/>
                </a:lnTo>
                <a:lnTo>
                  <a:pt x="5080" y="18635"/>
                </a:lnTo>
                <a:lnTo>
                  <a:pt x="5105" y="18464"/>
                </a:lnTo>
                <a:lnTo>
                  <a:pt x="5153" y="18293"/>
                </a:lnTo>
                <a:lnTo>
                  <a:pt x="5227" y="18147"/>
                </a:lnTo>
                <a:lnTo>
                  <a:pt x="5324" y="18025"/>
                </a:lnTo>
                <a:lnTo>
                  <a:pt x="5446" y="17927"/>
                </a:lnTo>
                <a:lnTo>
                  <a:pt x="5593" y="17854"/>
                </a:lnTo>
                <a:lnTo>
                  <a:pt x="5764" y="17805"/>
                </a:lnTo>
                <a:lnTo>
                  <a:pt x="5935" y="17780"/>
                </a:lnTo>
                <a:close/>
                <a:moveTo>
                  <a:pt x="1295" y="0"/>
                </a:moveTo>
                <a:lnTo>
                  <a:pt x="1026" y="25"/>
                </a:lnTo>
                <a:lnTo>
                  <a:pt x="782" y="98"/>
                </a:lnTo>
                <a:lnTo>
                  <a:pt x="562" y="220"/>
                </a:lnTo>
                <a:lnTo>
                  <a:pt x="366" y="367"/>
                </a:lnTo>
                <a:lnTo>
                  <a:pt x="220" y="562"/>
                </a:lnTo>
                <a:lnTo>
                  <a:pt x="98" y="782"/>
                </a:lnTo>
                <a:lnTo>
                  <a:pt x="25" y="1026"/>
                </a:lnTo>
                <a:lnTo>
                  <a:pt x="0" y="1295"/>
                </a:lnTo>
                <a:lnTo>
                  <a:pt x="0" y="19270"/>
                </a:lnTo>
                <a:lnTo>
                  <a:pt x="25" y="19539"/>
                </a:lnTo>
                <a:lnTo>
                  <a:pt x="98" y="19783"/>
                </a:lnTo>
                <a:lnTo>
                  <a:pt x="220" y="20003"/>
                </a:lnTo>
                <a:lnTo>
                  <a:pt x="366" y="20198"/>
                </a:lnTo>
                <a:lnTo>
                  <a:pt x="562" y="20345"/>
                </a:lnTo>
                <a:lnTo>
                  <a:pt x="782" y="20467"/>
                </a:lnTo>
                <a:lnTo>
                  <a:pt x="1026" y="20540"/>
                </a:lnTo>
                <a:lnTo>
                  <a:pt x="1295" y="20565"/>
                </a:lnTo>
                <a:lnTo>
                  <a:pt x="10575" y="20565"/>
                </a:lnTo>
                <a:lnTo>
                  <a:pt x="10844" y="20540"/>
                </a:lnTo>
                <a:lnTo>
                  <a:pt x="11088" y="20467"/>
                </a:lnTo>
                <a:lnTo>
                  <a:pt x="11308" y="20345"/>
                </a:lnTo>
                <a:lnTo>
                  <a:pt x="11503" y="20198"/>
                </a:lnTo>
                <a:lnTo>
                  <a:pt x="11650" y="20003"/>
                </a:lnTo>
                <a:lnTo>
                  <a:pt x="11772" y="19783"/>
                </a:lnTo>
                <a:lnTo>
                  <a:pt x="11845" y="19539"/>
                </a:lnTo>
                <a:lnTo>
                  <a:pt x="11870" y="19270"/>
                </a:lnTo>
                <a:lnTo>
                  <a:pt x="11870" y="1295"/>
                </a:lnTo>
                <a:lnTo>
                  <a:pt x="11845" y="1026"/>
                </a:lnTo>
                <a:lnTo>
                  <a:pt x="11772" y="782"/>
                </a:lnTo>
                <a:lnTo>
                  <a:pt x="11650" y="562"/>
                </a:lnTo>
                <a:lnTo>
                  <a:pt x="11503" y="367"/>
                </a:lnTo>
                <a:lnTo>
                  <a:pt x="11308" y="220"/>
                </a:lnTo>
                <a:lnTo>
                  <a:pt x="11088" y="98"/>
                </a:lnTo>
                <a:lnTo>
                  <a:pt x="10844" y="25"/>
                </a:lnTo>
                <a:lnTo>
                  <a:pt x="10575" y="0"/>
                </a:lnTo>
                <a:close/>
              </a:path>
            </a:pathLst>
          </a:custGeom>
          <a:solidFill>
            <a:srgbClr val="19BBD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grpSp>
        <p:nvGrpSpPr>
          <p:cNvPr id="449" name="Google Shape;449;p5"/>
          <p:cNvGrpSpPr/>
          <p:nvPr/>
        </p:nvGrpSpPr>
        <p:grpSpPr>
          <a:xfrm>
            <a:off x="904276" y="515192"/>
            <a:ext cx="382958" cy="607111"/>
            <a:chOff x="6718575" y="2318625"/>
            <a:chExt cx="256950" cy="407375"/>
          </a:xfrm>
        </p:grpSpPr>
        <p:sp>
          <p:nvSpPr>
            <p:cNvPr id="450" name="Google Shape;450;p5"/>
            <p:cNvSpPr/>
            <p:nvPr/>
          </p:nvSpPr>
          <p:spPr>
            <a:xfrm>
              <a:off x="6795900" y="2673600"/>
              <a:ext cx="102300" cy="22550"/>
            </a:xfrm>
            <a:custGeom>
              <a:rect b="b" l="l" r="r" t="t"/>
              <a:pathLst>
                <a:path extrusionOk="0" fill="none" h="902" w="4092">
                  <a:moveTo>
                    <a:pt x="4092" y="902"/>
                  </a:moveTo>
                  <a:lnTo>
                    <a:pt x="4092" y="1"/>
                  </a:lnTo>
                  <a:lnTo>
                    <a:pt x="0" y="1"/>
                  </a:lnTo>
                  <a:lnTo>
                    <a:pt x="0" y="902"/>
                  </a:lnTo>
                  <a:lnTo>
                    <a:pt x="4092" y="902"/>
                  </a:lnTo>
                  <a:close/>
                </a:path>
              </a:pathLst>
            </a:custGeom>
            <a:noFill/>
            <a:ln cap="rnd" cmpd="sng" w="1217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451" name="Google Shape;451;p5"/>
            <p:cNvSpPr/>
            <p:nvPr/>
          </p:nvSpPr>
          <p:spPr>
            <a:xfrm>
              <a:off x="6795900" y="2650475"/>
              <a:ext cx="102300" cy="22550"/>
            </a:xfrm>
            <a:custGeom>
              <a:rect b="b" l="l" r="r" t="t"/>
              <a:pathLst>
                <a:path extrusionOk="0" fill="none" h="902" w="4092">
                  <a:moveTo>
                    <a:pt x="4092" y="901"/>
                  </a:moveTo>
                  <a:lnTo>
                    <a:pt x="4092" y="0"/>
                  </a:lnTo>
                  <a:lnTo>
                    <a:pt x="0" y="0"/>
                  </a:lnTo>
                  <a:lnTo>
                    <a:pt x="0" y="901"/>
                  </a:lnTo>
                  <a:lnTo>
                    <a:pt x="4092" y="901"/>
                  </a:lnTo>
                  <a:close/>
                </a:path>
              </a:pathLst>
            </a:custGeom>
            <a:noFill/>
            <a:ln cap="rnd" cmpd="sng" w="1217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452" name="Google Shape;452;p5"/>
            <p:cNvSpPr/>
            <p:nvPr/>
          </p:nvSpPr>
          <p:spPr>
            <a:xfrm>
              <a:off x="6795900" y="2696125"/>
              <a:ext cx="102300" cy="29875"/>
            </a:xfrm>
            <a:custGeom>
              <a:rect b="b" l="l" r="r" t="t"/>
              <a:pathLst>
                <a:path extrusionOk="0" fill="none" h="1195" w="4092">
                  <a:moveTo>
                    <a:pt x="0" y="1"/>
                  </a:moveTo>
                  <a:lnTo>
                    <a:pt x="0" y="171"/>
                  </a:lnTo>
                  <a:lnTo>
                    <a:pt x="0" y="171"/>
                  </a:lnTo>
                  <a:lnTo>
                    <a:pt x="24" y="318"/>
                  </a:lnTo>
                  <a:lnTo>
                    <a:pt x="98" y="464"/>
                  </a:lnTo>
                  <a:lnTo>
                    <a:pt x="195" y="585"/>
                  </a:lnTo>
                  <a:lnTo>
                    <a:pt x="341" y="659"/>
                  </a:lnTo>
                  <a:lnTo>
                    <a:pt x="1875" y="1170"/>
                  </a:lnTo>
                  <a:lnTo>
                    <a:pt x="1875" y="1170"/>
                  </a:lnTo>
                  <a:lnTo>
                    <a:pt x="2046" y="1194"/>
                  </a:lnTo>
                  <a:lnTo>
                    <a:pt x="2046" y="1194"/>
                  </a:lnTo>
                  <a:lnTo>
                    <a:pt x="2216" y="1170"/>
                  </a:lnTo>
                  <a:lnTo>
                    <a:pt x="3751" y="659"/>
                  </a:lnTo>
                  <a:lnTo>
                    <a:pt x="3751" y="659"/>
                  </a:lnTo>
                  <a:lnTo>
                    <a:pt x="3897" y="585"/>
                  </a:lnTo>
                  <a:lnTo>
                    <a:pt x="3994" y="464"/>
                  </a:lnTo>
                  <a:lnTo>
                    <a:pt x="4067" y="318"/>
                  </a:lnTo>
                  <a:lnTo>
                    <a:pt x="4092" y="171"/>
                  </a:lnTo>
                  <a:lnTo>
                    <a:pt x="4092" y="1"/>
                  </a:lnTo>
                  <a:lnTo>
                    <a:pt x="0" y="1"/>
                  </a:lnTo>
                  <a:close/>
                </a:path>
              </a:pathLst>
            </a:custGeom>
            <a:noFill/>
            <a:ln cap="rnd" cmpd="sng" w="1217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453" name="Google Shape;453;p5"/>
            <p:cNvSpPr/>
            <p:nvPr/>
          </p:nvSpPr>
          <p:spPr>
            <a:xfrm>
              <a:off x="6784925" y="2459275"/>
              <a:ext cx="35350" cy="166875"/>
            </a:xfrm>
            <a:custGeom>
              <a:rect b="b" l="l" r="r" t="t"/>
              <a:pathLst>
                <a:path extrusionOk="0" fill="none" h="6675" w="1414">
                  <a:moveTo>
                    <a:pt x="1413" y="6674"/>
                  </a:moveTo>
                  <a:lnTo>
                    <a:pt x="1413" y="6674"/>
                  </a:lnTo>
                  <a:lnTo>
                    <a:pt x="585" y="2850"/>
                  </a:lnTo>
                  <a:lnTo>
                    <a:pt x="1" y="1"/>
                  </a:lnTo>
                </a:path>
              </a:pathLst>
            </a:custGeom>
            <a:noFill/>
            <a:ln cap="rnd" cmpd="sng" w="1217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454" name="Google Shape;454;p5"/>
            <p:cNvSpPr/>
            <p:nvPr/>
          </p:nvSpPr>
          <p:spPr>
            <a:xfrm>
              <a:off x="6718575" y="2318625"/>
              <a:ext cx="256950" cy="307525"/>
            </a:xfrm>
            <a:custGeom>
              <a:rect b="b" l="l" r="r" t="t"/>
              <a:pathLst>
                <a:path extrusionOk="0" fill="none" h="12301" w="10278">
                  <a:moveTo>
                    <a:pt x="7185" y="12300"/>
                  </a:moveTo>
                  <a:lnTo>
                    <a:pt x="7185" y="12300"/>
                  </a:lnTo>
                  <a:lnTo>
                    <a:pt x="7307" y="11764"/>
                  </a:lnTo>
                  <a:lnTo>
                    <a:pt x="7477" y="11253"/>
                  </a:lnTo>
                  <a:lnTo>
                    <a:pt x="7672" y="10766"/>
                  </a:lnTo>
                  <a:lnTo>
                    <a:pt x="7891" y="10327"/>
                  </a:lnTo>
                  <a:lnTo>
                    <a:pt x="8135" y="9913"/>
                  </a:lnTo>
                  <a:lnTo>
                    <a:pt x="8378" y="9499"/>
                  </a:lnTo>
                  <a:lnTo>
                    <a:pt x="8914" y="8720"/>
                  </a:lnTo>
                  <a:lnTo>
                    <a:pt x="9182" y="8330"/>
                  </a:lnTo>
                  <a:lnTo>
                    <a:pt x="9425" y="7941"/>
                  </a:lnTo>
                  <a:lnTo>
                    <a:pt x="9645" y="7551"/>
                  </a:lnTo>
                  <a:lnTo>
                    <a:pt x="9864" y="7113"/>
                  </a:lnTo>
                  <a:lnTo>
                    <a:pt x="10034" y="6674"/>
                  </a:lnTo>
                  <a:lnTo>
                    <a:pt x="10156" y="6187"/>
                  </a:lnTo>
                  <a:lnTo>
                    <a:pt x="10229" y="5676"/>
                  </a:lnTo>
                  <a:lnTo>
                    <a:pt x="10253" y="5408"/>
                  </a:lnTo>
                  <a:lnTo>
                    <a:pt x="10278" y="5140"/>
                  </a:lnTo>
                  <a:lnTo>
                    <a:pt x="10278" y="5140"/>
                  </a:lnTo>
                  <a:lnTo>
                    <a:pt x="10229" y="4604"/>
                  </a:lnTo>
                  <a:lnTo>
                    <a:pt x="10156" y="4093"/>
                  </a:lnTo>
                  <a:lnTo>
                    <a:pt x="10034" y="3605"/>
                  </a:lnTo>
                  <a:lnTo>
                    <a:pt x="9864" y="3143"/>
                  </a:lnTo>
                  <a:lnTo>
                    <a:pt x="9645" y="2680"/>
                  </a:lnTo>
                  <a:lnTo>
                    <a:pt x="9401" y="2266"/>
                  </a:lnTo>
                  <a:lnTo>
                    <a:pt x="9084" y="1876"/>
                  </a:lnTo>
                  <a:lnTo>
                    <a:pt x="8768" y="1511"/>
                  </a:lnTo>
                  <a:lnTo>
                    <a:pt x="8402" y="1170"/>
                  </a:lnTo>
                  <a:lnTo>
                    <a:pt x="8013" y="878"/>
                  </a:lnTo>
                  <a:lnTo>
                    <a:pt x="7574" y="634"/>
                  </a:lnTo>
                  <a:lnTo>
                    <a:pt x="7136" y="415"/>
                  </a:lnTo>
                  <a:lnTo>
                    <a:pt x="6673" y="244"/>
                  </a:lnTo>
                  <a:lnTo>
                    <a:pt x="6162" y="98"/>
                  </a:lnTo>
                  <a:lnTo>
                    <a:pt x="5675" y="25"/>
                  </a:lnTo>
                  <a:lnTo>
                    <a:pt x="5139" y="1"/>
                  </a:lnTo>
                  <a:lnTo>
                    <a:pt x="5139" y="1"/>
                  </a:lnTo>
                  <a:lnTo>
                    <a:pt x="4603" y="25"/>
                  </a:lnTo>
                  <a:lnTo>
                    <a:pt x="4116" y="98"/>
                  </a:lnTo>
                  <a:lnTo>
                    <a:pt x="3605" y="244"/>
                  </a:lnTo>
                  <a:lnTo>
                    <a:pt x="3142" y="415"/>
                  </a:lnTo>
                  <a:lnTo>
                    <a:pt x="2703" y="634"/>
                  </a:lnTo>
                  <a:lnTo>
                    <a:pt x="2265" y="878"/>
                  </a:lnTo>
                  <a:lnTo>
                    <a:pt x="1875" y="1170"/>
                  </a:lnTo>
                  <a:lnTo>
                    <a:pt x="1510" y="1511"/>
                  </a:lnTo>
                  <a:lnTo>
                    <a:pt x="1193" y="1876"/>
                  </a:lnTo>
                  <a:lnTo>
                    <a:pt x="877" y="2266"/>
                  </a:lnTo>
                  <a:lnTo>
                    <a:pt x="633" y="2680"/>
                  </a:lnTo>
                  <a:lnTo>
                    <a:pt x="414" y="3143"/>
                  </a:lnTo>
                  <a:lnTo>
                    <a:pt x="244" y="3605"/>
                  </a:lnTo>
                  <a:lnTo>
                    <a:pt x="122" y="4093"/>
                  </a:lnTo>
                  <a:lnTo>
                    <a:pt x="49" y="4604"/>
                  </a:lnTo>
                  <a:lnTo>
                    <a:pt x="0" y="5140"/>
                  </a:lnTo>
                  <a:lnTo>
                    <a:pt x="0" y="5140"/>
                  </a:lnTo>
                  <a:lnTo>
                    <a:pt x="24" y="5408"/>
                  </a:lnTo>
                  <a:lnTo>
                    <a:pt x="49" y="5676"/>
                  </a:lnTo>
                  <a:lnTo>
                    <a:pt x="122" y="6187"/>
                  </a:lnTo>
                  <a:lnTo>
                    <a:pt x="244" y="6674"/>
                  </a:lnTo>
                  <a:lnTo>
                    <a:pt x="414" y="7113"/>
                  </a:lnTo>
                  <a:lnTo>
                    <a:pt x="633" y="7551"/>
                  </a:lnTo>
                  <a:lnTo>
                    <a:pt x="852" y="7941"/>
                  </a:lnTo>
                  <a:lnTo>
                    <a:pt x="1096" y="8330"/>
                  </a:lnTo>
                  <a:lnTo>
                    <a:pt x="1364" y="8720"/>
                  </a:lnTo>
                  <a:lnTo>
                    <a:pt x="1900" y="9499"/>
                  </a:lnTo>
                  <a:lnTo>
                    <a:pt x="2143" y="9913"/>
                  </a:lnTo>
                  <a:lnTo>
                    <a:pt x="2387" y="10327"/>
                  </a:lnTo>
                  <a:lnTo>
                    <a:pt x="2606" y="10766"/>
                  </a:lnTo>
                  <a:lnTo>
                    <a:pt x="2801" y="11253"/>
                  </a:lnTo>
                  <a:lnTo>
                    <a:pt x="2971" y="11764"/>
                  </a:lnTo>
                  <a:lnTo>
                    <a:pt x="3093" y="12300"/>
                  </a:lnTo>
                </a:path>
              </a:pathLst>
            </a:custGeom>
            <a:noFill/>
            <a:ln cap="rnd" cmpd="sng" w="1217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455" name="Google Shape;455;p5"/>
            <p:cNvSpPr/>
            <p:nvPr/>
          </p:nvSpPr>
          <p:spPr>
            <a:xfrm>
              <a:off x="6873825" y="2459275"/>
              <a:ext cx="35350" cy="166875"/>
            </a:xfrm>
            <a:custGeom>
              <a:rect b="b" l="l" r="r" t="t"/>
              <a:pathLst>
                <a:path extrusionOk="0" fill="none" h="6675" w="1414">
                  <a:moveTo>
                    <a:pt x="1413" y="1"/>
                  </a:moveTo>
                  <a:lnTo>
                    <a:pt x="1413" y="1"/>
                  </a:lnTo>
                  <a:lnTo>
                    <a:pt x="829" y="2850"/>
                  </a:lnTo>
                  <a:lnTo>
                    <a:pt x="1" y="6674"/>
                  </a:lnTo>
                </a:path>
              </a:pathLst>
            </a:custGeom>
            <a:noFill/>
            <a:ln cap="rnd" cmpd="sng" w="1217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456" name="Google Shape;456;p5"/>
            <p:cNvSpPr/>
            <p:nvPr/>
          </p:nvSpPr>
          <p:spPr>
            <a:xfrm>
              <a:off x="6801975" y="2453200"/>
              <a:ext cx="90150" cy="19500"/>
            </a:xfrm>
            <a:custGeom>
              <a:rect b="b" l="l" r="r" t="t"/>
              <a:pathLst>
                <a:path extrusionOk="0" fill="none" h="780" w="3606">
                  <a:moveTo>
                    <a:pt x="1" y="73"/>
                  </a:moveTo>
                  <a:lnTo>
                    <a:pt x="829" y="780"/>
                  </a:lnTo>
                  <a:lnTo>
                    <a:pt x="1657" y="73"/>
                  </a:lnTo>
                  <a:lnTo>
                    <a:pt x="1657" y="73"/>
                  </a:lnTo>
                  <a:lnTo>
                    <a:pt x="1730" y="25"/>
                  </a:lnTo>
                  <a:lnTo>
                    <a:pt x="1803" y="0"/>
                  </a:lnTo>
                  <a:lnTo>
                    <a:pt x="1876" y="25"/>
                  </a:lnTo>
                  <a:lnTo>
                    <a:pt x="1949" y="73"/>
                  </a:lnTo>
                  <a:lnTo>
                    <a:pt x="2777" y="780"/>
                  </a:lnTo>
                  <a:lnTo>
                    <a:pt x="3605" y="73"/>
                  </a:lnTo>
                </a:path>
              </a:pathLst>
            </a:custGeom>
            <a:noFill/>
            <a:ln cap="rnd" cmpd="sng" w="1217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457" name="Google Shape;457;p5"/>
            <p:cNvSpPr/>
            <p:nvPr/>
          </p:nvSpPr>
          <p:spPr>
            <a:xfrm>
              <a:off x="6795900" y="2628550"/>
              <a:ext cx="102300" cy="25"/>
            </a:xfrm>
            <a:custGeom>
              <a:rect b="b" l="l" r="r" t="t"/>
              <a:pathLst>
                <a:path extrusionOk="0" fill="none" h="1" w="4092">
                  <a:moveTo>
                    <a:pt x="0" y="1"/>
                  </a:moveTo>
                  <a:lnTo>
                    <a:pt x="4092" y="1"/>
                  </a:lnTo>
                </a:path>
              </a:pathLst>
            </a:custGeom>
            <a:noFill/>
            <a:ln cap="rnd" cmpd="sng" w="1217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grpSp>
      <p:grpSp>
        <p:nvGrpSpPr>
          <p:cNvPr id="458" name="Google Shape;458;p5"/>
          <p:cNvGrpSpPr/>
          <p:nvPr/>
        </p:nvGrpSpPr>
        <p:grpSpPr>
          <a:xfrm>
            <a:off x="335759" y="1840531"/>
            <a:ext cx="342882" cy="350068"/>
            <a:chOff x="3951850" y="2985350"/>
            <a:chExt cx="407950" cy="416500"/>
          </a:xfrm>
        </p:grpSpPr>
        <p:sp>
          <p:nvSpPr>
            <p:cNvPr id="459" name="Google Shape;459;p5"/>
            <p:cNvSpPr/>
            <p:nvPr/>
          </p:nvSpPr>
          <p:spPr>
            <a:xfrm>
              <a:off x="3951850" y="2985350"/>
              <a:ext cx="314800" cy="314825"/>
            </a:xfrm>
            <a:custGeom>
              <a:rect b="b" l="l" r="r" t="t"/>
              <a:pathLst>
                <a:path extrusionOk="0" fill="none" h="12593" w="12592">
                  <a:moveTo>
                    <a:pt x="6284" y="1"/>
                  </a:moveTo>
                  <a:lnTo>
                    <a:pt x="6284" y="1"/>
                  </a:lnTo>
                  <a:lnTo>
                    <a:pt x="5967" y="25"/>
                  </a:lnTo>
                  <a:lnTo>
                    <a:pt x="5651" y="49"/>
                  </a:lnTo>
                  <a:lnTo>
                    <a:pt x="5334" y="74"/>
                  </a:lnTo>
                  <a:lnTo>
                    <a:pt x="5017" y="147"/>
                  </a:lnTo>
                  <a:lnTo>
                    <a:pt x="4725" y="220"/>
                  </a:lnTo>
                  <a:lnTo>
                    <a:pt x="4433" y="293"/>
                  </a:lnTo>
                  <a:lnTo>
                    <a:pt x="4141" y="390"/>
                  </a:lnTo>
                  <a:lnTo>
                    <a:pt x="3848" y="512"/>
                  </a:lnTo>
                  <a:lnTo>
                    <a:pt x="3556" y="634"/>
                  </a:lnTo>
                  <a:lnTo>
                    <a:pt x="3288" y="780"/>
                  </a:lnTo>
                  <a:lnTo>
                    <a:pt x="3020" y="926"/>
                  </a:lnTo>
                  <a:lnTo>
                    <a:pt x="2777" y="1072"/>
                  </a:lnTo>
                  <a:lnTo>
                    <a:pt x="2290" y="1437"/>
                  </a:lnTo>
                  <a:lnTo>
                    <a:pt x="1851" y="1852"/>
                  </a:lnTo>
                  <a:lnTo>
                    <a:pt x="1437" y="2290"/>
                  </a:lnTo>
                  <a:lnTo>
                    <a:pt x="1072" y="2777"/>
                  </a:lnTo>
                  <a:lnTo>
                    <a:pt x="901" y="3045"/>
                  </a:lnTo>
                  <a:lnTo>
                    <a:pt x="755" y="3313"/>
                  </a:lnTo>
                  <a:lnTo>
                    <a:pt x="609" y="3581"/>
                  </a:lnTo>
                  <a:lnTo>
                    <a:pt x="487" y="3849"/>
                  </a:lnTo>
                  <a:lnTo>
                    <a:pt x="390" y="4141"/>
                  </a:lnTo>
                  <a:lnTo>
                    <a:pt x="292" y="4433"/>
                  </a:lnTo>
                  <a:lnTo>
                    <a:pt x="195" y="4725"/>
                  </a:lnTo>
                  <a:lnTo>
                    <a:pt x="122" y="5042"/>
                  </a:lnTo>
                  <a:lnTo>
                    <a:pt x="73" y="5334"/>
                  </a:lnTo>
                  <a:lnTo>
                    <a:pt x="25" y="5651"/>
                  </a:lnTo>
                  <a:lnTo>
                    <a:pt x="0" y="5968"/>
                  </a:lnTo>
                  <a:lnTo>
                    <a:pt x="0" y="6308"/>
                  </a:lnTo>
                  <a:lnTo>
                    <a:pt x="0" y="6308"/>
                  </a:lnTo>
                  <a:lnTo>
                    <a:pt x="0" y="6625"/>
                  </a:lnTo>
                  <a:lnTo>
                    <a:pt x="25" y="6942"/>
                  </a:lnTo>
                  <a:lnTo>
                    <a:pt x="73" y="7258"/>
                  </a:lnTo>
                  <a:lnTo>
                    <a:pt x="122" y="7575"/>
                  </a:lnTo>
                  <a:lnTo>
                    <a:pt x="195" y="7867"/>
                  </a:lnTo>
                  <a:lnTo>
                    <a:pt x="292" y="8184"/>
                  </a:lnTo>
                  <a:lnTo>
                    <a:pt x="390" y="8476"/>
                  </a:lnTo>
                  <a:lnTo>
                    <a:pt x="487" y="8744"/>
                  </a:lnTo>
                  <a:lnTo>
                    <a:pt x="609" y="9036"/>
                  </a:lnTo>
                  <a:lnTo>
                    <a:pt x="755" y="9304"/>
                  </a:lnTo>
                  <a:lnTo>
                    <a:pt x="901" y="9572"/>
                  </a:lnTo>
                  <a:lnTo>
                    <a:pt x="1072" y="9816"/>
                  </a:lnTo>
                  <a:lnTo>
                    <a:pt x="1437" y="10303"/>
                  </a:lnTo>
                  <a:lnTo>
                    <a:pt x="1851" y="10741"/>
                  </a:lnTo>
                  <a:lnTo>
                    <a:pt x="2290" y="11155"/>
                  </a:lnTo>
                  <a:lnTo>
                    <a:pt x="2777" y="11520"/>
                  </a:lnTo>
                  <a:lnTo>
                    <a:pt x="3020" y="11691"/>
                  </a:lnTo>
                  <a:lnTo>
                    <a:pt x="3288" y="11837"/>
                  </a:lnTo>
                  <a:lnTo>
                    <a:pt x="3556" y="11983"/>
                  </a:lnTo>
                  <a:lnTo>
                    <a:pt x="3848" y="12105"/>
                  </a:lnTo>
                  <a:lnTo>
                    <a:pt x="4141" y="12202"/>
                  </a:lnTo>
                  <a:lnTo>
                    <a:pt x="4433" y="12300"/>
                  </a:lnTo>
                  <a:lnTo>
                    <a:pt x="4725" y="12397"/>
                  </a:lnTo>
                  <a:lnTo>
                    <a:pt x="5017" y="12470"/>
                  </a:lnTo>
                  <a:lnTo>
                    <a:pt x="5334" y="12519"/>
                  </a:lnTo>
                  <a:lnTo>
                    <a:pt x="5651" y="12568"/>
                  </a:lnTo>
                  <a:lnTo>
                    <a:pt x="5967" y="12592"/>
                  </a:lnTo>
                  <a:lnTo>
                    <a:pt x="6284" y="12592"/>
                  </a:lnTo>
                  <a:lnTo>
                    <a:pt x="6284" y="12592"/>
                  </a:lnTo>
                  <a:lnTo>
                    <a:pt x="6625" y="12592"/>
                  </a:lnTo>
                  <a:lnTo>
                    <a:pt x="6941" y="12568"/>
                  </a:lnTo>
                  <a:lnTo>
                    <a:pt x="7258" y="12519"/>
                  </a:lnTo>
                  <a:lnTo>
                    <a:pt x="7550" y="12470"/>
                  </a:lnTo>
                  <a:lnTo>
                    <a:pt x="7867" y="12397"/>
                  </a:lnTo>
                  <a:lnTo>
                    <a:pt x="8159" y="12300"/>
                  </a:lnTo>
                  <a:lnTo>
                    <a:pt x="8451" y="12202"/>
                  </a:lnTo>
                  <a:lnTo>
                    <a:pt x="8744" y="12105"/>
                  </a:lnTo>
                  <a:lnTo>
                    <a:pt x="9012" y="11983"/>
                  </a:lnTo>
                  <a:lnTo>
                    <a:pt x="9279" y="11837"/>
                  </a:lnTo>
                  <a:lnTo>
                    <a:pt x="9547" y="11691"/>
                  </a:lnTo>
                  <a:lnTo>
                    <a:pt x="9815" y="11520"/>
                  </a:lnTo>
                  <a:lnTo>
                    <a:pt x="10302" y="11155"/>
                  </a:lnTo>
                  <a:lnTo>
                    <a:pt x="10741" y="10741"/>
                  </a:lnTo>
                  <a:lnTo>
                    <a:pt x="11155" y="10303"/>
                  </a:lnTo>
                  <a:lnTo>
                    <a:pt x="11520" y="9816"/>
                  </a:lnTo>
                  <a:lnTo>
                    <a:pt x="11666" y="9572"/>
                  </a:lnTo>
                  <a:lnTo>
                    <a:pt x="11812" y="9304"/>
                  </a:lnTo>
                  <a:lnTo>
                    <a:pt x="11958" y="9036"/>
                  </a:lnTo>
                  <a:lnTo>
                    <a:pt x="12080" y="8744"/>
                  </a:lnTo>
                  <a:lnTo>
                    <a:pt x="12202" y="8476"/>
                  </a:lnTo>
                  <a:lnTo>
                    <a:pt x="12299" y="8184"/>
                  </a:lnTo>
                  <a:lnTo>
                    <a:pt x="12397" y="7867"/>
                  </a:lnTo>
                  <a:lnTo>
                    <a:pt x="12446" y="7575"/>
                  </a:lnTo>
                  <a:lnTo>
                    <a:pt x="12519" y="7258"/>
                  </a:lnTo>
                  <a:lnTo>
                    <a:pt x="12543" y="6942"/>
                  </a:lnTo>
                  <a:lnTo>
                    <a:pt x="12567" y="6625"/>
                  </a:lnTo>
                  <a:lnTo>
                    <a:pt x="12592" y="6308"/>
                  </a:lnTo>
                  <a:lnTo>
                    <a:pt x="12592" y="6308"/>
                  </a:lnTo>
                  <a:lnTo>
                    <a:pt x="12567" y="5968"/>
                  </a:lnTo>
                  <a:lnTo>
                    <a:pt x="12543" y="5651"/>
                  </a:lnTo>
                  <a:lnTo>
                    <a:pt x="12519" y="5334"/>
                  </a:lnTo>
                  <a:lnTo>
                    <a:pt x="12446" y="5042"/>
                  </a:lnTo>
                  <a:lnTo>
                    <a:pt x="12397" y="4725"/>
                  </a:lnTo>
                  <a:lnTo>
                    <a:pt x="12299" y="4433"/>
                  </a:lnTo>
                  <a:lnTo>
                    <a:pt x="12202" y="4141"/>
                  </a:lnTo>
                  <a:lnTo>
                    <a:pt x="12080" y="3849"/>
                  </a:lnTo>
                  <a:lnTo>
                    <a:pt x="11958" y="3581"/>
                  </a:lnTo>
                  <a:lnTo>
                    <a:pt x="11812" y="3313"/>
                  </a:lnTo>
                  <a:lnTo>
                    <a:pt x="11666" y="3045"/>
                  </a:lnTo>
                  <a:lnTo>
                    <a:pt x="11520" y="2777"/>
                  </a:lnTo>
                  <a:lnTo>
                    <a:pt x="11155" y="2290"/>
                  </a:lnTo>
                  <a:lnTo>
                    <a:pt x="10741" y="1852"/>
                  </a:lnTo>
                  <a:lnTo>
                    <a:pt x="10302" y="1437"/>
                  </a:lnTo>
                  <a:lnTo>
                    <a:pt x="9815" y="1072"/>
                  </a:lnTo>
                  <a:lnTo>
                    <a:pt x="9547" y="926"/>
                  </a:lnTo>
                  <a:lnTo>
                    <a:pt x="9279" y="780"/>
                  </a:lnTo>
                  <a:lnTo>
                    <a:pt x="9012" y="634"/>
                  </a:lnTo>
                  <a:lnTo>
                    <a:pt x="8744" y="512"/>
                  </a:lnTo>
                  <a:lnTo>
                    <a:pt x="8451" y="390"/>
                  </a:lnTo>
                  <a:lnTo>
                    <a:pt x="8159" y="293"/>
                  </a:lnTo>
                  <a:lnTo>
                    <a:pt x="7867" y="220"/>
                  </a:lnTo>
                  <a:lnTo>
                    <a:pt x="7550" y="147"/>
                  </a:lnTo>
                  <a:lnTo>
                    <a:pt x="7258" y="74"/>
                  </a:lnTo>
                  <a:lnTo>
                    <a:pt x="6941" y="49"/>
                  </a:lnTo>
                  <a:lnTo>
                    <a:pt x="6625" y="25"/>
                  </a:lnTo>
                  <a:lnTo>
                    <a:pt x="6284" y="1"/>
                  </a:lnTo>
                  <a:lnTo>
                    <a:pt x="6284" y="1"/>
                  </a:lnTo>
                  <a:close/>
                </a:path>
              </a:pathLst>
            </a:custGeom>
            <a:noFill/>
            <a:ln cap="rnd" cmpd="sng" w="19050">
              <a:solidFill>
                <a:srgbClr val="184769"/>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460" name="Google Shape;460;p5"/>
            <p:cNvSpPr/>
            <p:nvPr/>
          </p:nvSpPr>
          <p:spPr>
            <a:xfrm>
              <a:off x="3988375" y="3021875"/>
              <a:ext cx="241750" cy="241750"/>
            </a:xfrm>
            <a:custGeom>
              <a:rect b="b" l="l" r="r" t="t"/>
              <a:pathLst>
                <a:path extrusionOk="0" fill="none" h="9670" w="9670">
                  <a:moveTo>
                    <a:pt x="4823" y="1"/>
                  </a:moveTo>
                  <a:lnTo>
                    <a:pt x="4823" y="1"/>
                  </a:lnTo>
                  <a:lnTo>
                    <a:pt x="4336" y="25"/>
                  </a:lnTo>
                  <a:lnTo>
                    <a:pt x="3849" y="98"/>
                  </a:lnTo>
                  <a:lnTo>
                    <a:pt x="3386" y="220"/>
                  </a:lnTo>
                  <a:lnTo>
                    <a:pt x="2947" y="391"/>
                  </a:lnTo>
                  <a:lnTo>
                    <a:pt x="2533" y="585"/>
                  </a:lnTo>
                  <a:lnTo>
                    <a:pt x="2144" y="829"/>
                  </a:lnTo>
                  <a:lnTo>
                    <a:pt x="1754" y="1121"/>
                  </a:lnTo>
                  <a:lnTo>
                    <a:pt x="1413" y="1438"/>
                  </a:lnTo>
                  <a:lnTo>
                    <a:pt x="1096" y="1779"/>
                  </a:lnTo>
                  <a:lnTo>
                    <a:pt x="829" y="2144"/>
                  </a:lnTo>
                  <a:lnTo>
                    <a:pt x="585" y="2534"/>
                  </a:lnTo>
                  <a:lnTo>
                    <a:pt x="390" y="2972"/>
                  </a:lnTo>
                  <a:lnTo>
                    <a:pt x="220" y="3411"/>
                  </a:lnTo>
                  <a:lnTo>
                    <a:pt x="98" y="3873"/>
                  </a:lnTo>
                  <a:lnTo>
                    <a:pt x="25" y="4336"/>
                  </a:lnTo>
                  <a:lnTo>
                    <a:pt x="1" y="4847"/>
                  </a:lnTo>
                  <a:lnTo>
                    <a:pt x="1" y="4847"/>
                  </a:lnTo>
                  <a:lnTo>
                    <a:pt x="25" y="5335"/>
                  </a:lnTo>
                  <a:lnTo>
                    <a:pt x="98" y="5822"/>
                  </a:lnTo>
                  <a:lnTo>
                    <a:pt x="220" y="6284"/>
                  </a:lnTo>
                  <a:lnTo>
                    <a:pt x="390" y="6723"/>
                  </a:lnTo>
                  <a:lnTo>
                    <a:pt x="585" y="7137"/>
                  </a:lnTo>
                  <a:lnTo>
                    <a:pt x="829" y="7527"/>
                  </a:lnTo>
                  <a:lnTo>
                    <a:pt x="1096" y="7916"/>
                  </a:lnTo>
                  <a:lnTo>
                    <a:pt x="1413" y="8257"/>
                  </a:lnTo>
                  <a:lnTo>
                    <a:pt x="1754" y="8574"/>
                  </a:lnTo>
                  <a:lnTo>
                    <a:pt x="2144" y="8842"/>
                  </a:lnTo>
                  <a:lnTo>
                    <a:pt x="2533" y="9085"/>
                  </a:lnTo>
                  <a:lnTo>
                    <a:pt x="2947" y="9280"/>
                  </a:lnTo>
                  <a:lnTo>
                    <a:pt x="3386" y="9451"/>
                  </a:lnTo>
                  <a:lnTo>
                    <a:pt x="3849" y="9572"/>
                  </a:lnTo>
                  <a:lnTo>
                    <a:pt x="4336" y="9645"/>
                  </a:lnTo>
                  <a:lnTo>
                    <a:pt x="4823" y="9670"/>
                  </a:lnTo>
                  <a:lnTo>
                    <a:pt x="4823" y="9670"/>
                  </a:lnTo>
                  <a:lnTo>
                    <a:pt x="5334" y="9645"/>
                  </a:lnTo>
                  <a:lnTo>
                    <a:pt x="5797" y="9572"/>
                  </a:lnTo>
                  <a:lnTo>
                    <a:pt x="6260" y="9451"/>
                  </a:lnTo>
                  <a:lnTo>
                    <a:pt x="6698" y="9280"/>
                  </a:lnTo>
                  <a:lnTo>
                    <a:pt x="7136" y="9085"/>
                  </a:lnTo>
                  <a:lnTo>
                    <a:pt x="7526" y="8842"/>
                  </a:lnTo>
                  <a:lnTo>
                    <a:pt x="7892" y="8574"/>
                  </a:lnTo>
                  <a:lnTo>
                    <a:pt x="8232" y="8257"/>
                  </a:lnTo>
                  <a:lnTo>
                    <a:pt x="8549" y="7916"/>
                  </a:lnTo>
                  <a:lnTo>
                    <a:pt x="8841" y="7527"/>
                  </a:lnTo>
                  <a:lnTo>
                    <a:pt x="9085" y="7137"/>
                  </a:lnTo>
                  <a:lnTo>
                    <a:pt x="9280" y="6723"/>
                  </a:lnTo>
                  <a:lnTo>
                    <a:pt x="9450" y="6284"/>
                  </a:lnTo>
                  <a:lnTo>
                    <a:pt x="9572" y="5822"/>
                  </a:lnTo>
                  <a:lnTo>
                    <a:pt x="9645" y="5335"/>
                  </a:lnTo>
                  <a:lnTo>
                    <a:pt x="9669" y="4847"/>
                  </a:lnTo>
                  <a:lnTo>
                    <a:pt x="9669" y="4847"/>
                  </a:lnTo>
                  <a:lnTo>
                    <a:pt x="9645" y="4336"/>
                  </a:lnTo>
                  <a:lnTo>
                    <a:pt x="9572" y="3873"/>
                  </a:lnTo>
                  <a:lnTo>
                    <a:pt x="9450" y="3411"/>
                  </a:lnTo>
                  <a:lnTo>
                    <a:pt x="9280" y="2972"/>
                  </a:lnTo>
                  <a:lnTo>
                    <a:pt x="9085" y="2534"/>
                  </a:lnTo>
                  <a:lnTo>
                    <a:pt x="8841" y="2144"/>
                  </a:lnTo>
                  <a:lnTo>
                    <a:pt x="8549" y="1779"/>
                  </a:lnTo>
                  <a:lnTo>
                    <a:pt x="8232" y="1438"/>
                  </a:lnTo>
                  <a:lnTo>
                    <a:pt x="7892" y="1121"/>
                  </a:lnTo>
                  <a:lnTo>
                    <a:pt x="7526" y="829"/>
                  </a:lnTo>
                  <a:lnTo>
                    <a:pt x="7136" y="585"/>
                  </a:lnTo>
                  <a:lnTo>
                    <a:pt x="6698" y="391"/>
                  </a:lnTo>
                  <a:lnTo>
                    <a:pt x="6260" y="220"/>
                  </a:lnTo>
                  <a:lnTo>
                    <a:pt x="5797" y="98"/>
                  </a:lnTo>
                  <a:lnTo>
                    <a:pt x="5334" y="25"/>
                  </a:lnTo>
                  <a:lnTo>
                    <a:pt x="4823" y="1"/>
                  </a:lnTo>
                  <a:lnTo>
                    <a:pt x="4823" y="1"/>
                  </a:lnTo>
                </a:path>
              </a:pathLst>
            </a:custGeom>
            <a:noFill/>
            <a:ln cap="rnd" cmpd="sng" w="19050">
              <a:solidFill>
                <a:srgbClr val="184769"/>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461" name="Google Shape;461;p5"/>
            <p:cNvSpPr/>
            <p:nvPr/>
          </p:nvSpPr>
          <p:spPr>
            <a:xfrm>
              <a:off x="4024300" y="3058425"/>
              <a:ext cx="84650" cy="84650"/>
            </a:xfrm>
            <a:custGeom>
              <a:rect b="b" l="l" r="r" t="t"/>
              <a:pathLst>
                <a:path extrusionOk="0" fill="none" h="3386" w="3386">
                  <a:moveTo>
                    <a:pt x="0" y="3385"/>
                  </a:moveTo>
                  <a:lnTo>
                    <a:pt x="0" y="3385"/>
                  </a:lnTo>
                  <a:lnTo>
                    <a:pt x="25" y="3020"/>
                  </a:lnTo>
                  <a:lnTo>
                    <a:pt x="74" y="2704"/>
                  </a:lnTo>
                  <a:lnTo>
                    <a:pt x="147" y="2363"/>
                  </a:lnTo>
                  <a:lnTo>
                    <a:pt x="268" y="2070"/>
                  </a:lnTo>
                  <a:lnTo>
                    <a:pt x="414" y="1754"/>
                  </a:lnTo>
                  <a:lnTo>
                    <a:pt x="585" y="1486"/>
                  </a:lnTo>
                  <a:lnTo>
                    <a:pt x="780" y="1218"/>
                  </a:lnTo>
                  <a:lnTo>
                    <a:pt x="999" y="974"/>
                  </a:lnTo>
                  <a:lnTo>
                    <a:pt x="1243" y="755"/>
                  </a:lnTo>
                  <a:lnTo>
                    <a:pt x="1510" y="560"/>
                  </a:lnTo>
                  <a:lnTo>
                    <a:pt x="1778" y="390"/>
                  </a:lnTo>
                  <a:lnTo>
                    <a:pt x="2071" y="244"/>
                  </a:lnTo>
                  <a:lnTo>
                    <a:pt x="2387" y="146"/>
                  </a:lnTo>
                  <a:lnTo>
                    <a:pt x="2704" y="49"/>
                  </a:lnTo>
                  <a:lnTo>
                    <a:pt x="3045" y="0"/>
                  </a:lnTo>
                  <a:lnTo>
                    <a:pt x="3386" y="0"/>
                  </a:lnTo>
                </a:path>
              </a:pathLst>
            </a:custGeom>
            <a:noFill/>
            <a:ln cap="rnd" cmpd="sng" w="19050">
              <a:solidFill>
                <a:srgbClr val="184769"/>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462" name="Google Shape;462;p5"/>
            <p:cNvSpPr/>
            <p:nvPr/>
          </p:nvSpPr>
          <p:spPr>
            <a:xfrm>
              <a:off x="4205750" y="3248375"/>
              <a:ext cx="154050" cy="153475"/>
            </a:xfrm>
            <a:custGeom>
              <a:rect b="b" l="l" r="r" t="t"/>
              <a:pathLst>
                <a:path extrusionOk="0" fill="none" h="6139" w="6162">
                  <a:moveTo>
                    <a:pt x="0" y="1024"/>
                  </a:moveTo>
                  <a:lnTo>
                    <a:pt x="4969" y="5992"/>
                  </a:lnTo>
                  <a:lnTo>
                    <a:pt x="4969" y="5992"/>
                  </a:lnTo>
                  <a:lnTo>
                    <a:pt x="5042" y="6041"/>
                  </a:lnTo>
                  <a:lnTo>
                    <a:pt x="5115" y="6090"/>
                  </a:lnTo>
                  <a:lnTo>
                    <a:pt x="5212" y="6114"/>
                  </a:lnTo>
                  <a:lnTo>
                    <a:pt x="5310" y="6138"/>
                  </a:lnTo>
                  <a:lnTo>
                    <a:pt x="5407" y="6114"/>
                  </a:lnTo>
                  <a:lnTo>
                    <a:pt x="5480" y="6090"/>
                  </a:lnTo>
                  <a:lnTo>
                    <a:pt x="5577" y="6041"/>
                  </a:lnTo>
                  <a:lnTo>
                    <a:pt x="5651" y="5992"/>
                  </a:lnTo>
                  <a:lnTo>
                    <a:pt x="6016" y="5627"/>
                  </a:lnTo>
                  <a:lnTo>
                    <a:pt x="6016" y="5627"/>
                  </a:lnTo>
                  <a:lnTo>
                    <a:pt x="6089" y="5554"/>
                  </a:lnTo>
                  <a:lnTo>
                    <a:pt x="6138" y="5456"/>
                  </a:lnTo>
                  <a:lnTo>
                    <a:pt x="6162" y="5359"/>
                  </a:lnTo>
                  <a:lnTo>
                    <a:pt x="6162" y="5286"/>
                  </a:lnTo>
                  <a:lnTo>
                    <a:pt x="6162" y="5188"/>
                  </a:lnTo>
                  <a:lnTo>
                    <a:pt x="6138" y="5091"/>
                  </a:lnTo>
                  <a:lnTo>
                    <a:pt x="6089" y="5018"/>
                  </a:lnTo>
                  <a:lnTo>
                    <a:pt x="6016" y="4921"/>
                  </a:lnTo>
                  <a:lnTo>
                    <a:pt x="1072" y="1"/>
                  </a:lnTo>
                </a:path>
              </a:pathLst>
            </a:custGeom>
            <a:noFill/>
            <a:ln cap="rnd" cmpd="sng" w="19050">
              <a:solidFill>
                <a:srgbClr val="184769"/>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grpSp>
      <p:grpSp>
        <p:nvGrpSpPr>
          <p:cNvPr id="463" name="Google Shape;463;p5"/>
          <p:cNvGrpSpPr/>
          <p:nvPr/>
        </p:nvGrpSpPr>
        <p:grpSpPr>
          <a:xfrm flipH="1" rot="10800000">
            <a:off x="7663686" y="3682712"/>
            <a:ext cx="1034724" cy="895486"/>
            <a:chOff x="238125" y="1431100"/>
            <a:chExt cx="3296350" cy="2852775"/>
          </a:xfrm>
        </p:grpSpPr>
        <p:sp>
          <p:nvSpPr>
            <p:cNvPr id="464" name="Google Shape;464;p5"/>
            <p:cNvSpPr/>
            <p:nvPr/>
          </p:nvSpPr>
          <p:spPr>
            <a:xfrm>
              <a:off x="980725" y="4136025"/>
              <a:ext cx="157950" cy="147850"/>
            </a:xfrm>
            <a:custGeom>
              <a:rect b="b" l="l" r="r" t="t"/>
              <a:pathLst>
                <a:path extrusionOk="0" h="5914" w="6318">
                  <a:moveTo>
                    <a:pt x="403" y="0"/>
                  </a:moveTo>
                  <a:lnTo>
                    <a:pt x="0" y="269"/>
                  </a:lnTo>
                  <a:lnTo>
                    <a:pt x="3226" y="5914"/>
                  </a:lnTo>
                  <a:lnTo>
                    <a:pt x="6317" y="5914"/>
                  </a:lnTo>
                  <a:lnTo>
                    <a:pt x="403" y="0"/>
                  </a:lnTo>
                  <a:close/>
                </a:path>
              </a:pathLst>
            </a:custGeom>
            <a:solidFill>
              <a:srgbClr val="00E2C7"/>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465" name="Google Shape;465;p5"/>
            <p:cNvSpPr/>
            <p:nvPr/>
          </p:nvSpPr>
          <p:spPr>
            <a:xfrm>
              <a:off x="849675" y="3907525"/>
              <a:ext cx="386425" cy="376350"/>
            </a:xfrm>
            <a:custGeom>
              <a:rect b="b" l="l" r="r" t="t"/>
              <a:pathLst>
                <a:path extrusionOk="0" h="15054" w="15457">
                  <a:moveTo>
                    <a:pt x="403" y="0"/>
                  </a:moveTo>
                  <a:lnTo>
                    <a:pt x="0" y="269"/>
                  </a:lnTo>
                  <a:lnTo>
                    <a:pt x="5242" y="9543"/>
                  </a:lnTo>
                  <a:lnTo>
                    <a:pt x="10887" y="15054"/>
                  </a:lnTo>
                  <a:lnTo>
                    <a:pt x="15457" y="15054"/>
                  </a:lnTo>
                  <a:lnTo>
                    <a:pt x="403" y="0"/>
                  </a:lnTo>
                  <a:close/>
                </a:path>
              </a:pathLst>
            </a:custGeom>
            <a:solidFill>
              <a:srgbClr val="01E0C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466" name="Google Shape;466;p5"/>
            <p:cNvSpPr/>
            <p:nvPr/>
          </p:nvSpPr>
          <p:spPr>
            <a:xfrm>
              <a:off x="715250" y="3675675"/>
              <a:ext cx="618300" cy="608200"/>
            </a:xfrm>
            <a:custGeom>
              <a:rect b="b" l="l" r="r" t="t"/>
              <a:pathLst>
                <a:path extrusionOk="0" h="24328" w="24732">
                  <a:moveTo>
                    <a:pt x="404" y="0"/>
                  </a:moveTo>
                  <a:lnTo>
                    <a:pt x="1" y="404"/>
                  </a:lnTo>
                  <a:lnTo>
                    <a:pt x="5377" y="9543"/>
                  </a:lnTo>
                  <a:lnTo>
                    <a:pt x="20162" y="24328"/>
                  </a:lnTo>
                  <a:lnTo>
                    <a:pt x="24732" y="24328"/>
                  </a:lnTo>
                  <a:lnTo>
                    <a:pt x="404" y="0"/>
                  </a:lnTo>
                  <a:close/>
                </a:path>
              </a:pathLst>
            </a:custGeom>
            <a:solidFill>
              <a:srgbClr val="02DFC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467" name="Google Shape;467;p5"/>
            <p:cNvSpPr/>
            <p:nvPr/>
          </p:nvSpPr>
          <p:spPr>
            <a:xfrm>
              <a:off x="584200" y="3447175"/>
              <a:ext cx="846800" cy="836700"/>
            </a:xfrm>
            <a:custGeom>
              <a:rect b="b" l="l" r="r" t="t"/>
              <a:pathLst>
                <a:path extrusionOk="0" h="33468" w="33872">
                  <a:moveTo>
                    <a:pt x="404" y="1"/>
                  </a:moveTo>
                  <a:lnTo>
                    <a:pt x="1" y="270"/>
                  </a:lnTo>
                  <a:lnTo>
                    <a:pt x="5243" y="9544"/>
                  </a:lnTo>
                  <a:lnTo>
                    <a:pt x="29167" y="33468"/>
                  </a:lnTo>
                  <a:lnTo>
                    <a:pt x="33872" y="33468"/>
                  </a:lnTo>
                  <a:lnTo>
                    <a:pt x="404" y="1"/>
                  </a:lnTo>
                  <a:close/>
                </a:path>
              </a:pathLst>
            </a:custGeom>
            <a:solidFill>
              <a:srgbClr val="03DDC9"/>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468" name="Google Shape;468;p5"/>
            <p:cNvSpPr/>
            <p:nvPr/>
          </p:nvSpPr>
          <p:spPr>
            <a:xfrm>
              <a:off x="449800" y="3218700"/>
              <a:ext cx="1078650" cy="1065175"/>
            </a:xfrm>
            <a:custGeom>
              <a:rect b="b" l="l" r="r" t="t"/>
              <a:pathLst>
                <a:path extrusionOk="0" h="42607" w="43146">
                  <a:moveTo>
                    <a:pt x="404" y="0"/>
                  </a:moveTo>
                  <a:lnTo>
                    <a:pt x="1" y="269"/>
                  </a:lnTo>
                  <a:lnTo>
                    <a:pt x="5377" y="9543"/>
                  </a:lnTo>
                  <a:lnTo>
                    <a:pt x="38441" y="42607"/>
                  </a:lnTo>
                  <a:lnTo>
                    <a:pt x="43145" y="42607"/>
                  </a:lnTo>
                  <a:lnTo>
                    <a:pt x="404" y="0"/>
                  </a:lnTo>
                  <a:close/>
                </a:path>
              </a:pathLst>
            </a:custGeom>
            <a:solidFill>
              <a:srgbClr val="04DBC9"/>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469" name="Google Shape;469;p5"/>
            <p:cNvSpPr/>
            <p:nvPr/>
          </p:nvSpPr>
          <p:spPr>
            <a:xfrm>
              <a:off x="318750" y="2990200"/>
              <a:ext cx="1307150" cy="1293675"/>
            </a:xfrm>
            <a:custGeom>
              <a:rect b="b" l="l" r="r" t="t"/>
              <a:pathLst>
                <a:path extrusionOk="0" h="51747" w="52286">
                  <a:moveTo>
                    <a:pt x="404" y="1"/>
                  </a:moveTo>
                  <a:lnTo>
                    <a:pt x="1" y="269"/>
                  </a:lnTo>
                  <a:lnTo>
                    <a:pt x="5243" y="9409"/>
                  </a:lnTo>
                  <a:lnTo>
                    <a:pt x="47581" y="51747"/>
                  </a:lnTo>
                  <a:lnTo>
                    <a:pt x="52285" y="51747"/>
                  </a:lnTo>
                  <a:lnTo>
                    <a:pt x="39517" y="38978"/>
                  </a:lnTo>
                  <a:lnTo>
                    <a:pt x="37097" y="38978"/>
                  </a:lnTo>
                  <a:lnTo>
                    <a:pt x="33737" y="33333"/>
                  </a:lnTo>
                  <a:lnTo>
                    <a:pt x="404" y="1"/>
                  </a:lnTo>
                  <a:close/>
                </a:path>
              </a:pathLst>
            </a:custGeom>
            <a:solidFill>
              <a:srgbClr val="06D9CA"/>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470" name="Google Shape;470;p5"/>
            <p:cNvSpPr/>
            <p:nvPr/>
          </p:nvSpPr>
          <p:spPr>
            <a:xfrm>
              <a:off x="1286500" y="3964650"/>
              <a:ext cx="436850" cy="319225"/>
            </a:xfrm>
            <a:custGeom>
              <a:rect b="b" l="l" r="r" t="t"/>
              <a:pathLst>
                <a:path extrusionOk="0" h="12769" w="17474">
                  <a:moveTo>
                    <a:pt x="0" y="0"/>
                  </a:moveTo>
                  <a:lnTo>
                    <a:pt x="12769" y="12769"/>
                  </a:lnTo>
                  <a:lnTo>
                    <a:pt x="17473" y="12769"/>
                  </a:lnTo>
                  <a:lnTo>
                    <a:pt x="4704" y="0"/>
                  </a:lnTo>
                  <a:close/>
                </a:path>
              </a:pathLst>
            </a:custGeom>
            <a:solidFill>
              <a:srgbClr val="07D8C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471" name="Google Shape;471;p5"/>
            <p:cNvSpPr/>
            <p:nvPr/>
          </p:nvSpPr>
          <p:spPr>
            <a:xfrm>
              <a:off x="238125" y="2822200"/>
              <a:ext cx="924075" cy="1008075"/>
            </a:xfrm>
            <a:custGeom>
              <a:rect b="b" l="l" r="r" t="t"/>
              <a:pathLst>
                <a:path extrusionOk="0" h="40323" w="36963">
                  <a:moveTo>
                    <a:pt x="806" y="0"/>
                  </a:moveTo>
                  <a:lnTo>
                    <a:pt x="0" y="1479"/>
                  </a:lnTo>
                  <a:lnTo>
                    <a:pt x="3226" y="6989"/>
                  </a:lnTo>
                  <a:lnTo>
                    <a:pt x="36559" y="40322"/>
                  </a:lnTo>
                  <a:lnTo>
                    <a:pt x="36962" y="40053"/>
                  </a:lnTo>
                  <a:lnTo>
                    <a:pt x="31720" y="30779"/>
                  </a:lnTo>
                  <a:lnTo>
                    <a:pt x="806" y="0"/>
                  </a:lnTo>
                  <a:close/>
                </a:path>
              </a:pathLst>
            </a:custGeom>
            <a:solidFill>
              <a:srgbClr val="07D8C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472" name="Google Shape;472;p5"/>
            <p:cNvSpPr/>
            <p:nvPr/>
          </p:nvSpPr>
          <p:spPr>
            <a:xfrm>
              <a:off x="1383925" y="3964650"/>
              <a:ext cx="433500" cy="319225"/>
            </a:xfrm>
            <a:custGeom>
              <a:rect b="b" l="l" r="r" t="t"/>
              <a:pathLst>
                <a:path extrusionOk="0" h="12769" w="17340">
                  <a:moveTo>
                    <a:pt x="1" y="0"/>
                  </a:moveTo>
                  <a:lnTo>
                    <a:pt x="12770" y="12769"/>
                  </a:lnTo>
                  <a:lnTo>
                    <a:pt x="17339" y="12769"/>
                  </a:lnTo>
                  <a:lnTo>
                    <a:pt x="4705" y="0"/>
                  </a:lnTo>
                  <a:close/>
                </a:path>
              </a:pathLst>
            </a:custGeom>
            <a:solidFill>
              <a:srgbClr val="08D6C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473" name="Google Shape;473;p5"/>
            <p:cNvSpPr/>
            <p:nvPr/>
          </p:nvSpPr>
          <p:spPr>
            <a:xfrm>
              <a:off x="251550" y="2761700"/>
              <a:ext cx="779600" cy="840075"/>
            </a:xfrm>
            <a:custGeom>
              <a:rect b="b" l="l" r="r" t="t"/>
              <a:pathLst>
                <a:path extrusionOk="0" h="33603" w="31184">
                  <a:moveTo>
                    <a:pt x="1748" y="1"/>
                  </a:moveTo>
                  <a:lnTo>
                    <a:pt x="1" y="2823"/>
                  </a:lnTo>
                  <a:lnTo>
                    <a:pt x="30780" y="33603"/>
                  </a:lnTo>
                  <a:lnTo>
                    <a:pt x="31183" y="33199"/>
                  </a:lnTo>
                  <a:lnTo>
                    <a:pt x="25807" y="24060"/>
                  </a:lnTo>
                  <a:lnTo>
                    <a:pt x="1748" y="1"/>
                  </a:lnTo>
                  <a:close/>
                </a:path>
              </a:pathLst>
            </a:custGeom>
            <a:solidFill>
              <a:srgbClr val="08D6C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474" name="Google Shape;474;p5"/>
            <p:cNvSpPr/>
            <p:nvPr/>
          </p:nvSpPr>
          <p:spPr>
            <a:xfrm>
              <a:off x="288525" y="2697875"/>
              <a:ext cx="608200" cy="675400"/>
            </a:xfrm>
            <a:custGeom>
              <a:rect b="b" l="l" r="r" t="t"/>
              <a:pathLst>
                <a:path extrusionOk="0" h="27016" w="24328">
                  <a:moveTo>
                    <a:pt x="1613" y="0"/>
                  </a:moveTo>
                  <a:lnTo>
                    <a:pt x="0" y="2957"/>
                  </a:lnTo>
                  <a:lnTo>
                    <a:pt x="23925" y="27016"/>
                  </a:lnTo>
                  <a:lnTo>
                    <a:pt x="24328" y="26613"/>
                  </a:lnTo>
                  <a:lnTo>
                    <a:pt x="19086" y="17473"/>
                  </a:lnTo>
                  <a:lnTo>
                    <a:pt x="1613" y="0"/>
                  </a:lnTo>
                  <a:close/>
                </a:path>
              </a:pathLst>
            </a:custGeom>
            <a:solidFill>
              <a:srgbClr val="09D4C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475" name="Google Shape;475;p5"/>
            <p:cNvSpPr/>
            <p:nvPr/>
          </p:nvSpPr>
          <p:spPr>
            <a:xfrm>
              <a:off x="1481375" y="3964650"/>
              <a:ext cx="433500" cy="319225"/>
            </a:xfrm>
            <a:custGeom>
              <a:rect b="b" l="l" r="r" t="t"/>
              <a:pathLst>
                <a:path extrusionOk="0" h="12769" w="17340">
                  <a:moveTo>
                    <a:pt x="1" y="0"/>
                  </a:moveTo>
                  <a:lnTo>
                    <a:pt x="12769" y="12769"/>
                  </a:lnTo>
                  <a:lnTo>
                    <a:pt x="17339" y="12769"/>
                  </a:lnTo>
                  <a:lnTo>
                    <a:pt x="4705" y="0"/>
                  </a:lnTo>
                  <a:close/>
                </a:path>
              </a:pathLst>
            </a:custGeom>
            <a:solidFill>
              <a:srgbClr val="09D4C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476" name="Google Shape;476;p5"/>
            <p:cNvSpPr/>
            <p:nvPr/>
          </p:nvSpPr>
          <p:spPr>
            <a:xfrm>
              <a:off x="1578825" y="3964650"/>
              <a:ext cx="433500" cy="319225"/>
            </a:xfrm>
            <a:custGeom>
              <a:rect b="b" l="l" r="r" t="t"/>
              <a:pathLst>
                <a:path extrusionOk="0" h="12769" w="17340">
                  <a:moveTo>
                    <a:pt x="1" y="0"/>
                  </a:moveTo>
                  <a:lnTo>
                    <a:pt x="12769" y="12769"/>
                  </a:lnTo>
                  <a:lnTo>
                    <a:pt x="17339" y="12769"/>
                  </a:lnTo>
                  <a:lnTo>
                    <a:pt x="4570" y="0"/>
                  </a:lnTo>
                  <a:close/>
                </a:path>
              </a:pathLst>
            </a:custGeom>
            <a:solidFill>
              <a:srgbClr val="0AD3C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477" name="Google Shape;477;p5"/>
            <p:cNvSpPr/>
            <p:nvPr/>
          </p:nvSpPr>
          <p:spPr>
            <a:xfrm>
              <a:off x="322125" y="2637375"/>
              <a:ext cx="443550" cy="504050"/>
            </a:xfrm>
            <a:custGeom>
              <a:rect b="b" l="l" r="r" t="t"/>
              <a:pathLst>
                <a:path extrusionOk="0" h="20162" w="17742">
                  <a:moveTo>
                    <a:pt x="1747" y="1"/>
                  </a:moveTo>
                  <a:lnTo>
                    <a:pt x="0" y="2958"/>
                  </a:lnTo>
                  <a:lnTo>
                    <a:pt x="17339" y="20162"/>
                  </a:lnTo>
                  <a:lnTo>
                    <a:pt x="17742" y="19893"/>
                  </a:lnTo>
                  <a:lnTo>
                    <a:pt x="12366" y="10619"/>
                  </a:lnTo>
                  <a:lnTo>
                    <a:pt x="1747" y="1"/>
                  </a:lnTo>
                  <a:close/>
                </a:path>
              </a:pathLst>
            </a:custGeom>
            <a:solidFill>
              <a:srgbClr val="0AD3C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478" name="Google Shape;478;p5"/>
            <p:cNvSpPr/>
            <p:nvPr/>
          </p:nvSpPr>
          <p:spPr>
            <a:xfrm>
              <a:off x="359075" y="2576900"/>
              <a:ext cx="275575" cy="336050"/>
            </a:xfrm>
            <a:custGeom>
              <a:rect b="b" l="l" r="r" t="t"/>
              <a:pathLst>
                <a:path extrusionOk="0" h="13442" w="11023">
                  <a:moveTo>
                    <a:pt x="1614" y="1"/>
                  </a:moveTo>
                  <a:lnTo>
                    <a:pt x="1" y="2823"/>
                  </a:lnTo>
                  <a:lnTo>
                    <a:pt x="10484" y="13441"/>
                  </a:lnTo>
                  <a:lnTo>
                    <a:pt x="10888" y="13172"/>
                  </a:lnTo>
                  <a:lnTo>
                    <a:pt x="9812" y="11291"/>
                  </a:lnTo>
                  <a:lnTo>
                    <a:pt x="11022" y="9275"/>
                  </a:lnTo>
                  <a:lnTo>
                    <a:pt x="1614" y="1"/>
                  </a:lnTo>
                  <a:close/>
                </a:path>
              </a:pathLst>
            </a:custGeom>
            <a:solidFill>
              <a:srgbClr val="0BD1C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479" name="Google Shape;479;p5"/>
            <p:cNvSpPr/>
            <p:nvPr/>
          </p:nvSpPr>
          <p:spPr>
            <a:xfrm>
              <a:off x="1676275" y="3964650"/>
              <a:ext cx="433475" cy="319225"/>
            </a:xfrm>
            <a:custGeom>
              <a:rect b="b" l="l" r="r" t="t"/>
              <a:pathLst>
                <a:path extrusionOk="0" h="12769" w="17339">
                  <a:moveTo>
                    <a:pt x="0" y="0"/>
                  </a:moveTo>
                  <a:lnTo>
                    <a:pt x="12769" y="12769"/>
                  </a:lnTo>
                  <a:lnTo>
                    <a:pt x="17339" y="12769"/>
                  </a:lnTo>
                  <a:lnTo>
                    <a:pt x="4570" y="0"/>
                  </a:lnTo>
                  <a:close/>
                </a:path>
              </a:pathLst>
            </a:custGeom>
            <a:solidFill>
              <a:srgbClr val="0BD1C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480" name="Google Shape;480;p5"/>
            <p:cNvSpPr/>
            <p:nvPr/>
          </p:nvSpPr>
          <p:spPr>
            <a:xfrm>
              <a:off x="392675" y="2513050"/>
              <a:ext cx="275575" cy="309175"/>
            </a:xfrm>
            <a:custGeom>
              <a:rect b="b" l="l" r="r" t="t"/>
              <a:pathLst>
                <a:path extrusionOk="0" h="12367" w="11023">
                  <a:moveTo>
                    <a:pt x="1748" y="1"/>
                  </a:moveTo>
                  <a:lnTo>
                    <a:pt x="1" y="2958"/>
                  </a:lnTo>
                  <a:lnTo>
                    <a:pt x="9409" y="12366"/>
                  </a:lnTo>
                  <a:lnTo>
                    <a:pt x="11022" y="9409"/>
                  </a:lnTo>
                  <a:lnTo>
                    <a:pt x="1748" y="1"/>
                  </a:lnTo>
                  <a:close/>
                </a:path>
              </a:pathLst>
            </a:custGeom>
            <a:solidFill>
              <a:srgbClr val="0CCFC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481" name="Google Shape;481;p5"/>
            <p:cNvSpPr/>
            <p:nvPr/>
          </p:nvSpPr>
          <p:spPr>
            <a:xfrm>
              <a:off x="1773725" y="3964650"/>
              <a:ext cx="433475" cy="319225"/>
            </a:xfrm>
            <a:custGeom>
              <a:rect b="b" l="l" r="r" t="t"/>
              <a:pathLst>
                <a:path extrusionOk="0" h="12769" w="17339">
                  <a:moveTo>
                    <a:pt x="0" y="0"/>
                  </a:moveTo>
                  <a:lnTo>
                    <a:pt x="12634" y="12769"/>
                  </a:lnTo>
                  <a:lnTo>
                    <a:pt x="17339" y="12769"/>
                  </a:lnTo>
                  <a:lnTo>
                    <a:pt x="4570" y="0"/>
                  </a:lnTo>
                  <a:close/>
                </a:path>
              </a:pathLst>
            </a:custGeom>
            <a:solidFill>
              <a:srgbClr val="0CCFC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482" name="Google Shape;482;p5"/>
            <p:cNvSpPr/>
            <p:nvPr/>
          </p:nvSpPr>
          <p:spPr>
            <a:xfrm>
              <a:off x="429650" y="2452575"/>
              <a:ext cx="275550" cy="305800"/>
            </a:xfrm>
            <a:custGeom>
              <a:rect b="b" l="l" r="r" t="t"/>
              <a:pathLst>
                <a:path extrusionOk="0" h="12232" w="11022">
                  <a:moveTo>
                    <a:pt x="1748" y="1"/>
                  </a:moveTo>
                  <a:lnTo>
                    <a:pt x="0" y="2957"/>
                  </a:lnTo>
                  <a:lnTo>
                    <a:pt x="9274" y="12232"/>
                  </a:lnTo>
                  <a:lnTo>
                    <a:pt x="11022" y="9275"/>
                  </a:lnTo>
                  <a:lnTo>
                    <a:pt x="1748" y="1"/>
                  </a:lnTo>
                  <a:close/>
                </a:path>
              </a:pathLst>
            </a:custGeom>
            <a:solidFill>
              <a:srgbClr val="0DCDCE"/>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483" name="Google Shape;483;p5"/>
            <p:cNvSpPr/>
            <p:nvPr/>
          </p:nvSpPr>
          <p:spPr>
            <a:xfrm>
              <a:off x="1871150" y="3964650"/>
              <a:ext cx="433500" cy="319225"/>
            </a:xfrm>
            <a:custGeom>
              <a:rect b="b" l="l" r="r" t="t"/>
              <a:pathLst>
                <a:path extrusionOk="0" h="12769" w="17340">
                  <a:moveTo>
                    <a:pt x="1" y="0"/>
                  </a:moveTo>
                  <a:lnTo>
                    <a:pt x="12635" y="12769"/>
                  </a:lnTo>
                  <a:lnTo>
                    <a:pt x="17340" y="12769"/>
                  </a:lnTo>
                  <a:lnTo>
                    <a:pt x="4571" y="0"/>
                  </a:lnTo>
                  <a:close/>
                </a:path>
              </a:pathLst>
            </a:custGeom>
            <a:solidFill>
              <a:srgbClr val="0DCDCE"/>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484" name="Google Shape;484;p5"/>
            <p:cNvSpPr/>
            <p:nvPr/>
          </p:nvSpPr>
          <p:spPr>
            <a:xfrm>
              <a:off x="1965250" y="3964650"/>
              <a:ext cx="436850" cy="319225"/>
            </a:xfrm>
            <a:custGeom>
              <a:rect b="b" l="l" r="r" t="t"/>
              <a:pathLst>
                <a:path extrusionOk="0" h="12769" w="17474">
                  <a:moveTo>
                    <a:pt x="0" y="0"/>
                  </a:moveTo>
                  <a:lnTo>
                    <a:pt x="12769" y="12769"/>
                  </a:lnTo>
                  <a:lnTo>
                    <a:pt x="17473" y="12769"/>
                  </a:lnTo>
                  <a:lnTo>
                    <a:pt x="4705" y="0"/>
                  </a:lnTo>
                  <a:close/>
                </a:path>
              </a:pathLst>
            </a:custGeom>
            <a:solidFill>
              <a:srgbClr val="0ECCC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485" name="Google Shape;485;p5"/>
            <p:cNvSpPr/>
            <p:nvPr/>
          </p:nvSpPr>
          <p:spPr>
            <a:xfrm>
              <a:off x="466600" y="2392100"/>
              <a:ext cx="272200" cy="305800"/>
            </a:xfrm>
            <a:custGeom>
              <a:rect b="b" l="l" r="r" t="t"/>
              <a:pathLst>
                <a:path extrusionOk="0" h="12232" w="10888">
                  <a:moveTo>
                    <a:pt x="1614" y="0"/>
                  </a:moveTo>
                  <a:lnTo>
                    <a:pt x="1" y="2957"/>
                  </a:lnTo>
                  <a:lnTo>
                    <a:pt x="9275" y="12231"/>
                  </a:lnTo>
                  <a:lnTo>
                    <a:pt x="10888" y="9274"/>
                  </a:lnTo>
                  <a:lnTo>
                    <a:pt x="1614" y="0"/>
                  </a:lnTo>
                  <a:close/>
                </a:path>
              </a:pathLst>
            </a:custGeom>
            <a:solidFill>
              <a:srgbClr val="0ECCC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486" name="Google Shape;486;p5"/>
            <p:cNvSpPr/>
            <p:nvPr/>
          </p:nvSpPr>
          <p:spPr>
            <a:xfrm>
              <a:off x="2062700" y="3964650"/>
              <a:ext cx="433475" cy="319225"/>
            </a:xfrm>
            <a:custGeom>
              <a:rect b="b" l="l" r="r" t="t"/>
              <a:pathLst>
                <a:path extrusionOk="0" h="12769" w="17339">
                  <a:moveTo>
                    <a:pt x="0" y="0"/>
                  </a:moveTo>
                  <a:lnTo>
                    <a:pt x="12769" y="12769"/>
                  </a:lnTo>
                  <a:lnTo>
                    <a:pt x="17339" y="12769"/>
                  </a:lnTo>
                  <a:lnTo>
                    <a:pt x="4704" y="0"/>
                  </a:lnTo>
                  <a:close/>
                </a:path>
              </a:pathLst>
            </a:custGeom>
            <a:solidFill>
              <a:srgbClr val="10CAC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487" name="Google Shape;487;p5"/>
            <p:cNvSpPr/>
            <p:nvPr/>
          </p:nvSpPr>
          <p:spPr>
            <a:xfrm>
              <a:off x="500200" y="2328250"/>
              <a:ext cx="275575" cy="309150"/>
            </a:xfrm>
            <a:custGeom>
              <a:rect b="b" l="l" r="r" t="t"/>
              <a:pathLst>
                <a:path extrusionOk="0" h="12366" w="11023">
                  <a:moveTo>
                    <a:pt x="1748" y="1"/>
                  </a:moveTo>
                  <a:lnTo>
                    <a:pt x="1" y="2957"/>
                  </a:lnTo>
                  <a:lnTo>
                    <a:pt x="9275" y="12366"/>
                  </a:lnTo>
                  <a:lnTo>
                    <a:pt x="11022" y="9409"/>
                  </a:lnTo>
                  <a:lnTo>
                    <a:pt x="1748" y="1"/>
                  </a:lnTo>
                  <a:close/>
                </a:path>
              </a:pathLst>
            </a:custGeom>
            <a:solidFill>
              <a:srgbClr val="10CAC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488" name="Google Shape;488;p5"/>
            <p:cNvSpPr/>
            <p:nvPr/>
          </p:nvSpPr>
          <p:spPr>
            <a:xfrm>
              <a:off x="537175" y="2267775"/>
              <a:ext cx="275550" cy="305800"/>
            </a:xfrm>
            <a:custGeom>
              <a:rect b="b" l="l" r="r" t="t"/>
              <a:pathLst>
                <a:path extrusionOk="0" h="12232" w="11022">
                  <a:moveTo>
                    <a:pt x="1613" y="0"/>
                  </a:moveTo>
                  <a:lnTo>
                    <a:pt x="0" y="2957"/>
                  </a:lnTo>
                  <a:lnTo>
                    <a:pt x="9274" y="12231"/>
                  </a:lnTo>
                  <a:lnTo>
                    <a:pt x="11022" y="9274"/>
                  </a:lnTo>
                  <a:lnTo>
                    <a:pt x="1613" y="0"/>
                  </a:lnTo>
                  <a:close/>
                </a:path>
              </a:pathLst>
            </a:custGeom>
            <a:solidFill>
              <a:srgbClr val="11C8D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489" name="Google Shape;489;p5"/>
            <p:cNvSpPr/>
            <p:nvPr/>
          </p:nvSpPr>
          <p:spPr>
            <a:xfrm>
              <a:off x="2160150" y="3964650"/>
              <a:ext cx="433475" cy="319225"/>
            </a:xfrm>
            <a:custGeom>
              <a:rect b="b" l="l" r="r" t="t"/>
              <a:pathLst>
                <a:path extrusionOk="0" h="12769" w="17339">
                  <a:moveTo>
                    <a:pt x="0" y="0"/>
                  </a:moveTo>
                  <a:lnTo>
                    <a:pt x="12769" y="12769"/>
                  </a:lnTo>
                  <a:lnTo>
                    <a:pt x="17339" y="12769"/>
                  </a:lnTo>
                  <a:lnTo>
                    <a:pt x="4704" y="0"/>
                  </a:lnTo>
                  <a:close/>
                </a:path>
              </a:pathLst>
            </a:custGeom>
            <a:solidFill>
              <a:srgbClr val="11C8D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490" name="Google Shape;490;p5"/>
            <p:cNvSpPr/>
            <p:nvPr/>
          </p:nvSpPr>
          <p:spPr>
            <a:xfrm>
              <a:off x="570775" y="2207275"/>
              <a:ext cx="275550" cy="305800"/>
            </a:xfrm>
            <a:custGeom>
              <a:rect b="b" l="l" r="r" t="t"/>
              <a:pathLst>
                <a:path extrusionOk="0" h="12232" w="11022">
                  <a:moveTo>
                    <a:pt x="1748" y="1"/>
                  </a:moveTo>
                  <a:lnTo>
                    <a:pt x="0" y="2958"/>
                  </a:lnTo>
                  <a:lnTo>
                    <a:pt x="9409" y="12232"/>
                  </a:lnTo>
                  <a:lnTo>
                    <a:pt x="11022" y="9275"/>
                  </a:lnTo>
                  <a:lnTo>
                    <a:pt x="1748" y="1"/>
                  </a:lnTo>
                  <a:close/>
                </a:path>
              </a:pathLst>
            </a:custGeom>
            <a:solidFill>
              <a:srgbClr val="12C7D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491" name="Google Shape;491;p5"/>
            <p:cNvSpPr/>
            <p:nvPr/>
          </p:nvSpPr>
          <p:spPr>
            <a:xfrm>
              <a:off x="2257575" y="3964650"/>
              <a:ext cx="433500" cy="319225"/>
            </a:xfrm>
            <a:custGeom>
              <a:rect b="b" l="l" r="r" t="t"/>
              <a:pathLst>
                <a:path extrusionOk="0" h="12769" w="17340">
                  <a:moveTo>
                    <a:pt x="1" y="0"/>
                  </a:moveTo>
                  <a:lnTo>
                    <a:pt x="12770" y="12769"/>
                  </a:lnTo>
                  <a:lnTo>
                    <a:pt x="17339" y="12769"/>
                  </a:lnTo>
                  <a:lnTo>
                    <a:pt x="4705" y="0"/>
                  </a:lnTo>
                  <a:close/>
                </a:path>
              </a:pathLst>
            </a:custGeom>
            <a:solidFill>
              <a:srgbClr val="12C7D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492" name="Google Shape;492;p5"/>
            <p:cNvSpPr/>
            <p:nvPr/>
          </p:nvSpPr>
          <p:spPr>
            <a:xfrm>
              <a:off x="2355025" y="3964650"/>
              <a:ext cx="383100" cy="319225"/>
            </a:xfrm>
            <a:custGeom>
              <a:rect b="b" l="l" r="r" t="t"/>
              <a:pathLst>
                <a:path extrusionOk="0" h="12769" w="15324">
                  <a:moveTo>
                    <a:pt x="1" y="0"/>
                  </a:moveTo>
                  <a:lnTo>
                    <a:pt x="12769" y="12769"/>
                  </a:lnTo>
                  <a:lnTo>
                    <a:pt x="14248" y="12769"/>
                  </a:lnTo>
                  <a:lnTo>
                    <a:pt x="15323" y="10753"/>
                  </a:lnTo>
                  <a:lnTo>
                    <a:pt x="4570" y="0"/>
                  </a:lnTo>
                  <a:close/>
                </a:path>
              </a:pathLst>
            </a:custGeom>
            <a:solidFill>
              <a:srgbClr val="13C5D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493" name="Google Shape;493;p5"/>
            <p:cNvSpPr/>
            <p:nvPr/>
          </p:nvSpPr>
          <p:spPr>
            <a:xfrm>
              <a:off x="607725" y="2146800"/>
              <a:ext cx="275575" cy="305800"/>
            </a:xfrm>
            <a:custGeom>
              <a:rect b="b" l="l" r="r" t="t"/>
              <a:pathLst>
                <a:path extrusionOk="0" h="12232" w="11023">
                  <a:moveTo>
                    <a:pt x="1614" y="1"/>
                  </a:moveTo>
                  <a:lnTo>
                    <a:pt x="1" y="2823"/>
                  </a:lnTo>
                  <a:lnTo>
                    <a:pt x="9275" y="12232"/>
                  </a:lnTo>
                  <a:lnTo>
                    <a:pt x="11022" y="9275"/>
                  </a:lnTo>
                  <a:lnTo>
                    <a:pt x="1614" y="1"/>
                  </a:lnTo>
                  <a:close/>
                </a:path>
              </a:pathLst>
            </a:custGeom>
            <a:solidFill>
              <a:srgbClr val="13C5D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494" name="Google Shape;494;p5"/>
            <p:cNvSpPr/>
            <p:nvPr/>
          </p:nvSpPr>
          <p:spPr>
            <a:xfrm>
              <a:off x="2452475" y="3941125"/>
              <a:ext cx="322600" cy="305800"/>
            </a:xfrm>
            <a:custGeom>
              <a:rect b="b" l="l" r="r" t="t"/>
              <a:pathLst>
                <a:path extrusionOk="0" h="12232" w="12904">
                  <a:moveTo>
                    <a:pt x="3495" y="1"/>
                  </a:moveTo>
                  <a:lnTo>
                    <a:pt x="2957" y="941"/>
                  </a:lnTo>
                  <a:lnTo>
                    <a:pt x="0" y="941"/>
                  </a:lnTo>
                  <a:lnTo>
                    <a:pt x="11156" y="12232"/>
                  </a:lnTo>
                  <a:lnTo>
                    <a:pt x="12904" y="9275"/>
                  </a:lnTo>
                  <a:lnTo>
                    <a:pt x="3495" y="1"/>
                  </a:lnTo>
                  <a:close/>
                </a:path>
              </a:pathLst>
            </a:custGeom>
            <a:solidFill>
              <a:srgbClr val="14C3D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495" name="Google Shape;495;p5"/>
            <p:cNvSpPr/>
            <p:nvPr/>
          </p:nvSpPr>
          <p:spPr>
            <a:xfrm>
              <a:off x="641325" y="2082950"/>
              <a:ext cx="275575" cy="305800"/>
            </a:xfrm>
            <a:custGeom>
              <a:rect b="b" l="l" r="r" t="t"/>
              <a:pathLst>
                <a:path extrusionOk="0" h="12232" w="11023">
                  <a:moveTo>
                    <a:pt x="1748" y="1"/>
                  </a:moveTo>
                  <a:lnTo>
                    <a:pt x="1" y="2958"/>
                  </a:lnTo>
                  <a:lnTo>
                    <a:pt x="9409" y="12232"/>
                  </a:lnTo>
                  <a:lnTo>
                    <a:pt x="11022" y="9409"/>
                  </a:lnTo>
                  <a:lnTo>
                    <a:pt x="1748" y="1"/>
                  </a:lnTo>
                  <a:close/>
                </a:path>
              </a:pathLst>
            </a:custGeom>
            <a:solidFill>
              <a:srgbClr val="14C3D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496" name="Google Shape;496;p5"/>
            <p:cNvSpPr/>
            <p:nvPr/>
          </p:nvSpPr>
          <p:spPr>
            <a:xfrm>
              <a:off x="678300" y="2022475"/>
              <a:ext cx="275550" cy="305800"/>
            </a:xfrm>
            <a:custGeom>
              <a:rect b="b" l="l" r="r" t="t"/>
              <a:pathLst>
                <a:path extrusionOk="0" h="12232" w="11022">
                  <a:moveTo>
                    <a:pt x="1748" y="1"/>
                  </a:moveTo>
                  <a:lnTo>
                    <a:pt x="0" y="2957"/>
                  </a:lnTo>
                  <a:lnTo>
                    <a:pt x="9274" y="12232"/>
                  </a:lnTo>
                  <a:lnTo>
                    <a:pt x="11022" y="9275"/>
                  </a:lnTo>
                  <a:lnTo>
                    <a:pt x="1748" y="1"/>
                  </a:lnTo>
                  <a:close/>
                </a:path>
              </a:pathLst>
            </a:custGeom>
            <a:solidFill>
              <a:srgbClr val="15C1D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497" name="Google Shape;497;p5"/>
            <p:cNvSpPr/>
            <p:nvPr/>
          </p:nvSpPr>
          <p:spPr>
            <a:xfrm>
              <a:off x="2533125" y="3877275"/>
              <a:ext cx="275550" cy="309175"/>
            </a:xfrm>
            <a:custGeom>
              <a:rect b="b" l="l" r="r" t="t"/>
              <a:pathLst>
                <a:path extrusionOk="0" h="12367" w="11022">
                  <a:moveTo>
                    <a:pt x="1748" y="1"/>
                  </a:moveTo>
                  <a:lnTo>
                    <a:pt x="0" y="2958"/>
                  </a:lnTo>
                  <a:lnTo>
                    <a:pt x="9409" y="12366"/>
                  </a:lnTo>
                  <a:lnTo>
                    <a:pt x="11022" y="9409"/>
                  </a:lnTo>
                  <a:lnTo>
                    <a:pt x="1748" y="1"/>
                  </a:lnTo>
                  <a:close/>
                </a:path>
              </a:pathLst>
            </a:custGeom>
            <a:solidFill>
              <a:srgbClr val="15C1D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498" name="Google Shape;498;p5"/>
            <p:cNvSpPr/>
            <p:nvPr/>
          </p:nvSpPr>
          <p:spPr>
            <a:xfrm>
              <a:off x="2570075" y="3816800"/>
              <a:ext cx="275575" cy="305800"/>
            </a:xfrm>
            <a:custGeom>
              <a:rect b="b" l="l" r="r" t="t"/>
              <a:pathLst>
                <a:path extrusionOk="0" h="12232" w="11023">
                  <a:moveTo>
                    <a:pt x="1614" y="1"/>
                  </a:moveTo>
                  <a:lnTo>
                    <a:pt x="1" y="2957"/>
                  </a:lnTo>
                  <a:lnTo>
                    <a:pt x="9275" y="12232"/>
                  </a:lnTo>
                  <a:lnTo>
                    <a:pt x="11022" y="9275"/>
                  </a:lnTo>
                  <a:lnTo>
                    <a:pt x="1614" y="1"/>
                  </a:lnTo>
                  <a:close/>
                </a:path>
              </a:pathLst>
            </a:custGeom>
            <a:solidFill>
              <a:srgbClr val="16C0D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499" name="Google Shape;499;p5"/>
            <p:cNvSpPr/>
            <p:nvPr/>
          </p:nvSpPr>
          <p:spPr>
            <a:xfrm>
              <a:off x="711900" y="1962000"/>
              <a:ext cx="275550" cy="305800"/>
            </a:xfrm>
            <a:custGeom>
              <a:rect b="b" l="l" r="r" t="t"/>
              <a:pathLst>
                <a:path extrusionOk="0" h="12232" w="11022">
                  <a:moveTo>
                    <a:pt x="1748" y="0"/>
                  </a:moveTo>
                  <a:lnTo>
                    <a:pt x="0" y="2957"/>
                  </a:lnTo>
                  <a:lnTo>
                    <a:pt x="9409" y="12231"/>
                  </a:lnTo>
                  <a:lnTo>
                    <a:pt x="11022" y="9274"/>
                  </a:lnTo>
                  <a:lnTo>
                    <a:pt x="1748" y="0"/>
                  </a:lnTo>
                  <a:close/>
                </a:path>
              </a:pathLst>
            </a:custGeom>
            <a:solidFill>
              <a:srgbClr val="16C0D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500" name="Google Shape;500;p5"/>
            <p:cNvSpPr/>
            <p:nvPr/>
          </p:nvSpPr>
          <p:spPr>
            <a:xfrm>
              <a:off x="2603675" y="3756325"/>
              <a:ext cx="275575" cy="305800"/>
            </a:xfrm>
            <a:custGeom>
              <a:rect b="b" l="l" r="r" t="t"/>
              <a:pathLst>
                <a:path extrusionOk="0" h="12232" w="11023">
                  <a:moveTo>
                    <a:pt x="1748" y="0"/>
                  </a:moveTo>
                  <a:lnTo>
                    <a:pt x="1" y="2957"/>
                  </a:lnTo>
                  <a:lnTo>
                    <a:pt x="9409" y="12231"/>
                  </a:lnTo>
                  <a:lnTo>
                    <a:pt x="11022" y="9274"/>
                  </a:lnTo>
                  <a:lnTo>
                    <a:pt x="1748" y="0"/>
                  </a:lnTo>
                  <a:close/>
                </a:path>
              </a:pathLst>
            </a:custGeom>
            <a:solidFill>
              <a:srgbClr val="17BED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501" name="Google Shape;501;p5"/>
            <p:cNvSpPr/>
            <p:nvPr/>
          </p:nvSpPr>
          <p:spPr>
            <a:xfrm>
              <a:off x="748850" y="1898150"/>
              <a:ext cx="275575" cy="309150"/>
            </a:xfrm>
            <a:custGeom>
              <a:rect b="b" l="l" r="r" t="t"/>
              <a:pathLst>
                <a:path extrusionOk="0" h="12366" w="11023">
                  <a:moveTo>
                    <a:pt x="1748" y="0"/>
                  </a:moveTo>
                  <a:lnTo>
                    <a:pt x="1" y="2957"/>
                  </a:lnTo>
                  <a:lnTo>
                    <a:pt x="9275" y="12366"/>
                  </a:lnTo>
                  <a:lnTo>
                    <a:pt x="11022" y="9409"/>
                  </a:lnTo>
                  <a:lnTo>
                    <a:pt x="1748" y="0"/>
                  </a:lnTo>
                  <a:close/>
                </a:path>
              </a:pathLst>
            </a:custGeom>
            <a:solidFill>
              <a:srgbClr val="17BED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502" name="Google Shape;502;p5"/>
            <p:cNvSpPr/>
            <p:nvPr/>
          </p:nvSpPr>
          <p:spPr>
            <a:xfrm>
              <a:off x="2640650" y="3692475"/>
              <a:ext cx="275550" cy="309150"/>
            </a:xfrm>
            <a:custGeom>
              <a:rect b="b" l="l" r="r" t="t"/>
              <a:pathLst>
                <a:path extrusionOk="0" h="12366" w="11022">
                  <a:moveTo>
                    <a:pt x="1748" y="0"/>
                  </a:moveTo>
                  <a:lnTo>
                    <a:pt x="0" y="2957"/>
                  </a:lnTo>
                  <a:lnTo>
                    <a:pt x="9274" y="12366"/>
                  </a:lnTo>
                  <a:lnTo>
                    <a:pt x="11022" y="9409"/>
                  </a:lnTo>
                  <a:lnTo>
                    <a:pt x="1748" y="0"/>
                  </a:lnTo>
                  <a:close/>
                </a:path>
              </a:pathLst>
            </a:custGeom>
            <a:solidFill>
              <a:srgbClr val="18BCD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503" name="Google Shape;503;p5"/>
            <p:cNvSpPr/>
            <p:nvPr/>
          </p:nvSpPr>
          <p:spPr>
            <a:xfrm>
              <a:off x="785825" y="1837675"/>
              <a:ext cx="275550" cy="305800"/>
            </a:xfrm>
            <a:custGeom>
              <a:rect b="b" l="l" r="r" t="t"/>
              <a:pathLst>
                <a:path extrusionOk="0" h="12232" w="11022">
                  <a:moveTo>
                    <a:pt x="1613" y="0"/>
                  </a:moveTo>
                  <a:lnTo>
                    <a:pt x="0" y="2957"/>
                  </a:lnTo>
                  <a:lnTo>
                    <a:pt x="9275" y="12231"/>
                  </a:lnTo>
                  <a:lnTo>
                    <a:pt x="11022" y="9274"/>
                  </a:lnTo>
                  <a:lnTo>
                    <a:pt x="1613" y="0"/>
                  </a:lnTo>
                  <a:close/>
                </a:path>
              </a:pathLst>
            </a:custGeom>
            <a:solidFill>
              <a:srgbClr val="18BCD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504" name="Google Shape;504;p5"/>
            <p:cNvSpPr/>
            <p:nvPr/>
          </p:nvSpPr>
          <p:spPr>
            <a:xfrm>
              <a:off x="2677600" y="3632000"/>
              <a:ext cx="275575" cy="305800"/>
            </a:xfrm>
            <a:custGeom>
              <a:rect b="b" l="l" r="r" t="t"/>
              <a:pathLst>
                <a:path extrusionOk="0" h="12232" w="11023">
                  <a:moveTo>
                    <a:pt x="1614" y="0"/>
                  </a:moveTo>
                  <a:lnTo>
                    <a:pt x="1" y="2957"/>
                  </a:lnTo>
                  <a:lnTo>
                    <a:pt x="9275" y="12231"/>
                  </a:lnTo>
                  <a:lnTo>
                    <a:pt x="11022" y="9274"/>
                  </a:lnTo>
                  <a:lnTo>
                    <a:pt x="1614" y="0"/>
                  </a:lnTo>
                  <a:close/>
                </a:path>
              </a:pathLst>
            </a:custGeom>
            <a:solidFill>
              <a:srgbClr val="19BBD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505" name="Google Shape;505;p5"/>
            <p:cNvSpPr/>
            <p:nvPr/>
          </p:nvSpPr>
          <p:spPr>
            <a:xfrm>
              <a:off x="819425" y="1777175"/>
              <a:ext cx="275550" cy="305800"/>
            </a:xfrm>
            <a:custGeom>
              <a:rect b="b" l="l" r="r" t="t"/>
              <a:pathLst>
                <a:path extrusionOk="0" h="12232" w="11022">
                  <a:moveTo>
                    <a:pt x="1748" y="1"/>
                  </a:moveTo>
                  <a:lnTo>
                    <a:pt x="0" y="2958"/>
                  </a:lnTo>
                  <a:lnTo>
                    <a:pt x="9275" y="12232"/>
                  </a:lnTo>
                  <a:lnTo>
                    <a:pt x="11022" y="9275"/>
                  </a:lnTo>
                  <a:lnTo>
                    <a:pt x="1748" y="1"/>
                  </a:lnTo>
                  <a:close/>
                </a:path>
              </a:pathLst>
            </a:custGeom>
            <a:solidFill>
              <a:srgbClr val="19BBD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506" name="Google Shape;506;p5"/>
            <p:cNvSpPr/>
            <p:nvPr/>
          </p:nvSpPr>
          <p:spPr>
            <a:xfrm>
              <a:off x="2711200" y="3571500"/>
              <a:ext cx="275575" cy="305800"/>
            </a:xfrm>
            <a:custGeom>
              <a:rect b="b" l="l" r="r" t="t"/>
              <a:pathLst>
                <a:path extrusionOk="0" h="12232" w="11023">
                  <a:moveTo>
                    <a:pt x="1748" y="1"/>
                  </a:moveTo>
                  <a:lnTo>
                    <a:pt x="1" y="2958"/>
                  </a:lnTo>
                  <a:lnTo>
                    <a:pt x="9275" y="12232"/>
                  </a:lnTo>
                  <a:lnTo>
                    <a:pt x="11022" y="9275"/>
                  </a:lnTo>
                  <a:lnTo>
                    <a:pt x="1748" y="1"/>
                  </a:lnTo>
                  <a:close/>
                </a:path>
              </a:pathLst>
            </a:custGeom>
            <a:solidFill>
              <a:srgbClr val="1BB9D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507" name="Google Shape;507;p5"/>
            <p:cNvSpPr/>
            <p:nvPr/>
          </p:nvSpPr>
          <p:spPr>
            <a:xfrm>
              <a:off x="856375" y="1713350"/>
              <a:ext cx="275575" cy="309150"/>
            </a:xfrm>
            <a:custGeom>
              <a:rect b="b" l="l" r="r" t="t"/>
              <a:pathLst>
                <a:path extrusionOk="0" h="12366" w="11023">
                  <a:moveTo>
                    <a:pt x="1614" y="0"/>
                  </a:moveTo>
                  <a:lnTo>
                    <a:pt x="1" y="2957"/>
                  </a:lnTo>
                  <a:lnTo>
                    <a:pt x="9275" y="12366"/>
                  </a:lnTo>
                  <a:lnTo>
                    <a:pt x="11022" y="9409"/>
                  </a:lnTo>
                  <a:lnTo>
                    <a:pt x="1614" y="0"/>
                  </a:lnTo>
                  <a:close/>
                </a:path>
              </a:pathLst>
            </a:custGeom>
            <a:solidFill>
              <a:srgbClr val="1BB9D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508" name="Google Shape;508;p5"/>
            <p:cNvSpPr/>
            <p:nvPr/>
          </p:nvSpPr>
          <p:spPr>
            <a:xfrm>
              <a:off x="890000" y="1652850"/>
              <a:ext cx="275550" cy="305800"/>
            </a:xfrm>
            <a:custGeom>
              <a:rect b="b" l="l" r="r" t="t"/>
              <a:pathLst>
                <a:path extrusionOk="0" h="12232" w="11022">
                  <a:moveTo>
                    <a:pt x="1747" y="1"/>
                  </a:moveTo>
                  <a:lnTo>
                    <a:pt x="0" y="2958"/>
                  </a:lnTo>
                  <a:lnTo>
                    <a:pt x="9409" y="12232"/>
                  </a:lnTo>
                  <a:lnTo>
                    <a:pt x="11021" y="9275"/>
                  </a:lnTo>
                  <a:lnTo>
                    <a:pt x="1747" y="1"/>
                  </a:lnTo>
                  <a:close/>
                </a:path>
              </a:pathLst>
            </a:custGeom>
            <a:solidFill>
              <a:srgbClr val="1CB7D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509" name="Google Shape;509;p5"/>
            <p:cNvSpPr/>
            <p:nvPr/>
          </p:nvSpPr>
          <p:spPr>
            <a:xfrm>
              <a:off x="2748175" y="3511025"/>
              <a:ext cx="275550" cy="305800"/>
            </a:xfrm>
            <a:custGeom>
              <a:rect b="b" l="l" r="r" t="t"/>
              <a:pathLst>
                <a:path extrusionOk="0" h="12232" w="11022">
                  <a:moveTo>
                    <a:pt x="1613" y="1"/>
                  </a:moveTo>
                  <a:lnTo>
                    <a:pt x="0" y="2823"/>
                  </a:lnTo>
                  <a:lnTo>
                    <a:pt x="9274" y="12232"/>
                  </a:lnTo>
                  <a:lnTo>
                    <a:pt x="11022" y="9275"/>
                  </a:lnTo>
                  <a:lnTo>
                    <a:pt x="1613" y="1"/>
                  </a:lnTo>
                  <a:close/>
                </a:path>
              </a:pathLst>
            </a:custGeom>
            <a:solidFill>
              <a:srgbClr val="1CB7D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510" name="Google Shape;510;p5"/>
            <p:cNvSpPr/>
            <p:nvPr/>
          </p:nvSpPr>
          <p:spPr>
            <a:xfrm>
              <a:off x="2781775" y="3447175"/>
              <a:ext cx="275550" cy="305800"/>
            </a:xfrm>
            <a:custGeom>
              <a:rect b="b" l="l" r="r" t="t"/>
              <a:pathLst>
                <a:path extrusionOk="0" h="12232" w="11022">
                  <a:moveTo>
                    <a:pt x="1748" y="1"/>
                  </a:moveTo>
                  <a:lnTo>
                    <a:pt x="0" y="2958"/>
                  </a:lnTo>
                  <a:lnTo>
                    <a:pt x="9409" y="12232"/>
                  </a:lnTo>
                  <a:lnTo>
                    <a:pt x="11022" y="9409"/>
                  </a:lnTo>
                  <a:lnTo>
                    <a:pt x="1748" y="1"/>
                  </a:lnTo>
                  <a:close/>
                </a:path>
              </a:pathLst>
            </a:custGeom>
            <a:solidFill>
              <a:srgbClr val="1DB5D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511" name="Google Shape;511;p5"/>
            <p:cNvSpPr/>
            <p:nvPr/>
          </p:nvSpPr>
          <p:spPr>
            <a:xfrm>
              <a:off x="926950" y="1592375"/>
              <a:ext cx="275550" cy="305800"/>
            </a:xfrm>
            <a:custGeom>
              <a:rect b="b" l="l" r="r" t="t"/>
              <a:pathLst>
                <a:path extrusionOk="0" h="12232" w="11022">
                  <a:moveTo>
                    <a:pt x="1613" y="1"/>
                  </a:moveTo>
                  <a:lnTo>
                    <a:pt x="1" y="2957"/>
                  </a:lnTo>
                  <a:lnTo>
                    <a:pt x="9275" y="12231"/>
                  </a:lnTo>
                  <a:lnTo>
                    <a:pt x="11022" y="9275"/>
                  </a:lnTo>
                  <a:lnTo>
                    <a:pt x="1613" y="1"/>
                  </a:lnTo>
                  <a:close/>
                </a:path>
              </a:pathLst>
            </a:custGeom>
            <a:solidFill>
              <a:srgbClr val="1DB5D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512" name="Google Shape;512;p5"/>
            <p:cNvSpPr/>
            <p:nvPr/>
          </p:nvSpPr>
          <p:spPr>
            <a:xfrm>
              <a:off x="960550" y="1531900"/>
              <a:ext cx="275550" cy="305800"/>
            </a:xfrm>
            <a:custGeom>
              <a:rect b="b" l="l" r="r" t="t"/>
              <a:pathLst>
                <a:path extrusionOk="0" h="12232" w="11022">
                  <a:moveTo>
                    <a:pt x="1748" y="0"/>
                  </a:moveTo>
                  <a:lnTo>
                    <a:pt x="1" y="2823"/>
                  </a:lnTo>
                  <a:lnTo>
                    <a:pt x="9409" y="12231"/>
                  </a:lnTo>
                  <a:lnTo>
                    <a:pt x="11022" y="9274"/>
                  </a:lnTo>
                  <a:lnTo>
                    <a:pt x="1748" y="0"/>
                  </a:lnTo>
                  <a:close/>
                </a:path>
              </a:pathLst>
            </a:custGeom>
            <a:solidFill>
              <a:srgbClr val="1EB4D7"/>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513" name="Google Shape;513;p5"/>
            <p:cNvSpPr/>
            <p:nvPr/>
          </p:nvSpPr>
          <p:spPr>
            <a:xfrm>
              <a:off x="2818725" y="3386700"/>
              <a:ext cx="275575" cy="305800"/>
            </a:xfrm>
            <a:custGeom>
              <a:rect b="b" l="l" r="r" t="t"/>
              <a:pathLst>
                <a:path extrusionOk="0" h="12232" w="11023">
                  <a:moveTo>
                    <a:pt x="1614" y="1"/>
                  </a:moveTo>
                  <a:lnTo>
                    <a:pt x="1" y="2957"/>
                  </a:lnTo>
                  <a:lnTo>
                    <a:pt x="9275" y="12231"/>
                  </a:lnTo>
                  <a:lnTo>
                    <a:pt x="11022" y="9275"/>
                  </a:lnTo>
                  <a:lnTo>
                    <a:pt x="1614" y="1"/>
                  </a:lnTo>
                  <a:close/>
                </a:path>
              </a:pathLst>
            </a:custGeom>
            <a:solidFill>
              <a:srgbClr val="1EB4D7"/>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514" name="Google Shape;514;p5"/>
            <p:cNvSpPr/>
            <p:nvPr/>
          </p:nvSpPr>
          <p:spPr>
            <a:xfrm>
              <a:off x="997525" y="1468050"/>
              <a:ext cx="322600" cy="305800"/>
            </a:xfrm>
            <a:custGeom>
              <a:rect b="b" l="l" r="r" t="t"/>
              <a:pathLst>
                <a:path extrusionOk="0" h="12232" w="12904">
                  <a:moveTo>
                    <a:pt x="1747" y="0"/>
                  </a:moveTo>
                  <a:lnTo>
                    <a:pt x="0" y="2957"/>
                  </a:lnTo>
                  <a:lnTo>
                    <a:pt x="9274" y="12231"/>
                  </a:lnTo>
                  <a:lnTo>
                    <a:pt x="9946" y="11291"/>
                  </a:lnTo>
                  <a:lnTo>
                    <a:pt x="12903" y="11291"/>
                  </a:lnTo>
                  <a:lnTo>
                    <a:pt x="1747" y="0"/>
                  </a:lnTo>
                  <a:close/>
                </a:path>
              </a:pathLst>
            </a:custGeom>
            <a:solidFill>
              <a:srgbClr val="1FB2D7"/>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515" name="Google Shape;515;p5"/>
            <p:cNvSpPr/>
            <p:nvPr/>
          </p:nvSpPr>
          <p:spPr>
            <a:xfrm>
              <a:off x="2852325" y="3326225"/>
              <a:ext cx="275575" cy="305800"/>
            </a:xfrm>
            <a:custGeom>
              <a:rect b="b" l="l" r="r" t="t"/>
              <a:pathLst>
                <a:path extrusionOk="0" h="12232" w="11023">
                  <a:moveTo>
                    <a:pt x="1748" y="0"/>
                  </a:moveTo>
                  <a:lnTo>
                    <a:pt x="1" y="2957"/>
                  </a:lnTo>
                  <a:lnTo>
                    <a:pt x="9409" y="12231"/>
                  </a:lnTo>
                  <a:lnTo>
                    <a:pt x="11022" y="9274"/>
                  </a:lnTo>
                  <a:lnTo>
                    <a:pt x="1748" y="0"/>
                  </a:lnTo>
                  <a:close/>
                </a:path>
              </a:pathLst>
            </a:custGeom>
            <a:solidFill>
              <a:srgbClr val="1FB2D7"/>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516" name="Google Shape;516;p5"/>
            <p:cNvSpPr/>
            <p:nvPr/>
          </p:nvSpPr>
          <p:spPr>
            <a:xfrm>
              <a:off x="1034475" y="1431100"/>
              <a:ext cx="383075" cy="319225"/>
            </a:xfrm>
            <a:custGeom>
              <a:rect b="b" l="l" r="r" t="t"/>
              <a:pathLst>
                <a:path extrusionOk="0" h="12769" w="15323">
                  <a:moveTo>
                    <a:pt x="1076" y="0"/>
                  </a:moveTo>
                  <a:lnTo>
                    <a:pt x="1" y="2016"/>
                  </a:lnTo>
                  <a:lnTo>
                    <a:pt x="10619" y="12769"/>
                  </a:lnTo>
                  <a:lnTo>
                    <a:pt x="15323" y="12769"/>
                  </a:lnTo>
                  <a:lnTo>
                    <a:pt x="2554" y="0"/>
                  </a:lnTo>
                  <a:close/>
                </a:path>
              </a:pathLst>
            </a:custGeom>
            <a:solidFill>
              <a:srgbClr val="20B0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517" name="Google Shape;517;p5"/>
            <p:cNvSpPr/>
            <p:nvPr/>
          </p:nvSpPr>
          <p:spPr>
            <a:xfrm>
              <a:off x="2889300" y="3262375"/>
              <a:ext cx="275550" cy="309150"/>
            </a:xfrm>
            <a:custGeom>
              <a:rect b="b" l="l" r="r" t="t"/>
              <a:pathLst>
                <a:path extrusionOk="0" h="12366" w="11022">
                  <a:moveTo>
                    <a:pt x="1748" y="0"/>
                  </a:moveTo>
                  <a:lnTo>
                    <a:pt x="0" y="2957"/>
                  </a:lnTo>
                  <a:lnTo>
                    <a:pt x="9274" y="12366"/>
                  </a:lnTo>
                  <a:lnTo>
                    <a:pt x="11022" y="9409"/>
                  </a:lnTo>
                  <a:lnTo>
                    <a:pt x="1748" y="0"/>
                  </a:lnTo>
                  <a:close/>
                </a:path>
              </a:pathLst>
            </a:custGeom>
            <a:solidFill>
              <a:srgbClr val="20B0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518" name="Google Shape;518;p5"/>
            <p:cNvSpPr/>
            <p:nvPr/>
          </p:nvSpPr>
          <p:spPr>
            <a:xfrm>
              <a:off x="1078150" y="1431100"/>
              <a:ext cx="436850" cy="319225"/>
            </a:xfrm>
            <a:custGeom>
              <a:rect b="b" l="l" r="r" t="t"/>
              <a:pathLst>
                <a:path extrusionOk="0" h="12769" w="17474">
                  <a:moveTo>
                    <a:pt x="1" y="0"/>
                  </a:moveTo>
                  <a:lnTo>
                    <a:pt x="12770" y="12769"/>
                  </a:lnTo>
                  <a:lnTo>
                    <a:pt x="17474" y="12769"/>
                  </a:lnTo>
                  <a:lnTo>
                    <a:pt x="4705" y="0"/>
                  </a:lnTo>
                  <a:close/>
                </a:path>
              </a:pathLst>
            </a:custGeom>
            <a:solidFill>
              <a:srgbClr val="21AED9"/>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519" name="Google Shape;519;p5"/>
            <p:cNvSpPr/>
            <p:nvPr/>
          </p:nvSpPr>
          <p:spPr>
            <a:xfrm>
              <a:off x="2926250" y="3201900"/>
              <a:ext cx="272200" cy="305800"/>
            </a:xfrm>
            <a:custGeom>
              <a:rect b="b" l="l" r="r" t="t"/>
              <a:pathLst>
                <a:path extrusionOk="0" h="12232" w="10888">
                  <a:moveTo>
                    <a:pt x="1614" y="0"/>
                  </a:moveTo>
                  <a:lnTo>
                    <a:pt x="1" y="2957"/>
                  </a:lnTo>
                  <a:lnTo>
                    <a:pt x="9275" y="12231"/>
                  </a:lnTo>
                  <a:lnTo>
                    <a:pt x="10888" y="9274"/>
                  </a:lnTo>
                  <a:lnTo>
                    <a:pt x="1614" y="0"/>
                  </a:lnTo>
                  <a:close/>
                </a:path>
              </a:pathLst>
            </a:custGeom>
            <a:solidFill>
              <a:srgbClr val="21AED9"/>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520" name="Google Shape;520;p5"/>
            <p:cNvSpPr/>
            <p:nvPr/>
          </p:nvSpPr>
          <p:spPr>
            <a:xfrm>
              <a:off x="1175600" y="1431100"/>
              <a:ext cx="436850" cy="319225"/>
            </a:xfrm>
            <a:custGeom>
              <a:rect b="b" l="l" r="r" t="t"/>
              <a:pathLst>
                <a:path extrusionOk="0" h="12769" w="17474">
                  <a:moveTo>
                    <a:pt x="1" y="0"/>
                  </a:moveTo>
                  <a:lnTo>
                    <a:pt x="12769" y="12769"/>
                  </a:lnTo>
                  <a:lnTo>
                    <a:pt x="17474" y="12769"/>
                  </a:lnTo>
                  <a:lnTo>
                    <a:pt x="4705" y="0"/>
                  </a:lnTo>
                  <a:close/>
                </a:path>
              </a:pathLst>
            </a:custGeom>
            <a:solidFill>
              <a:srgbClr val="22ADD9"/>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521" name="Google Shape;521;p5"/>
            <p:cNvSpPr/>
            <p:nvPr/>
          </p:nvSpPr>
          <p:spPr>
            <a:xfrm>
              <a:off x="2959850" y="3141400"/>
              <a:ext cx="275575" cy="305800"/>
            </a:xfrm>
            <a:custGeom>
              <a:rect b="b" l="l" r="r" t="t"/>
              <a:pathLst>
                <a:path extrusionOk="0" h="12232" w="11023">
                  <a:moveTo>
                    <a:pt x="1748" y="1"/>
                  </a:moveTo>
                  <a:lnTo>
                    <a:pt x="1" y="2958"/>
                  </a:lnTo>
                  <a:lnTo>
                    <a:pt x="9275" y="12232"/>
                  </a:lnTo>
                  <a:lnTo>
                    <a:pt x="11022" y="9275"/>
                  </a:lnTo>
                  <a:lnTo>
                    <a:pt x="1748" y="1"/>
                  </a:lnTo>
                  <a:close/>
                </a:path>
              </a:pathLst>
            </a:custGeom>
            <a:solidFill>
              <a:srgbClr val="22ADD9"/>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522" name="Google Shape;522;p5"/>
            <p:cNvSpPr/>
            <p:nvPr/>
          </p:nvSpPr>
          <p:spPr>
            <a:xfrm>
              <a:off x="2996825" y="3077575"/>
              <a:ext cx="275550" cy="309150"/>
            </a:xfrm>
            <a:custGeom>
              <a:rect b="b" l="l" r="r" t="t"/>
              <a:pathLst>
                <a:path extrusionOk="0" h="12366" w="11022">
                  <a:moveTo>
                    <a:pt x="1613" y="0"/>
                  </a:moveTo>
                  <a:lnTo>
                    <a:pt x="0" y="2957"/>
                  </a:lnTo>
                  <a:lnTo>
                    <a:pt x="9275" y="12366"/>
                  </a:lnTo>
                  <a:lnTo>
                    <a:pt x="11022" y="9409"/>
                  </a:lnTo>
                  <a:lnTo>
                    <a:pt x="1613" y="0"/>
                  </a:lnTo>
                  <a:close/>
                </a:path>
              </a:pathLst>
            </a:custGeom>
            <a:solidFill>
              <a:srgbClr val="23ABDA"/>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523" name="Google Shape;523;p5"/>
            <p:cNvSpPr/>
            <p:nvPr/>
          </p:nvSpPr>
          <p:spPr>
            <a:xfrm>
              <a:off x="1273050" y="1431100"/>
              <a:ext cx="433500" cy="319225"/>
            </a:xfrm>
            <a:custGeom>
              <a:rect b="b" l="l" r="r" t="t"/>
              <a:pathLst>
                <a:path extrusionOk="0" h="12769" w="17340">
                  <a:moveTo>
                    <a:pt x="0" y="0"/>
                  </a:moveTo>
                  <a:lnTo>
                    <a:pt x="12769" y="12769"/>
                  </a:lnTo>
                  <a:lnTo>
                    <a:pt x="17339" y="12769"/>
                  </a:lnTo>
                  <a:lnTo>
                    <a:pt x="4705" y="0"/>
                  </a:lnTo>
                  <a:close/>
                </a:path>
              </a:pathLst>
            </a:custGeom>
            <a:solidFill>
              <a:srgbClr val="23ABDA"/>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524" name="Google Shape;524;p5"/>
            <p:cNvSpPr/>
            <p:nvPr/>
          </p:nvSpPr>
          <p:spPr>
            <a:xfrm>
              <a:off x="1370500" y="1431100"/>
              <a:ext cx="433475" cy="319225"/>
            </a:xfrm>
            <a:custGeom>
              <a:rect b="b" l="l" r="r" t="t"/>
              <a:pathLst>
                <a:path extrusionOk="0" h="12769" w="17339">
                  <a:moveTo>
                    <a:pt x="0" y="0"/>
                  </a:moveTo>
                  <a:lnTo>
                    <a:pt x="12769" y="12769"/>
                  </a:lnTo>
                  <a:lnTo>
                    <a:pt x="17339" y="12769"/>
                  </a:lnTo>
                  <a:lnTo>
                    <a:pt x="4705" y="0"/>
                  </a:lnTo>
                  <a:close/>
                </a:path>
              </a:pathLst>
            </a:custGeom>
            <a:solidFill>
              <a:srgbClr val="25A9DA"/>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525" name="Google Shape;525;p5"/>
            <p:cNvSpPr/>
            <p:nvPr/>
          </p:nvSpPr>
          <p:spPr>
            <a:xfrm>
              <a:off x="3030425" y="3017075"/>
              <a:ext cx="275550" cy="305800"/>
            </a:xfrm>
            <a:custGeom>
              <a:rect b="b" l="l" r="r" t="t"/>
              <a:pathLst>
                <a:path extrusionOk="0" h="12232" w="11022">
                  <a:moveTo>
                    <a:pt x="1748" y="1"/>
                  </a:moveTo>
                  <a:lnTo>
                    <a:pt x="1" y="2958"/>
                  </a:lnTo>
                  <a:lnTo>
                    <a:pt x="9409" y="12232"/>
                  </a:lnTo>
                  <a:lnTo>
                    <a:pt x="11022" y="9275"/>
                  </a:lnTo>
                  <a:lnTo>
                    <a:pt x="1748" y="1"/>
                  </a:lnTo>
                  <a:close/>
                </a:path>
              </a:pathLst>
            </a:custGeom>
            <a:solidFill>
              <a:srgbClr val="25A9DA"/>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526" name="Google Shape;526;p5"/>
            <p:cNvSpPr/>
            <p:nvPr/>
          </p:nvSpPr>
          <p:spPr>
            <a:xfrm>
              <a:off x="1467950" y="1431100"/>
              <a:ext cx="433475" cy="319225"/>
            </a:xfrm>
            <a:custGeom>
              <a:rect b="b" l="l" r="r" t="t"/>
              <a:pathLst>
                <a:path extrusionOk="0" h="12769" w="17339">
                  <a:moveTo>
                    <a:pt x="0" y="0"/>
                  </a:moveTo>
                  <a:lnTo>
                    <a:pt x="12769" y="12769"/>
                  </a:lnTo>
                  <a:lnTo>
                    <a:pt x="17339" y="12769"/>
                  </a:lnTo>
                  <a:lnTo>
                    <a:pt x="4570" y="0"/>
                  </a:lnTo>
                  <a:close/>
                </a:path>
              </a:pathLst>
            </a:custGeom>
            <a:solidFill>
              <a:srgbClr val="26A8D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527" name="Google Shape;527;p5"/>
            <p:cNvSpPr/>
            <p:nvPr/>
          </p:nvSpPr>
          <p:spPr>
            <a:xfrm>
              <a:off x="3067375" y="2956600"/>
              <a:ext cx="275575" cy="305800"/>
            </a:xfrm>
            <a:custGeom>
              <a:rect b="b" l="l" r="r" t="t"/>
              <a:pathLst>
                <a:path extrusionOk="0" h="12232" w="11023">
                  <a:moveTo>
                    <a:pt x="1614" y="0"/>
                  </a:moveTo>
                  <a:lnTo>
                    <a:pt x="1" y="2957"/>
                  </a:lnTo>
                  <a:lnTo>
                    <a:pt x="9275" y="12231"/>
                  </a:lnTo>
                  <a:lnTo>
                    <a:pt x="11022" y="9275"/>
                  </a:lnTo>
                  <a:lnTo>
                    <a:pt x="1614" y="0"/>
                  </a:lnTo>
                  <a:close/>
                </a:path>
              </a:pathLst>
            </a:custGeom>
            <a:solidFill>
              <a:srgbClr val="26A8D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528" name="Google Shape;528;p5"/>
            <p:cNvSpPr/>
            <p:nvPr/>
          </p:nvSpPr>
          <p:spPr>
            <a:xfrm>
              <a:off x="1565375" y="1431100"/>
              <a:ext cx="433500" cy="319225"/>
            </a:xfrm>
            <a:custGeom>
              <a:rect b="b" l="l" r="r" t="t"/>
              <a:pathLst>
                <a:path extrusionOk="0" h="12769" w="17340">
                  <a:moveTo>
                    <a:pt x="1" y="0"/>
                  </a:moveTo>
                  <a:lnTo>
                    <a:pt x="12635" y="12769"/>
                  </a:lnTo>
                  <a:lnTo>
                    <a:pt x="17339" y="12769"/>
                  </a:lnTo>
                  <a:lnTo>
                    <a:pt x="4571" y="0"/>
                  </a:lnTo>
                  <a:close/>
                </a:path>
              </a:pathLst>
            </a:custGeom>
            <a:solidFill>
              <a:srgbClr val="27A6D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529" name="Google Shape;529;p5"/>
            <p:cNvSpPr/>
            <p:nvPr/>
          </p:nvSpPr>
          <p:spPr>
            <a:xfrm>
              <a:off x="3101000" y="2896125"/>
              <a:ext cx="275550" cy="305800"/>
            </a:xfrm>
            <a:custGeom>
              <a:rect b="b" l="l" r="r" t="t"/>
              <a:pathLst>
                <a:path extrusionOk="0" h="12232" w="11022">
                  <a:moveTo>
                    <a:pt x="1747" y="0"/>
                  </a:moveTo>
                  <a:lnTo>
                    <a:pt x="0" y="2823"/>
                  </a:lnTo>
                  <a:lnTo>
                    <a:pt x="9409" y="12231"/>
                  </a:lnTo>
                  <a:lnTo>
                    <a:pt x="11021" y="9274"/>
                  </a:lnTo>
                  <a:lnTo>
                    <a:pt x="1747" y="0"/>
                  </a:lnTo>
                  <a:close/>
                </a:path>
              </a:pathLst>
            </a:custGeom>
            <a:solidFill>
              <a:srgbClr val="27A6D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530" name="Google Shape;530;p5"/>
            <p:cNvSpPr/>
            <p:nvPr/>
          </p:nvSpPr>
          <p:spPr>
            <a:xfrm>
              <a:off x="3137950" y="2802025"/>
              <a:ext cx="275550" cy="336050"/>
            </a:xfrm>
            <a:custGeom>
              <a:rect b="b" l="l" r="r" t="t"/>
              <a:pathLst>
                <a:path extrusionOk="0" h="13442" w="11022">
                  <a:moveTo>
                    <a:pt x="404" y="1"/>
                  </a:moveTo>
                  <a:lnTo>
                    <a:pt x="1" y="404"/>
                  </a:lnTo>
                  <a:lnTo>
                    <a:pt x="1076" y="2286"/>
                  </a:lnTo>
                  <a:lnTo>
                    <a:pt x="1" y="4167"/>
                  </a:lnTo>
                  <a:lnTo>
                    <a:pt x="9275" y="13441"/>
                  </a:lnTo>
                  <a:lnTo>
                    <a:pt x="11022" y="10619"/>
                  </a:lnTo>
                  <a:lnTo>
                    <a:pt x="404" y="1"/>
                  </a:lnTo>
                  <a:close/>
                </a:path>
              </a:pathLst>
            </a:custGeom>
            <a:solidFill>
              <a:srgbClr val="28A4D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531" name="Google Shape;531;p5"/>
            <p:cNvSpPr/>
            <p:nvPr/>
          </p:nvSpPr>
          <p:spPr>
            <a:xfrm>
              <a:off x="1662825" y="1431100"/>
              <a:ext cx="433500" cy="319225"/>
            </a:xfrm>
            <a:custGeom>
              <a:rect b="b" l="l" r="r" t="t"/>
              <a:pathLst>
                <a:path extrusionOk="0" h="12769" w="17340">
                  <a:moveTo>
                    <a:pt x="1" y="0"/>
                  </a:moveTo>
                  <a:lnTo>
                    <a:pt x="12635" y="12769"/>
                  </a:lnTo>
                  <a:lnTo>
                    <a:pt x="17339" y="12769"/>
                  </a:lnTo>
                  <a:lnTo>
                    <a:pt x="4571" y="0"/>
                  </a:lnTo>
                  <a:close/>
                </a:path>
              </a:pathLst>
            </a:custGeom>
            <a:solidFill>
              <a:srgbClr val="28A4D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532" name="Google Shape;532;p5"/>
            <p:cNvSpPr/>
            <p:nvPr/>
          </p:nvSpPr>
          <p:spPr>
            <a:xfrm>
              <a:off x="3006900" y="2573550"/>
              <a:ext cx="440200" cy="504050"/>
            </a:xfrm>
            <a:custGeom>
              <a:rect b="b" l="l" r="r" t="t"/>
              <a:pathLst>
                <a:path extrusionOk="0" h="20162" w="17608">
                  <a:moveTo>
                    <a:pt x="404" y="0"/>
                  </a:moveTo>
                  <a:lnTo>
                    <a:pt x="1" y="269"/>
                  </a:lnTo>
                  <a:lnTo>
                    <a:pt x="5243" y="9543"/>
                  </a:lnTo>
                  <a:lnTo>
                    <a:pt x="15995" y="20161"/>
                  </a:lnTo>
                  <a:lnTo>
                    <a:pt x="17608" y="17204"/>
                  </a:lnTo>
                  <a:lnTo>
                    <a:pt x="404" y="0"/>
                  </a:lnTo>
                  <a:close/>
                </a:path>
              </a:pathLst>
            </a:custGeom>
            <a:solidFill>
              <a:srgbClr val="29A2D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533" name="Google Shape;533;p5"/>
            <p:cNvSpPr/>
            <p:nvPr/>
          </p:nvSpPr>
          <p:spPr>
            <a:xfrm>
              <a:off x="1760275" y="1431100"/>
              <a:ext cx="433500" cy="319225"/>
            </a:xfrm>
            <a:custGeom>
              <a:rect b="b" l="l" r="r" t="t"/>
              <a:pathLst>
                <a:path extrusionOk="0" h="12769" w="17340">
                  <a:moveTo>
                    <a:pt x="1" y="0"/>
                  </a:moveTo>
                  <a:lnTo>
                    <a:pt x="12635" y="12769"/>
                  </a:lnTo>
                  <a:lnTo>
                    <a:pt x="17339" y="12769"/>
                  </a:lnTo>
                  <a:lnTo>
                    <a:pt x="4570" y="0"/>
                  </a:lnTo>
                  <a:close/>
                </a:path>
              </a:pathLst>
            </a:custGeom>
            <a:solidFill>
              <a:srgbClr val="29A2D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534" name="Google Shape;534;p5"/>
            <p:cNvSpPr/>
            <p:nvPr/>
          </p:nvSpPr>
          <p:spPr>
            <a:xfrm>
              <a:off x="1854350" y="1431100"/>
              <a:ext cx="436850" cy="319225"/>
            </a:xfrm>
            <a:custGeom>
              <a:rect b="b" l="l" r="r" t="t"/>
              <a:pathLst>
                <a:path extrusionOk="0" h="12769" w="17474">
                  <a:moveTo>
                    <a:pt x="1" y="0"/>
                  </a:moveTo>
                  <a:lnTo>
                    <a:pt x="12770" y="12769"/>
                  </a:lnTo>
                  <a:lnTo>
                    <a:pt x="17474" y="12769"/>
                  </a:lnTo>
                  <a:lnTo>
                    <a:pt x="4705" y="0"/>
                  </a:lnTo>
                  <a:close/>
                </a:path>
              </a:pathLst>
            </a:custGeom>
            <a:solidFill>
              <a:srgbClr val="2AA1D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535" name="Google Shape;535;p5"/>
            <p:cNvSpPr/>
            <p:nvPr/>
          </p:nvSpPr>
          <p:spPr>
            <a:xfrm>
              <a:off x="2872500" y="2345050"/>
              <a:ext cx="611575" cy="672050"/>
            </a:xfrm>
            <a:custGeom>
              <a:rect b="b" l="l" r="r" t="t"/>
              <a:pathLst>
                <a:path extrusionOk="0" h="26882" w="24463">
                  <a:moveTo>
                    <a:pt x="538" y="1"/>
                  </a:moveTo>
                  <a:lnTo>
                    <a:pt x="0" y="269"/>
                  </a:lnTo>
                  <a:lnTo>
                    <a:pt x="5377" y="9409"/>
                  </a:lnTo>
                  <a:lnTo>
                    <a:pt x="22715" y="26882"/>
                  </a:lnTo>
                  <a:lnTo>
                    <a:pt x="24462" y="23925"/>
                  </a:lnTo>
                  <a:lnTo>
                    <a:pt x="538" y="1"/>
                  </a:lnTo>
                  <a:close/>
                </a:path>
              </a:pathLst>
            </a:custGeom>
            <a:solidFill>
              <a:srgbClr val="2AA1D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536" name="Google Shape;536;p5"/>
            <p:cNvSpPr/>
            <p:nvPr/>
          </p:nvSpPr>
          <p:spPr>
            <a:xfrm>
              <a:off x="2741450" y="2113200"/>
              <a:ext cx="779575" cy="843425"/>
            </a:xfrm>
            <a:custGeom>
              <a:rect b="b" l="l" r="r" t="t"/>
              <a:pathLst>
                <a:path extrusionOk="0" h="33737" w="31183">
                  <a:moveTo>
                    <a:pt x="404" y="0"/>
                  </a:moveTo>
                  <a:lnTo>
                    <a:pt x="0" y="404"/>
                  </a:lnTo>
                  <a:lnTo>
                    <a:pt x="5242" y="9543"/>
                  </a:lnTo>
                  <a:lnTo>
                    <a:pt x="29436" y="33736"/>
                  </a:lnTo>
                  <a:lnTo>
                    <a:pt x="31183" y="30780"/>
                  </a:lnTo>
                  <a:lnTo>
                    <a:pt x="404" y="0"/>
                  </a:lnTo>
                  <a:close/>
                </a:path>
              </a:pathLst>
            </a:custGeom>
            <a:solidFill>
              <a:srgbClr val="2B9FDE"/>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537" name="Google Shape;537;p5"/>
            <p:cNvSpPr/>
            <p:nvPr/>
          </p:nvSpPr>
          <p:spPr>
            <a:xfrm>
              <a:off x="1951800" y="1431100"/>
              <a:ext cx="433500" cy="319225"/>
            </a:xfrm>
            <a:custGeom>
              <a:rect b="b" l="l" r="r" t="t"/>
              <a:pathLst>
                <a:path extrusionOk="0" h="12769" w="17340">
                  <a:moveTo>
                    <a:pt x="1" y="0"/>
                  </a:moveTo>
                  <a:lnTo>
                    <a:pt x="12769" y="12769"/>
                  </a:lnTo>
                  <a:lnTo>
                    <a:pt x="17339" y="12769"/>
                  </a:lnTo>
                  <a:lnTo>
                    <a:pt x="4705" y="0"/>
                  </a:lnTo>
                  <a:close/>
                </a:path>
              </a:pathLst>
            </a:custGeom>
            <a:solidFill>
              <a:srgbClr val="2B9FDE"/>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538" name="Google Shape;538;p5"/>
            <p:cNvSpPr/>
            <p:nvPr/>
          </p:nvSpPr>
          <p:spPr>
            <a:xfrm>
              <a:off x="2049250" y="1431100"/>
              <a:ext cx="433500" cy="319225"/>
            </a:xfrm>
            <a:custGeom>
              <a:rect b="b" l="l" r="r" t="t"/>
              <a:pathLst>
                <a:path extrusionOk="0" h="12769" w="17340">
                  <a:moveTo>
                    <a:pt x="1" y="0"/>
                  </a:moveTo>
                  <a:lnTo>
                    <a:pt x="12769" y="12769"/>
                  </a:lnTo>
                  <a:lnTo>
                    <a:pt x="17339" y="12769"/>
                  </a:lnTo>
                  <a:lnTo>
                    <a:pt x="4705" y="0"/>
                  </a:lnTo>
                  <a:close/>
                </a:path>
              </a:pathLst>
            </a:custGeom>
            <a:solidFill>
              <a:srgbClr val="2C9DDE"/>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539" name="Google Shape;539;p5"/>
            <p:cNvSpPr/>
            <p:nvPr/>
          </p:nvSpPr>
          <p:spPr>
            <a:xfrm>
              <a:off x="2610400" y="1884700"/>
              <a:ext cx="924075" cy="1008075"/>
            </a:xfrm>
            <a:custGeom>
              <a:rect b="b" l="l" r="r" t="t"/>
              <a:pathLst>
                <a:path extrusionOk="0" h="40323" w="36963">
                  <a:moveTo>
                    <a:pt x="404" y="1"/>
                  </a:moveTo>
                  <a:lnTo>
                    <a:pt x="1" y="270"/>
                  </a:lnTo>
                  <a:lnTo>
                    <a:pt x="5242" y="9544"/>
                  </a:lnTo>
                  <a:lnTo>
                    <a:pt x="36022" y="40323"/>
                  </a:lnTo>
                  <a:lnTo>
                    <a:pt x="36963" y="38979"/>
                  </a:lnTo>
                  <a:lnTo>
                    <a:pt x="33737" y="33334"/>
                  </a:lnTo>
                  <a:lnTo>
                    <a:pt x="404" y="1"/>
                  </a:lnTo>
                  <a:close/>
                </a:path>
              </a:pathLst>
            </a:custGeom>
            <a:solidFill>
              <a:srgbClr val="2C9DDE"/>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540" name="Google Shape;540;p5"/>
            <p:cNvSpPr/>
            <p:nvPr/>
          </p:nvSpPr>
          <p:spPr>
            <a:xfrm>
              <a:off x="2146700" y="1431100"/>
              <a:ext cx="1307125" cy="1297025"/>
            </a:xfrm>
            <a:custGeom>
              <a:rect b="b" l="l" r="r" t="t"/>
              <a:pathLst>
                <a:path extrusionOk="0" h="51881" w="52285">
                  <a:moveTo>
                    <a:pt x="0" y="0"/>
                  </a:moveTo>
                  <a:lnTo>
                    <a:pt x="12769" y="12769"/>
                  </a:lnTo>
                  <a:lnTo>
                    <a:pt x="15188" y="12769"/>
                  </a:lnTo>
                  <a:lnTo>
                    <a:pt x="18549" y="18548"/>
                  </a:lnTo>
                  <a:lnTo>
                    <a:pt x="51882" y="51881"/>
                  </a:lnTo>
                  <a:lnTo>
                    <a:pt x="52285" y="51478"/>
                  </a:lnTo>
                  <a:lnTo>
                    <a:pt x="46909" y="42338"/>
                  </a:lnTo>
                  <a:lnTo>
                    <a:pt x="4570" y="0"/>
                  </a:lnTo>
                  <a:close/>
                </a:path>
              </a:pathLst>
            </a:custGeom>
            <a:solidFill>
              <a:srgbClr val="2D9CD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541" name="Google Shape;541;p5"/>
            <p:cNvSpPr/>
            <p:nvPr/>
          </p:nvSpPr>
          <p:spPr>
            <a:xfrm>
              <a:off x="2244150" y="1431100"/>
              <a:ext cx="1075275" cy="1065175"/>
            </a:xfrm>
            <a:custGeom>
              <a:rect b="b" l="l" r="r" t="t"/>
              <a:pathLst>
                <a:path extrusionOk="0" h="42607" w="43011">
                  <a:moveTo>
                    <a:pt x="0" y="0"/>
                  </a:moveTo>
                  <a:lnTo>
                    <a:pt x="42607" y="42607"/>
                  </a:lnTo>
                  <a:lnTo>
                    <a:pt x="43011" y="42338"/>
                  </a:lnTo>
                  <a:lnTo>
                    <a:pt x="37769" y="33064"/>
                  </a:lnTo>
                  <a:lnTo>
                    <a:pt x="4570" y="0"/>
                  </a:lnTo>
                  <a:close/>
                </a:path>
              </a:pathLst>
            </a:custGeom>
            <a:solidFill>
              <a:srgbClr val="2F9AE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542" name="Google Shape;542;p5"/>
            <p:cNvSpPr/>
            <p:nvPr/>
          </p:nvSpPr>
          <p:spPr>
            <a:xfrm>
              <a:off x="2341575" y="1431100"/>
              <a:ext cx="846800" cy="836700"/>
            </a:xfrm>
            <a:custGeom>
              <a:rect b="b" l="l" r="r" t="t"/>
              <a:pathLst>
                <a:path extrusionOk="0" h="33468" w="33872">
                  <a:moveTo>
                    <a:pt x="1" y="0"/>
                  </a:moveTo>
                  <a:lnTo>
                    <a:pt x="33468" y="33467"/>
                  </a:lnTo>
                  <a:lnTo>
                    <a:pt x="33872" y="33198"/>
                  </a:lnTo>
                  <a:lnTo>
                    <a:pt x="28495" y="23924"/>
                  </a:lnTo>
                  <a:lnTo>
                    <a:pt x="4571" y="0"/>
                  </a:lnTo>
                  <a:close/>
                </a:path>
              </a:pathLst>
            </a:custGeom>
            <a:solidFill>
              <a:srgbClr val="3098E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543" name="Google Shape;543;p5"/>
            <p:cNvSpPr/>
            <p:nvPr/>
          </p:nvSpPr>
          <p:spPr>
            <a:xfrm>
              <a:off x="2439025" y="1431100"/>
              <a:ext cx="618300" cy="608200"/>
            </a:xfrm>
            <a:custGeom>
              <a:rect b="b" l="l" r="r" t="t"/>
              <a:pathLst>
                <a:path extrusionOk="0" h="24328" w="24732">
                  <a:moveTo>
                    <a:pt x="1" y="0"/>
                  </a:moveTo>
                  <a:lnTo>
                    <a:pt x="24194" y="24328"/>
                  </a:lnTo>
                  <a:lnTo>
                    <a:pt x="24732" y="23924"/>
                  </a:lnTo>
                  <a:lnTo>
                    <a:pt x="19355" y="14785"/>
                  </a:lnTo>
                  <a:lnTo>
                    <a:pt x="4571" y="0"/>
                  </a:lnTo>
                  <a:close/>
                </a:path>
              </a:pathLst>
            </a:custGeom>
            <a:solidFill>
              <a:srgbClr val="3196E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544" name="Google Shape;544;p5"/>
            <p:cNvSpPr/>
            <p:nvPr/>
          </p:nvSpPr>
          <p:spPr>
            <a:xfrm>
              <a:off x="2533125" y="1431100"/>
              <a:ext cx="389800" cy="376350"/>
            </a:xfrm>
            <a:custGeom>
              <a:rect b="b" l="l" r="r" t="t"/>
              <a:pathLst>
                <a:path extrusionOk="0" h="15054" w="15592">
                  <a:moveTo>
                    <a:pt x="0" y="0"/>
                  </a:moveTo>
                  <a:lnTo>
                    <a:pt x="15188" y="15054"/>
                  </a:lnTo>
                  <a:lnTo>
                    <a:pt x="15591" y="14785"/>
                  </a:lnTo>
                  <a:lnTo>
                    <a:pt x="10350" y="5645"/>
                  </a:lnTo>
                  <a:lnTo>
                    <a:pt x="4704" y="0"/>
                  </a:lnTo>
                  <a:close/>
                </a:path>
              </a:pathLst>
            </a:custGeom>
            <a:solidFill>
              <a:srgbClr val="3295E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545" name="Google Shape;545;p5"/>
            <p:cNvSpPr/>
            <p:nvPr/>
          </p:nvSpPr>
          <p:spPr>
            <a:xfrm>
              <a:off x="2630575" y="1431100"/>
              <a:ext cx="161300" cy="147850"/>
            </a:xfrm>
            <a:custGeom>
              <a:rect b="b" l="l" r="r" t="t"/>
              <a:pathLst>
                <a:path extrusionOk="0" h="5914" w="6452">
                  <a:moveTo>
                    <a:pt x="0" y="0"/>
                  </a:moveTo>
                  <a:lnTo>
                    <a:pt x="6048" y="5914"/>
                  </a:lnTo>
                  <a:lnTo>
                    <a:pt x="6452" y="5645"/>
                  </a:lnTo>
                  <a:lnTo>
                    <a:pt x="3226" y="0"/>
                  </a:lnTo>
                  <a:close/>
                </a:path>
              </a:pathLst>
            </a:custGeom>
            <a:solidFill>
              <a:srgbClr val="3393E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grpSp>
      <p:sp>
        <p:nvSpPr>
          <p:cNvPr id="546" name="Google Shape;546;p5"/>
          <p:cNvSpPr/>
          <p:nvPr/>
        </p:nvSpPr>
        <p:spPr>
          <a:xfrm flipH="1" rot="10800000">
            <a:off x="8486774" y="4230775"/>
            <a:ext cx="819900" cy="710100"/>
          </a:xfrm>
          <a:prstGeom prst="hexagon">
            <a:avLst>
              <a:gd fmla="val 28678" name="adj"/>
              <a:gd fmla="val 115470" name="vf"/>
            </a:avLst>
          </a:prstGeom>
          <a:noFill/>
          <a:ln cap="flat" cmpd="sng" w="9525">
            <a:solidFill>
              <a:srgbClr val="184769"/>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547" name="Google Shape;547;p5"/>
          <p:cNvSpPr/>
          <p:nvPr/>
        </p:nvSpPr>
        <p:spPr>
          <a:xfrm flipH="1" rot="10800000">
            <a:off x="8124824" y="4615700"/>
            <a:ext cx="428700" cy="371100"/>
          </a:xfrm>
          <a:prstGeom prst="hexagon">
            <a:avLst>
              <a:gd fmla="val 28678" name="adj"/>
              <a:gd fmla="val 115470" name="vf"/>
            </a:avLst>
          </a:prstGeom>
          <a:solidFill>
            <a:srgbClr val="3292E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548" name="Google Shape;548;p5"/>
          <p:cNvSpPr/>
          <p:nvPr/>
        </p:nvSpPr>
        <p:spPr>
          <a:xfrm flipH="1" rot="10800000">
            <a:off x="7821348" y="2935400"/>
            <a:ext cx="819900" cy="709800"/>
          </a:xfrm>
          <a:prstGeom prst="hexagon">
            <a:avLst>
              <a:gd fmla="val 28678" name="adj"/>
              <a:gd fmla="val 115470" name="vf"/>
            </a:avLst>
          </a:prstGeom>
          <a:solidFill>
            <a:srgbClr val="184769"/>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549" name="Google Shape;549;p5"/>
          <p:cNvSpPr/>
          <p:nvPr/>
        </p:nvSpPr>
        <p:spPr>
          <a:xfrm flipH="1" rot="10800000">
            <a:off x="8486775" y="3512175"/>
            <a:ext cx="358800" cy="310500"/>
          </a:xfrm>
          <a:prstGeom prst="hexagon">
            <a:avLst>
              <a:gd fmla="val 28678" name="adj"/>
              <a:gd fmla="val 115470" name="vf"/>
            </a:avLst>
          </a:prstGeom>
          <a:noFill/>
          <a:ln cap="flat" cmpd="sng" w="19050">
            <a:solidFill>
              <a:srgbClr val="00E1C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550" name="Google Shape;550;p5"/>
          <p:cNvSpPr/>
          <p:nvPr/>
        </p:nvSpPr>
        <p:spPr>
          <a:xfrm>
            <a:off x="8772688" y="4461808"/>
            <a:ext cx="248073" cy="248058"/>
          </a:xfrm>
          <a:custGeom>
            <a:rect b="b" l="l" r="r" t="t"/>
            <a:pathLst>
              <a:path extrusionOk="0" h="16999" w="17000">
                <a:moveTo>
                  <a:pt x="8769" y="5740"/>
                </a:moveTo>
                <a:lnTo>
                  <a:pt x="9037" y="5788"/>
                </a:lnTo>
                <a:lnTo>
                  <a:pt x="9282" y="5862"/>
                </a:lnTo>
                <a:lnTo>
                  <a:pt x="9550" y="5935"/>
                </a:lnTo>
                <a:lnTo>
                  <a:pt x="9794" y="6057"/>
                </a:lnTo>
                <a:lnTo>
                  <a:pt x="10014" y="6204"/>
                </a:lnTo>
                <a:lnTo>
                  <a:pt x="10234" y="6350"/>
                </a:lnTo>
                <a:lnTo>
                  <a:pt x="10454" y="6546"/>
                </a:lnTo>
                <a:lnTo>
                  <a:pt x="10649" y="6765"/>
                </a:lnTo>
                <a:lnTo>
                  <a:pt x="10796" y="6985"/>
                </a:lnTo>
                <a:lnTo>
                  <a:pt x="10942" y="7205"/>
                </a:lnTo>
                <a:lnTo>
                  <a:pt x="11064" y="7449"/>
                </a:lnTo>
                <a:lnTo>
                  <a:pt x="11138" y="7718"/>
                </a:lnTo>
                <a:lnTo>
                  <a:pt x="11211" y="7962"/>
                </a:lnTo>
                <a:lnTo>
                  <a:pt x="11260" y="8231"/>
                </a:lnTo>
                <a:lnTo>
                  <a:pt x="11260" y="8499"/>
                </a:lnTo>
                <a:lnTo>
                  <a:pt x="11260" y="8768"/>
                </a:lnTo>
                <a:lnTo>
                  <a:pt x="11211" y="9037"/>
                </a:lnTo>
                <a:lnTo>
                  <a:pt x="11138" y="9281"/>
                </a:lnTo>
                <a:lnTo>
                  <a:pt x="11064" y="9550"/>
                </a:lnTo>
                <a:lnTo>
                  <a:pt x="10942" y="9794"/>
                </a:lnTo>
                <a:lnTo>
                  <a:pt x="10796" y="10014"/>
                </a:lnTo>
                <a:lnTo>
                  <a:pt x="10649" y="10233"/>
                </a:lnTo>
                <a:lnTo>
                  <a:pt x="10454" y="10453"/>
                </a:lnTo>
                <a:lnTo>
                  <a:pt x="10234" y="10649"/>
                </a:lnTo>
                <a:lnTo>
                  <a:pt x="10014" y="10795"/>
                </a:lnTo>
                <a:lnTo>
                  <a:pt x="9794" y="10942"/>
                </a:lnTo>
                <a:lnTo>
                  <a:pt x="9550" y="11064"/>
                </a:lnTo>
                <a:lnTo>
                  <a:pt x="9282" y="11137"/>
                </a:lnTo>
                <a:lnTo>
                  <a:pt x="9037" y="11210"/>
                </a:lnTo>
                <a:lnTo>
                  <a:pt x="8769" y="11259"/>
                </a:lnTo>
                <a:lnTo>
                  <a:pt x="8231" y="11259"/>
                </a:lnTo>
                <a:lnTo>
                  <a:pt x="7963" y="11210"/>
                </a:lnTo>
                <a:lnTo>
                  <a:pt x="7719" y="11137"/>
                </a:lnTo>
                <a:lnTo>
                  <a:pt x="7450" y="11064"/>
                </a:lnTo>
                <a:lnTo>
                  <a:pt x="7206" y="10942"/>
                </a:lnTo>
                <a:lnTo>
                  <a:pt x="6986" y="10795"/>
                </a:lnTo>
                <a:lnTo>
                  <a:pt x="6766" y="10649"/>
                </a:lnTo>
                <a:lnTo>
                  <a:pt x="6546" y="10453"/>
                </a:lnTo>
                <a:lnTo>
                  <a:pt x="6351" y="10233"/>
                </a:lnTo>
                <a:lnTo>
                  <a:pt x="6204" y="10014"/>
                </a:lnTo>
                <a:lnTo>
                  <a:pt x="6058" y="9794"/>
                </a:lnTo>
                <a:lnTo>
                  <a:pt x="5936" y="9550"/>
                </a:lnTo>
                <a:lnTo>
                  <a:pt x="5862" y="9281"/>
                </a:lnTo>
                <a:lnTo>
                  <a:pt x="5789" y="9037"/>
                </a:lnTo>
                <a:lnTo>
                  <a:pt x="5740" y="8768"/>
                </a:lnTo>
                <a:lnTo>
                  <a:pt x="5740" y="8499"/>
                </a:lnTo>
                <a:lnTo>
                  <a:pt x="5740" y="8231"/>
                </a:lnTo>
                <a:lnTo>
                  <a:pt x="5789" y="7962"/>
                </a:lnTo>
                <a:lnTo>
                  <a:pt x="5862" y="7718"/>
                </a:lnTo>
                <a:lnTo>
                  <a:pt x="5936" y="7449"/>
                </a:lnTo>
                <a:lnTo>
                  <a:pt x="6058" y="7205"/>
                </a:lnTo>
                <a:lnTo>
                  <a:pt x="6204" y="6985"/>
                </a:lnTo>
                <a:lnTo>
                  <a:pt x="6351" y="6765"/>
                </a:lnTo>
                <a:lnTo>
                  <a:pt x="6546" y="6546"/>
                </a:lnTo>
                <a:lnTo>
                  <a:pt x="6766" y="6350"/>
                </a:lnTo>
                <a:lnTo>
                  <a:pt x="6986" y="6204"/>
                </a:lnTo>
                <a:lnTo>
                  <a:pt x="7206" y="6057"/>
                </a:lnTo>
                <a:lnTo>
                  <a:pt x="7450" y="5935"/>
                </a:lnTo>
                <a:lnTo>
                  <a:pt x="7719" y="5862"/>
                </a:lnTo>
                <a:lnTo>
                  <a:pt x="7963" y="5788"/>
                </a:lnTo>
                <a:lnTo>
                  <a:pt x="8231" y="5740"/>
                </a:lnTo>
                <a:close/>
                <a:moveTo>
                  <a:pt x="7914" y="0"/>
                </a:moveTo>
                <a:lnTo>
                  <a:pt x="7743" y="25"/>
                </a:lnTo>
                <a:lnTo>
                  <a:pt x="7596" y="73"/>
                </a:lnTo>
                <a:lnTo>
                  <a:pt x="7474" y="147"/>
                </a:lnTo>
                <a:lnTo>
                  <a:pt x="7328" y="244"/>
                </a:lnTo>
                <a:lnTo>
                  <a:pt x="7230" y="342"/>
                </a:lnTo>
                <a:lnTo>
                  <a:pt x="7132" y="489"/>
                </a:lnTo>
                <a:lnTo>
                  <a:pt x="7084" y="635"/>
                </a:lnTo>
                <a:lnTo>
                  <a:pt x="7035" y="782"/>
                </a:lnTo>
                <a:lnTo>
                  <a:pt x="6839" y="2540"/>
                </a:lnTo>
                <a:lnTo>
                  <a:pt x="6497" y="2638"/>
                </a:lnTo>
                <a:lnTo>
                  <a:pt x="6131" y="2784"/>
                </a:lnTo>
                <a:lnTo>
                  <a:pt x="5789" y="2931"/>
                </a:lnTo>
                <a:lnTo>
                  <a:pt x="5447" y="3102"/>
                </a:lnTo>
                <a:lnTo>
                  <a:pt x="4079" y="2027"/>
                </a:lnTo>
                <a:lnTo>
                  <a:pt x="3933" y="1930"/>
                </a:lnTo>
                <a:lnTo>
                  <a:pt x="3786" y="1881"/>
                </a:lnTo>
                <a:lnTo>
                  <a:pt x="3640" y="1832"/>
                </a:lnTo>
                <a:lnTo>
                  <a:pt x="3493" y="1832"/>
                </a:lnTo>
                <a:lnTo>
                  <a:pt x="3322" y="1856"/>
                </a:lnTo>
                <a:lnTo>
                  <a:pt x="3176" y="1905"/>
                </a:lnTo>
                <a:lnTo>
                  <a:pt x="3029" y="1978"/>
                </a:lnTo>
                <a:lnTo>
                  <a:pt x="2907" y="2076"/>
                </a:lnTo>
                <a:lnTo>
                  <a:pt x="2077" y="2907"/>
                </a:lnTo>
                <a:lnTo>
                  <a:pt x="1979" y="3029"/>
                </a:lnTo>
                <a:lnTo>
                  <a:pt x="1906" y="3175"/>
                </a:lnTo>
                <a:lnTo>
                  <a:pt x="1857" y="3322"/>
                </a:lnTo>
                <a:lnTo>
                  <a:pt x="1833" y="3493"/>
                </a:lnTo>
                <a:lnTo>
                  <a:pt x="1833" y="3639"/>
                </a:lnTo>
                <a:lnTo>
                  <a:pt x="1881" y="3786"/>
                </a:lnTo>
                <a:lnTo>
                  <a:pt x="1930" y="3932"/>
                </a:lnTo>
                <a:lnTo>
                  <a:pt x="2028" y="4079"/>
                </a:lnTo>
                <a:lnTo>
                  <a:pt x="3103" y="5447"/>
                </a:lnTo>
                <a:lnTo>
                  <a:pt x="2932" y="5788"/>
                </a:lnTo>
                <a:lnTo>
                  <a:pt x="2785" y="6130"/>
                </a:lnTo>
                <a:lnTo>
                  <a:pt x="2639" y="6497"/>
                </a:lnTo>
                <a:lnTo>
                  <a:pt x="2541" y="6839"/>
                </a:lnTo>
                <a:lnTo>
                  <a:pt x="782" y="7034"/>
                </a:lnTo>
                <a:lnTo>
                  <a:pt x="636" y="7083"/>
                </a:lnTo>
                <a:lnTo>
                  <a:pt x="489" y="7132"/>
                </a:lnTo>
                <a:lnTo>
                  <a:pt x="343" y="7229"/>
                </a:lnTo>
                <a:lnTo>
                  <a:pt x="245" y="7327"/>
                </a:lnTo>
                <a:lnTo>
                  <a:pt x="147" y="7474"/>
                </a:lnTo>
                <a:lnTo>
                  <a:pt x="74" y="7596"/>
                </a:lnTo>
                <a:lnTo>
                  <a:pt x="25" y="7742"/>
                </a:lnTo>
                <a:lnTo>
                  <a:pt x="1" y="7913"/>
                </a:lnTo>
                <a:lnTo>
                  <a:pt x="1" y="9086"/>
                </a:lnTo>
                <a:lnTo>
                  <a:pt x="25" y="9257"/>
                </a:lnTo>
                <a:lnTo>
                  <a:pt x="74" y="9403"/>
                </a:lnTo>
                <a:lnTo>
                  <a:pt x="147" y="9525"/>
                </a:lnTo>
                <a:lnTo>
                  <a:pt x="245" y="9672"/>
                </a:lnTo>
                <a:lnTo>
                  <a:pt x="343" y="9769"/>
                </a:lnTo>
                <a:lnTo>
                  <a:pt x="489" y="9867"/>
                </a:lnTo>
                <a:lnTo>
                  <a:pt x="636" y="9916"/>
                </a:lnTo>
                <a:lnTo>
                  <a:pt x="782" y="9965"/>
                </a:lnTo>
                <a:lnTo>
                  <a:pt x="2541" y="10160"/>
                </a:lnTo>
                <a:lnTo>
                  <a:pt x="2639" y="10502"/>
                </a:lnTo>
                <a:lnTo>
                  <a:pt x="2785" y="10868"/>
                </a:lnTo>
                <a:lnTo>
                  <a:pt x="2932" y="11210"/>
                </a:lnTo>
                <a:lnTo>
                  <a:pt x="3103" y="11552"/>
                </a:lnTo>
                <a:lnTo>
                  <a:pt x="2028" y="12920"/>
                </a:lnTo>
                <a:lnTo>
                  <a:pt x="1930" y="13067"/>
                </a:lnTo>
                <a:lnTo>
                  <a:pt x="1881" y="13213"/>
                </a:lnTo>
                <a:lnTo>
                  <a:pt x="1833" y="13360"/>
                </a:lnTo>
                <a:lnTo>
                  <a:pt x="1833" y="13506"/>
                </a:lnTo>
                <a:lnTo>
                  <a:pt x="1857" y="13677"/>
                </a:lnTo>
                <a:lnTo>
                  <a:pt x="1906" y="13824"/>
                </a:lnTo>
                <a:lnTo>
                  <a:pt x="1979" y="13970"/>
                </a:lnTo>
                <a:lnTo>
                  <a:pt x="2077" y="14092"/>
                </a:lnTo>
                <a:lnTo>
                  <a:pt x="2907" y="14923"/>
                </a:lnTo>
                <a:lnTo>
                  <a:pt x="3029" y="15020"/>
                </a:lnTo>
                <a:lnTo>
                  <a:pt x="3176" y="15094"/>
                </a:lnTo>
                <a:lnTo>
                  <a:pt x="3322" y="15142"/>
                </a:lnTo>
                <a:lnTo>
                  <a:pt x="3493" y="15167"/>
                </a:lnTo>
                <a:lnTo>
                  <a:pt x="3640" y="15167"/>
                </a:lnTo>
                <a:lnTo>
                  <a:pt x="3786" y="15118"/>
                </a:lnTo>
                <a:lnTo>
                  <a:pt x="3933" y="15069"/>
                </a:lnTo>
                <a:lnTo>
                  <a:pt x="4079" y="14996"/>
                </a:lnTo>
                <a:lnTo>
                  <a:pt x="5447" y="13897"/>
                </a:lnTo>
                <a:lnTo>
                  <a:pt x="5789" y="14068"/>
                </a:lnTo>
                <a:lnTo>
                  <a:pt x="6131" y="14214"/>
                </a:lnTo>
                <a:lnTo>
                  <a:pt x="6497" y="14361"/>
                </a:lnTo>
                <a:lnTo>
                  <a:pt x="6839" y="14459"/>
                </a:lnTo>
                <a:lnTo>
                  <a:pt x="7035" y="16217"/>
                </a:lnTo>
                <a:lnTo>
                  <a:pt x="7084" y="16364"/>
                </a:lnTo>
                <a:lnTo>
                  <a:pt x="7132" y="16510"/>
                </a:lnTo>
                <a:lnTo>
                  <a:pt x="7230" y="16657"/>
                </a:lnTo>
                <a:lnTo>
                  <a:pt x="7328" y="16754"/>
                </a:lnTo>
                <a:lnTo>
                  <a:pt x="7474" y="16852"/>
                </a:lnTo>
                <a:lnTo>
                  <a:pt x="7596" y="16925"/>
                </a:lnTo>
                <a:lnTo>
                  <a:pt x="7743" y="16974"/>
                </a:lnTo>
                <a:lnTo>
                  <a:pt x="7914" y="16999"/>
                </a:lnTo>
                <a:lnTo>
                  <a:pt x="9086" y="16999"/>
                </a:lnTo>
                <a:lnTo>
                  <a:pt x="9257" y="16974"/>
                </a:lnTo>
                <a:lnTo>
                  <a:pt x="9404" y="16925"/>
                </a:lnTo>
                <a:lnTo>
                  <a:pt x="9526" y="16852"/>
                </a:lnTo>
                <a:lnTo>
                  <a:pt x="9672" y="16754"/>
                </a:lnTo>
                <a:lnTo>
                  <a:pt x="9770" y="16657"/>
                </a:lnTo>
                <a:lnTo>
                  <a:pt x="9868" y="16510"/>
                </a:lnTo>
                <a:lnTo>
                  <a:pt x="9917" y="16364"/>
                </a:lnTo>
                <a:lnTo>
                  <a:pt x="9965" y="16217"/>
                </a:lnTo>
                <a:lnTo>
                  <a:pt x="10161" y="14459"/>
                </a:lnTo>
                <a:lnTo>
                  <a:pt x="10503" y="14361"/>
                </a:lnTo>
                <a:lnTo>
                  <a:pt x="10869" y="14214"/>
                </a:lnTo>
                <a:lnTo>
                  <a:pt x="11211" y="14068"/>
                </a:lnTo>
                <a:lnTo>
                  <a:pt x="11553" y="13897"/>
                </a:lnTo>
                <a:lnTo>
                  <a:pt x="12921" y="14996"/>
                </a:lnTo>
                <a:lnTo>
                  <a:pt x="13067" y="15069"/>
                </a:lnTo>
                <a:lnTo>
                  <a:pt x="13214" y="15118"/>
                </a:lnTo>
                <a:lnTo>
                  <a:pt x="13360" y="15167"/>
                </a:lnTo>
                <a:lnTo>
                  <a:pt x="13507" y="15167"/>
                </a:lnTo>
                <a:lnTo>
                  <a:pt x="13678" y="15142"/>
                </a:lnTo>
                <a:lnTo>
                  <a:pt x="13824" y="15094"/>
                </a:lnTo>
                <a:lnTo>
                  <a:pt x="13971" y="15020"/>
                </a:lnTo>
                <a:lnTo>
                  <a:pt x="14093" y="14923"/>
                </a:lnTo>
                <a:lnTo>
                  <a:pt x="14923" y="14092"/>
                </a:lnTo>
                <a:lnTo>
                  <a:pt x="15021" y="13970"/>
                </a:lnTo>
                <a:lnTo>
                  <a:pt x="15094" y="13824"/>
                </a:lnTo>
                <a:lnTo>
                  <a:pt x="15143" y="13677"/>
                </a:lnTo>
                <a:lnTo>
                  <a:pt x="15168" y="13506"/>
                </a:lnTo>
                <a:lnTo>
                  <a:pt x="15168" y="13360"/>
                </a:lnTo>
                <a:lnTo>
                  <a:pt x="15119" y="13213"/>
                </a:lnTo>
                <a:lnTo>
                  <a:pt x="15070" y="13067"/>
                </a:lnTo>
                <a:lnTo>
                  <a:pt x="14997" y="12920"/>
                </a:lnTo>
                <a:lnTo>
                  <a:pt x="13898" y="11552"/>
                </a:lnTo>
                <a:lnTo>
                  <a:pt x="14068" y="11210"/>
                </a:lnTo>
                <a:lnTo>
                  <a:pt x="14215" y="10868"/>
                </a:lnTo>
                <a:lnTo>
                  <a:pt x="14362" y="10502"/>
                </a:lnTo>
                <a:lnTo>
                  <a:pt x="14459" y="10160"/>
                </a:lnTo>
                <a:lnTo>
                  <a:pt x="16218" y="9965"/>
                </a:lnTo>
                <a:lnTo>
                  <a:pt x="16364" y="9916"/>
                </a:lnTo>
                <a:lnTo>
                  <a:pt x="16511" y="9867"/>
                </a:lnTo>
                <a:lnTo>
                  <a:pt x="16657" y="9769"/>
                </a:lnTo>
                <a:lnTo>
                  <a:pt x="16755" y="9672"/>
                </a:lnTo>
                <a:lnTo>
                  <a:pt x="16853" y="9525"/>
                </a:lnTo>
                <a:lnTo>
                  <a:pt x="16926" y="9403"/>
                </a:lnTo>
                <a:lnTo>
                  <a:pt x="16975" y="9257"/>
                </a:lnTo>
                <a:lnTo>
                  <a:pt x="16999" y="9086"/>
                </a:lnTo>
                <a:lnTo>
                  <a:pt x="16999" y="7913"/>
                </a:lnTo>
                <a:lnTo>
                  <a:pt x="16975" y="7742"/>
                </a:lnTo>
                <a:lnTo>
                  <a:pt x="16926" y="7596"/>
                </a:lnTo>
                <a:lnTo>
                  <a:pt x="16853" y="7474"/>
                </a:lnTo>
                <a:lnTo>
                  <a:pt x="16755" y="7327"/>
                </a:lnTo>
                <a:lnTo>
                  <a:pt x="16657" y="7229"/>
                </a:lnTo>
                <a:lnTo>
                  <a:pt x="16511" y="7132"/>
                </a:lnTo>
                <a:lnTo>
                  <a:pt x="16364" y="7083"/>
                </a:lnTo>
                <a:lnTo>
                  <a:pt x="16218" y="7034"/>
                </a:lnTo>
                <a:lnTo>
                  <a:pt x="14459" y="6839"/>
                </a:lnTo>
                <a:lnTo>
                  <a:pt x="14362" y="6497"/>
                </a:lnTo>
                <a:lnTo>
                  <a:pt x="14215" y="6130"/>
                </a:lnTo>
                <a:lnTo>
                  <a:pt x="14068" y="5788"/>
                </a:lnTo>
                <a:lnTo>
                  <a:pt x="13898" y="5447"/>
                </a:lnTo>
                <a:lnTo>
                  <a:pt x="14997" y="4079"/>
                </a:lnTo>
                <a:lnTo>
                  <a:pt x="15070" y="3932"/>
                </a:lnTo>
                <a:lnTo>
                  <a:pt x="15119" y="3786"/>
                </a:lnTo>
                <a:lnTo>
                  <a:pt x="15168" y="3639"/>
                </a:lnTo>
                <a:lnTo>
                  <a:pt x="15168" y="3493"/>
                </a:lnTo>
                <a:lnTo>
                  <a:pt x="15143" y="3322"/>
                </a:lnTo>
                <a:lnTo>
                  <a:pt x="15094" y="3175"/>
                </a:lnTo>
                <a:lnTo>
                  <a:pt x="15021" y="3029"/>
                </a:lnTo>
                <a:lnTo>
                  <a:pt x="14923" y="2907"/>
                </a:lnTo>
                <a:lnTo>
                  <a:pt x="14093" y="2076"/>
                </a:lnTo>
                <a:lnTo>
                  <a:pt x="13971" y="1978"/>
                </a:lnTo>
                <a:lnTo>
                  <a:pt x="13824" y="1905"/>
                </a:lnTo>
                <a:lnTo>
                  <a:pt x="13678" y="1856"/>
                </a:lnTo>
                <a:lnTo>
                  <a:pt x="13507" y="1832"/>
                </a:lnTo>
                <a:lnTo>
                  <a:pt x="13360" y="1832"/>
                </a:lnTo>
                <a:lnTo>
                  <a:pt x="13214" y="1881"/>
                </a:lnTo>
                <a:lnTo>
                  <a:pt x="13067" y="1930"/>
                </a:lnTo>
                <a:lnTo>
                  <a:pt x="12921" y="2027"/>
                </a:lnTo>
                <a:lnTo>
                  <a:pt x="11553" y="3102"/>
                </a:lnTo>
                <a:lnTo>
                  <a:pt x="11211" y="2931"/>
                </a:lnTo>
                <a:lnTo>
                  <a:pt x="10869" y="2784"/>
                </a:lnTo>
                <a:lnTo>
                  <a:pt x="10503" y="2638"/>
                </a:lnTo>
                <a:lnTo>
                  <a:pt x="10161" y="2540"/>
                </a:lnTo>
                <a:lnTo>
                  <a:pt x="9965" y="782"/>
                </a:lnTo>
                <a:lnTo>
                  <a:pt x="9917" y="635"/>
                </a:lnTo>
                <a:lnTo>
                  <a:pt x="9868" y="489"/>
                </a:lnTo>
                <a:lnTo>
                  <a:pt x="9770" y="342"/>
                </a:lnTo>
                <a:lnTo>
                  <a:pt x="9672" y="244"/>
                </a:lnTo>
                <a:lnTo>
                  <a:pt x="9526" y="147"/>
                </a:lnTo>
                <a:lnTo>
                  <a:pt x="9404" y="73"/>
                </a:lnTo>
                <a:lnTo>
                  <a:pt x="9257" y="25"/>
                </a:lnTo>
                <a:lnTo>
                  <a:pt x="9086" y="0"/>
                </a:lnTo>
                <a:close/>
              </a:path>
            </a:pathLst>
          </a:custGeom>
          <a:solidFill>
            <a:srgbClr val="184769"/>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grpSp>
        <p:nvGrpSpPr>
          <p:cNvPr id="551" name="Google Shape;551;p5"/>
          <p:cNvGrpSpPr/>
          <p:nvPr/>
        </p:nvGrpSpPr>
        <p:grpSpPr>
          <a:xfrm>
            <a:off x="7354067" y="3426715"/>
            <a:ext cx="455624" cy="437054"/>
            <a:chOff x="5241175" y="4959100"/>
            <a:chExt cx="539775" cy="517775"/>
          </a:xfrm>
        </p:grpSpPr>
        <p:sp>
          <p:nvSpPr>
            <p:cNvPr id="552" name="Google Shape;552;p5"/>
            <p:cNvSpPr/>
            <p:nvPr/>
          </p:nvSpPr>
          <p:spPr>
            <a:xfrm>
              <a:off x="5575150" y="4959100"/>
              <a:ext cx="161225" cy="178300"/>
            </a:xfrm>
            <a:custGeom>
              <a:rect b="b" l="l" r="r" t="t"/>
              <a:pathLst>
                <a:path extrusionOk="0" h="7132" w="6449">
                  <a:moveTo>
                    <a:pt x="4641" y="0"/>
                  </a:moveTo>
                  <a:lnTo>
                    <a:pt x="4470" y="25"/>
                  </a:lnTo>
                  <a:lnTo>
                    <a:pt x="4299" y="49"/>
                  </a:lnTo>
                  <a:lnTo>
                    <a:pt x="4128" y="98"/>
                  </a:lnTo>
                  <a:lnTo>
                    <a:pt x="3957" y="147"/>
                  </a:lnTo>
                  <a:lnTo>
                    <a:pt x="3786" y="220"/>
                  </a:lnTo>
                  <a:lnTo>
                    <a:pt x="3640" y="318"/>
                  </a:lnTo>
                  <a:lnTo>
                    <a:pt x="3517" y="415"/>
                  </a:lnTo>
                  <a:lnTo>
                    <a:pt x="3395" y="538"/>
                  </a:lnTo>
                  <a:lnTo>
                    <a:pt x="3273" y="660"/>
                  </a:lnTo>
                  <a:lnTo>
                    <a:pt x="3175" y="806"/>
                  </a:lnTo>
                  <a:lnTo>
                    <a:pt x="3078" y="953"/>
                  </a:lnTo>
                  <a:lnTo>
                    <a:pt x="3005" y="1099"/>
                  </a:lnTo>
                  <a:lnTo>
                    <a:pt x="2931" y="1270"/>
                  </a:lnTo>
                  <a:lnTo>
                    <a:pt x="2907" y="1441"/>
                  </a:lnTo>
                  <a:lnTo>
                    <a:pt x="2882" y="1612"/>
                  </a:lnTo>
                  <a:lnTo>
                    <a:pt x="2858" y="1808"/>
                  </a:lnTo>
                  <a:lnTo>
                    <a:pt x="2882" y="2076"/>
                  </a:lnTo>
                  <a:lnTo>
                    <a:pt x="2956" y="2345"/>
                  </a:lnTo>
                  <a:lnTo>
                    <a:pt x="3053" y="2589"/>
                  </a:lnTo>
                  <a:lnTo>
                    <a:pt x="3175" y="2809"/>
                  </a:lnTo>
                  <a:lnTo>
                    <a:pt x="0" y="6546"/>
                  </a:lnTo>
                  <a:lnTo>
                    <a:pt x="367" y="6814"/>
                  </a:lnTo>
                  <a:lnTo>
                    <a:pt x="709" y="7132"/>
                  </a:lnTo>
                  <a:lnTo>
                    <a:pt x="3884" y="3419"/>
                  </a:lnTo>
                  <a:lnTo>
                    <a:pt x="4055" y="3493"/>
                  </a:lnTo>
                  <a:lnTo>
                    <a:pt x="4250" y="3542"/>
                  </a:lnTo>
                  <a:lnTo>
                    <a:pt x="4445" y="3566"/>
                  </a:lnTo>
                  <a:lnTo>
                    <a:pt x="4641" y="3590"/>
                  </a:lnTo>
                  <a:lnTo>
                    <a:pt x="4836" y="3566"/>
                  </a:lnTo>
                  <a:lnTo>
                    <a:pt x="5007" y="3542"/>
                  </a:lnTo>
                  <a:lnTo>
                    <a:pt x="5178" y="3517"/>
                  </a:lnTo>
                  <a:lnTo>
                    <a:pt x="5349" y="3444"/>
                  </a:lnTo>
                  <a:lnTo>
                    <a:pt x="5496" y="3371"/>
                  </a:lnTo>
                  <a:lnTo>
                    <a:pt x="5642" y="3273"/>
                  </a:lnTo>
                  <a:lnTo>
                    <a:pt x="5789" y="3175"/>
                  </a:lnTo>
                  <a:lnTo>
                    <a:pt x="5911" y="3053"/>
                  </a:lnTo>
                  <a:lnTo>
                    <a:pt x="6033" y="2931"/>
                  </a:lnTo>
                  <a:lnTo>
                    <a:pt x="6131" y="2809"/>
                  </a:lnTo>
                  <a:lnTo>
                    <a:pt x="6228" y="2638"/>
                  </a:lnTo>
                  <a:lnTo>
                    <a:pt x="6302" y="2491"/>
                  </a:lnTo>
                  <a:lnTo>
                    <a:pt x="6350" y="2320"/>
                  </a:lnTo>
                  <a:lnTo>
                    <a:pt x="6399" y="2149"/>
                  </a:lnTo>
                  <a:lnTo>
                    <a:pt x="6424" y="1979"/>
                  </a:lnTo>
                  <a:lnTo>
                    <a:pt x="6448" y="1808"/>
                  </a:lnTo>
                  <a:lnTo>
                    <a:pt x="6424" y="1612"/>
                  </a:lnTo>
                  <a:lnTo>
                    <a:pt x="6399" y="1441"/>
                  </a:lnTo>
                  <a:lnTo>
                    <a:pt x="6350" y="1270"/>
                  </a:lnTo>
                  <a:lnTo>
                    <a:pt x="6302" y="1099"/>
                  </a:lnTo>
                  <a:lnTo>
                    <a:pt x="6228" y="953"/>
                  </a:lnTo>
                  <a:lnTo>
                    <a:pt x="6131" y="806"/>
                  </a:lnTo>
                  <a:lnTo>
                    <a:pt x="6033" y="660"/>
                  </a:lnTo>
                  <a:lnTo>
                    <a:pt x="5911" y="538"/>
                  </a:lnTo>
                  <a:lnTo>
                    <a:pt x="5789" y="415"/>
                  </a:lnTo>
                  <a:lnTo>
                    <a:pt x="5642" y="318"/>
                  </a:lnTo>
                  <a:lnTo>
                    <a:pt x="5496" y="220"/>
                  </a:lnTo>
                  <a:lnTo>
                    <a:pt x="5349" y="147"/>
                  </a:lnTo>
                  <a:lnTo>
                    <a:pt x="5178" y="98"/>
                  </a:lnTo>
                  <a:lnTo>
                    <a:pt x="5007" y="49"/>
                  </a:lnTo>
                  <a:lnTo>
                    <a:pt x="4836" y="25"/>
                  </a:lnTo>
                  <a:lnTo>
                    <a:pt x="4641" y="0"/>
                  </a:lnTo>
                  <a:close/>
                </a:path>
              </a:pathLst>
            </a:custGeom>
            <a:solidFill>
              <a:srgbClr val="184769"/>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553" name="Google Shape;553;p5"/>
            <p:cNvSpPr/>
            <p:nvPr/>
          </p:nvSpPr>
          <p:spPr>
            <a:xfrm>
              <a:off x="5330925" y="4985350"/>
              <a:ext cx="128250" cy="148400"/>
            </a:xfrm>
            <a:custGeom>
              <a:rect b="b" l="l" r="r" t="t"/>
              <a:pathLst>
                <a:path extrusionOk="0" h="5936" w="5130">
                  <a:moveTo>
                    <a:pt x="1563" y="0"/>
                  </a:moveTo>
                  <a:lnTo>
                    <a:pt x="1392" y="25"/>
                  </a:lnTo>
                  <a:lnTo>
                    <a:pt x="1221" y="74"/>
                  </a:lnTo>
                  <a:lnTo>
                    <a:pt x="1075" y="147"/>
                  </a:lnTo>
                  <a:lnTo>
                    <a:pt x="904" y="220"/>
                  </a:lnTo>
                  <a:lnTo>
                    <a:pt x="757" y="318"/>
                  </a:lnTo>
                  <a:lnTo>
                    <a:pt x="635" y="416"/>
                  </a:lnTo>
                  <a:lnTo>
                    <a:pt x="513" y="538"/>
                  </a:lnTo>
                  <a:lnTo>
                    <a:pt x="391" y="660"/>
                  </a:lnTo>
                  <a:lnTo>
                    <a:pt x="293" y="806"/>
                  </a:lnTo>
                  <a:lnTo>
                    <a:pt x="196" y="953"/>
                  </a:lnTo>
                  <a:lnTo>
                    <a:pt x="122" y="1099"/>
                  </a:lnTo>
                  <a:lnTo>
                    <a:pt x="74" y="1270"/>
                  </a:lnTo>
                  <a:lnTo>
                    <a:pt x="25" y="1466"/>
                  </a:lnTo>
                  <a:lnTo>
                    <a:pt x="0" y="1637"/>
                  </a:lnTo>
                  <a:lnTo>
                    <a:pt x="0" y="1808"/>
                  </a:lnTo>
                  <a:lnTo>
                    <a:pt x="0" y="2003"/>
                  </a:lnTo>
                  <a:lnTo>
                    <a:pt x="25" y="2174"/>
                  </a:lnTo>
                  <a:lnTo>
                    <a:pt x="74" y="2345"/>
                  </a:lnTo>
                  <a:lnTo>
                    <a:pt x="147" y="2492"/>
                  </a:lnTo>
                  <a:lnTo>
                    <a:pt x="220" y="2663"/>
                  </a:lnTo>
                  <a:lnTo>
                    <a:pt x="318" y="2785"/>
                  </a:lnTo>
                  <a:lnTo>
                    <a:pt x="415" y="2931"/>
                  </a:lnTo>
                  <a:lnTo>
                    <a:pt x="538" y="3053"/>
                  </a:lnTo>
                  <a:lnTo>
                    <a:pt x="660" y="3175"/>
                  </a:lnTo>
                  <a:lnTo>
                    <a:pt x="806" y="3273"/>
                  </a:lnTo>
                  <a:lnTo>
                    <a:pt x="953" y="3371"/>
                  </a:lnTo>
                  <a:lnTo>
                    <a:pt x="1099" y="3444"/>
                  </a:lnTo>
                  <a:lnTo>
                    <a:pt x="1270" y="3493"/>
                  </a:lnTo>
                  <a:lnTo>
                    <a:pt x="1466" y="3542"/>
                  </a:lnTo>
                  <a:lnTo>
                    <a:pt x="1710" y="3566"/>
                  </a:lnTo>
                  <a:lnTo>
                    <a:pt x="1979" y="3566"/>
                  </a:lnTo>
                  <a:lnTo>
                    <a:pt x="2223" y="3517"/>
                  </a:lnTo>
                  <a:lnTo>
                    <a:pt x="2467" y="3444"/>
                  </a:lnTo>
                  <a:lnTo>
                    <a:pt x="4396" y="5935"/>
                  </a:lnTo>
                  <a:lnTo>
                    <a:pt x="4738" y="5642"/>
                  </a:lnTo>
                  <a:lnTo>
                    <a:pt x="5129" y="5374"/>
                  </a:lnTo>
                  <a:lnTo>
                    <a:pt x="3200" y="2858"/>
                  </a:lnTo>
                  <a:lnTo>
                    <a:pt x="3322" y="2687"/>
                  </a:lnTo>
                  <a:lnTo>
                    <a:pt x="3419" y="2516"/>
                  </a:lnTo>
                  <a:lnTo>
                    <a:pt x="3493" y="2321"/>
                  </a:lnTo>
                  <a:lnTo>
                    <a:pt x="3542" y="2101"/>
                  </a:lnTo>
                  <a:lnTo>
                    <a:pt x="3566" y="1930"/>
                  </a:lnTo>
                  <a:lnTo>
                    <a:pt x="3566" y="1734"/>
                  </a:lnTo>
                  <a:lnTo>
                    <a:pt x="3566" y="1564"/>
                  </a:lnTo>
                  <a:lnTo>
                    <a:pt x="3517" y="1393"/>
                  </a:lnTo>
                  <a:lnTo>
                    <a:pt x="3468" y="1222"/>
                  </a:lnTo>
                  <a:lnTo>
                    <a:pt x="3419" y="1075"/>
                  </a:lnTo>
                  <a:lnTo>
                    <a:pt x="3346" y="904"/>
                  </a:lnTo>
                  <a:lnTo>
                    <a:pt x="3249" y="758"/>
                  </a:lnTo>
                  <a:lnTo>
                    <a:pt x="3151" y="635"/>
                  </a:lnTo>
                  <a:lnTo>
                    <a:pt x="3029" y="513"/>
                  </a:lnTo>
                  <a:lnTo>
                    <a:pt x="2907" y="391"/>
                  </a:lnTo>
                  <a:lnTo>
                    <a:pt x="2760" y="294"/>
                  </a:lnTo>
                  <a:lnTo>
                    <a:pt x="2614" y="196"/>
                  </a:lnTo>
                  <a:lnTo>
                    <a:pt x="2443" y="123"/>
                  </a:lnTo>
                  <a:lnTo>
                    <a:pt x="2272" y="74"/>
                  </a:lnTo>
                  <a:lnTo>
                    <a:pt x="2101" y="25"/>
                  </a:lnTo>
                  <a:lnTo>
                    <a:pt x="1930" y="0"/>
                  </a:lnTo>
                  <a:close/>
                </a:path>
              </a:pathLst>
            </a:custGeom>
            <a:solidFill>
              <a:srgbClr val="184769"/>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554" name="Google Shape;554;p5"/>
            <p:cNvSpPr/>
            <p:nvPr/>
          </p:nvSpPr>
          <p:spPr>
            <a:xfrm>
              <a:off x="5241175" y="5241175"/>
              <a:ext cx="180125" cy="109325"/>
            </a:xfrm>
            <a:custGeom>
              <a:rect b="b" l="l" r="r" t="t"/>
              <a:pathLst>
                <a:path extrusionOk="0" h="4373" w="7205">
                  <a:moveTo>
                    <a:pt x="6839" y="1"/>
                  </a:moveTo>
                  <a:lnTo>
                    <a:pt x="3224" y="1491"/>
                  </a:lnTo>
                  <a:lnTo>
                    <a:pt x="3102" y="1368"/>
                  </a:lnTo>
                  <a:lnTo>
                    <a:pt x="2980" y="1246"/>
                  </a:lnTo>
                  <a:lnTo>
                    <a:pt x="2858" y="1124"/>
                  </a:lnTo>
                  <a:lnTo>
                    <a:pt x="2687" y="1026"/>
                  </a:lnTo>
                  <a:lnTo>
                    <a:pt x="2540" y="953"/>
                  </a:lnTo>
                  <a:lnTo>
                    <a:pt x="2369" y="880"/>
                  </a:lnTo>
                  <a:lnTo>
                    <a:pt x="2198" y="831"/>
                  </a:lnTo>
                  <a:lnTo>
                    <a:pt x="2027" y="807"/>
                  </a:lnTo>
                  <a:lnTo>
                    <a:pt x="1856" y="782"/>
                  </a:lnTo>
                  <a:lnTo>
                    <a:pt x="1685" y="807"/>
                  </a:lnTo>
                  <a:lnTo>
                    <a:pt x="1514" y="807"/>
                  </a:lnTo>
                  <a:lnTo>
                    <a:pt x="1343" y="856"/>
                  </a:lnTo>
                  <a:lnTo>
                    <a:pt x="1172" y="904"/>
                  </a:lnTo>
                  <a:lnTo>
                    <a:pt x="1026" y="978"/>
                  </a:lnTo>
                  <a:lnTo>
                    <a:pt x="879" y="1051"/>
                  </a:lnTo>
                  <a:lnTo>
                    <a:pt x="733" y="1149"/>
                  </a:lnTo>
                  <a:lnTo>
                    <a:pt x="586" y="1271"/>
                  </a:lnTo>
                  <a:lnTo>
                    <a:pt x="464" y="1393"/>
                  </a:lnTo>
                  <a:lnTo>
                    <a:pt x="342" y="1515"/>
                  </a:lnTo>
                  <a:lnTo>
                    <a:pt x="244" y="1686"/>
                  </a:lnTo>
                  <a:lnTo>
                    <a:pt x="171" y="1832"/>
                  </a:lnTo>
                  <a:lnTo>
                    <a:pt x="98" y="2003"/>
                  </a:lnTo>
                  <a:lnTo>
                    <a:pt x="49" y="2174"/>
                  </a:lnTo>
                  <a:lnTo>
                    <a:pt x="25" y="2345"/>
                  </a:lnTo>
                  <a:lnTo>
                    <a:pt x="0" y="2516"/>
                  </a:lnTo>
                  <a:lnTo>
                    <a:pt x="0" y="2687"/>
                  </a:lnTo>
                  <a:lnTo>
                    <a:pt x="25" y="2858"/>
                  </a:lnTo>
                  <a:lnTo>
                    <a:pt x="73" y="3029"/>
                  </a:lnTo>
                  <a:lnTo>
                    <a:pt x="122" y="3200"/>
                  </a:lnTo>
                  <a:lnTo>
                    <a:pt x="195" y="3347"/>
                  </a:lnTo>
                  <a:lnTo>
                    <a:pt x="269" y="3518"/>
                  </a:lnTo>
                  <a:lnTo>
                    <a:pt x="366" y="3640"/>
                  </a:lnTo>
                  <a:lnTo>
                    <a:pt x="464" y="3786"/>
                  </a:lnTo>
                  <a:lnTo>
                    <a:pt x="611" y="3908"/>
                  </a:lnTo>
                  <a:lnTo>
                    <a:pt x="733" y="4031"/>
                  </a:lnTo>
                  <a:lnTo>
                    <a:pt x="904" y="4128"/>
                  </a:lnTo>
                  <a:lnTo>
                    <a:pt x="1050" y="4201"/>
                  </a:lnTo>
                  <a:lnTo>
                    <a:pt x="1221" y="4275"/>
                  </a:lnTo>
                  <a:lnTo>
                    <a:pt x="1392" y="4324"/>
                  </a:lnTo>
                  <a:lnTo>
                    <a:pt x="1563" y="4348"/>
                  </a:lnTo>
                  <a:lnTo>
                    <a:pt x="1734" y="4372"/>
                  </a:lnTo>
                  <a:lnTo>
                    <a:pt x="1905" y="4372"/>
                  </a:lnTo>
                  <a:lnTo>
                    <a:pt x="2076" y="4348"/>
                  </a:lnTo>
                  <a:lnTo>
                    <a:pt x="2247" y="4299"/>
                  </a:lnTo>
                  <a:lnTo>
                    <a:pt x="2418" y="4250"/>
                  </a:lnTo>
                  <a:lnTo>
                    <a:pt x="2565" y="4201"/>
                  </a:lnTo>
                  <a:lnTo>
                    <a:pt x="2711" y="4104"/>
                  </a:lnTo>
                  <a:lnTo>
                    <a:pt x="2858" y="4006"/>
                  </a:lnTo>
                  <a:lnTo>
                    <a:pt x="3004" y="3908"/>
                  </a:lnTo>
                  <a:lnTo>
                    <a:pt x="3126" y="3786"/>
                  </a:lnTo>
                  <a:lnTo>
                    <a:pt x="3248" y="3640"/>
                  </a:lnTo>
                  <a:lnTo>
                    <a:pt x="3346" y="3493"/>
                  </a:lnTo>
                  <a:lnTo>
                    <a:pt x="3468" y="3200"/>
                  </a:lnTo>
                  <a:lnTo>
                    <a:pt x="3541" y="2931"/>
                  </a:lnTo>
                  <a:lnTo>
                    <a:pt x="3590" y="2638"/>
                  </a:lnTo>
                  <a:lnTo>
                    <a:pt x="3566" y="2345"/>
                  </a:lnTo>
                  <a:lnTo>
                    <a:pt x="7205" y="856"/>
                  </a:lnTo>
                  <a:lnTo>
                    <a:pt x="6985" y="440"/>
                  </a:lnTo>
                  <a:lnTo>
                    <a:pt x="6839" y="1"/>
                  </a:lnTo>
                  <a:close/>
                </a:path>
              </a:pathLst>
            </a:custGeom>
            <a:solidFill>
              <a:srgbClr val="184769"/>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555" name="Google Shape;555;p5"/>
            <p:cNvSpPr/>
            <p:nvPr/>
          </p:nvSpPr>
          <p:spPr>
            <a:xfrm>
              <a:off x="5461575" y="5316900"/>
              <a:ext cx="89175" cy="159975"/>
            </a:xfrm>
            <a:custGeom>
              <a:rect b="b" l="l" r="r" t="t"/>
              <a:pathLst>
                <a:path extrusionOk="0" h="6399" w="3567">
                  <a:moveTo>
                    <a:pt x="1491" y="0"/>
                  </a:moveTo>
                  <a:lnTo>
                    <a:pt x="1393" y="2858"/>
                  </a:lnTo>
                  <a:lnTo>
                    <a:pt x="1198" y="2907"/>
                  </a:lnTo>
                  <a:lnTo>
                    <a:pt x="1002" y="3004"/>
                  </a:lnTo>
                  <a:lnTo>
                    <a:pt x="807" y="3102"/>
                  </a:lnTo>
                  <a:lnTo>
                    <a:pt x="636" y="3224"/>
                  </a:lnTo>
                  <a:lnTo>
                    <a:pt x="489" y="3346"/>
                  </a:lnTo>
                  <a:lnTo>
                    <a:pt x="392" y="3493"/>
                  </a:lnTo>
                  <a:lnTo>
                    <a:pt x="269" y="3639"/>
                  </a:lnTo>
                  <a:lnTo>
                    <a:pt x="196" y="3786"/>
                  </a:lnTo>
                  <a:lnTo>
                    <a:pt x="123" y="3932"/>
                  </a:lnTo>
                  <a:lnTo>
                    <a:pt x="74" y="4103"/>
                  </a:lnTo>
                  <a:lnTo>
                    <a:pt x="25" y="4274"/>
                  </a:lnTo>
                  <a:lnTo>
                    <a:pt x="1" y="4445"/>
                  </a:lnTo>
                  <a:lnTo>
                    <a:pt x="1" y="4616"/>
                  </a:lnTo>
                  <a:lnTo>
                    <a:pt x="1" y="4787"/>
                  </a:lnTo>
                  <a:lnTo>
                    <a:pt x="25" y="4958"/>
                  </a:lnTo>
                  <a:lnTo>
                    <a:pt x="74" y="5129"/>
                  </a:lnTo>
                  <a:lnTo>
                    <a:pt x="123" y="5276"/>
                  </a:lnTo>
                  <a:lnTo>
                    <a:pt x="196" y="5447"/>
                  </a:lnTo>
                  <a:lnTo>
                    <a:pt x="294" y="5593"/>
                  </a:lnTo>
                  <a:lnTo>
                    <a:pt x="416" y="5740"/>
                  </a:lnTo>
                  <a:lnTo>
                    <a:pt x="538" y="5886"/>
                  </a:lnTo>
                  <a:lnTo>
                    <a:pt x="660" y="6008"/>
                  </a:lnTo>
                  <a:lnTo>
                    <a:pt x="807" y="6106"/>
                  </a:lnTo>
                  <a:lnTo>
                    <a:pt x="953" y="6179"/>
                  </a:lnTo>
                  <a:lnTo>
                    <a:pt x="1124" y="6252"/>
                  </a:lnTo>
                  <a:lnTo>
                    <a:pt x="1271" y="6326"/>
                  </a:lnTo>
                  <a:lnTo>
                    <a:pt x="1442" y="6350"/>
                  </a:lnTo>
                  <a:lnTo>
                    <a:pt x="1613" y="6375"/>
                  </a:lnTo>
                  <a:lnTo>
                    <a:pt x="1784" y="6399"/>
                  </a:lnTo>
                  <a:lnTo>
                    <a:pt x="1955" y="6375"/>
                  </a:lnTo>
                  <a:lnTo>
                    <a:pt x="2126" y="6350"/>
                  </a:lnTo>
                  <a:lnTo>
                    <a:pt x="2297" y="6301"/>
                  </a:lnTo>
                  <a:lnTo>
                    <a:pt x="2468" y="6252"/>
                  </a:lnTo>
                  <a:lnTo>
                    <a:pt x="2614" y="6179"/>
                  </a:lnTo>
                  <a:lnTo>
                    <a:pt x="2785" y="6082"/>
                  </a:lnTo>
                  <a:lnTo>
                    <a:pt x="2932" y="5984"/>
                  </a:lnTo>
                  <a:lnTo>
                    <a:pt x="3054" y="5862"/>
                  </a:lnTo>
                  <a:lnTo>
                    <a:pt x="3176" y="5715"/>
                  </a:lnTo>
                  <a:lnTo>
                    <a:pt x="3273" y="5569"/>
                  </a:lnTo>
                  <a:lnTo>
                    <a:pt x="3371" y="5422"/>
                  </a:lnTo>
                  <a:lnTo>
                    <a:pt x="3444" y="5276"/>
                  </a:lnTo>
                  <a:lnTo>
                    <a:pt x="3493" y="5105"/>
                  </a:lnTo>
                  <a:lnTo>
                    <a:pt x="3542" y="4934"/>
                  </a:lnTo>
                  <a:lnTo>
                    <a:pt x="3567" y="4763"/>
                  </a:lnTo>
                  <a:lnTo>
                    <a:pt x="3567" y="4592"/>
                  </a:lnTo>
                  <a:lnTo>
                    <a:pt x="3567" y="4421"/>
                  </a:lnTo>
                  <a:lnTo>
                    <a:pt x="3542" y="4250"/>
                  </a:lnTo>
                  <a:lnTo>
                    <a:pt x="3493" y="4079"/>
                  </a:lnTo>
                  <a:lnTo>
                    <a:pt x="3420" y="3908"/>
                  </a:lnTo>
                  <a:lnTo>
                    <a:pt x="3347" y="3761"/>
                  </a:lnTo>
                  <a:lnTo>
                    <a:pt x="3273" y="3615"/>
                  </a:lnTo>
                  <a:lnTo>
                    <a:pt x="3151" y="3468"/>
                  </a:lnTo>
                  <a:lnTo>
                    <a:pt x="2980" y="3273"/>
                  </a:lnTo>
                  <a:lnTo>
                    <a:pt x="2761" y="3102"/>
                  </a:lnTo>
                  <a:lnTo>
                    <a:pt x="2541" y="2980"/>
                  </a:lnTo>
                  <a:lnTo>
                    <a:pt x="2321" y="2907"/>
                  </a:lnTo>
                  <a:lnTo>
                    <a:pt x="2419" y="25"/>
                  </a:lnTo>
                  <a:lnTo>
                    <a:pt x="2419" y="25"/>
                  </a:lnTo>
                  <a:lnTo>
                    <a:pt x="2126" y="49"/>
                  </a:lnTo>
                  <a:lnTo>
                    <a:pt x="1808" y="25"/>
                  </a:lnTo>
                  <a:lnTo>
                    <a:pt x="1491" y="0"/>
                  </a:lnTo>
                  <a:close/>
                </a:path>
              </a:pathLst>
            </a:custGeom>
            <a:solidFill>
              <a:srgbClr val="184769"/>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556" name="Google Shape;556;p5"/>
            <p:cNvSpPr/>
            <p:nvPr/>
          </p:nvSpPr>
          <p:spPr>
            <a:xfrm>
              <a:off x="5619100" y="5194175"/>
              <a:ext cx="161850" cy="89775"/>
            </a:xfrm>
            <a:custGeom>
              <a:rect b="b" l="l" r="r" t="t"/>
              <a:pathLst>
                <a:path extrusionOk="0" h="3591" w="6474">
                  <a:moveTo>
                    <a:pt x="4592" y="0"/>
                  </a:moveTo>
                  <a:lnTo>
                    <a:pt x="4422" y="25"/>
                  </a:lnTo>
                  <a:lnTo>
                    <a:pt x="4251" y="73"/>
                  </a:lnTo>
                  <a:lnTo>
                    <a:pt x="4080" y="122"/>
                  </a:lnTo>
                  <a:lnTo>
                    <a:pt x="3884" y="196"/>
                  </a:lnTo>
                  <a:lnTo>
                    <a:pt x="3713" y="293"/>
                  </a:lnTo>
                  <a:lnTo>
                    <a:pt x="3567" y="391"/>
                  </a:lnTo>
                  <a:lnTo>
                    <a:pt x="3420" y="513"/>
                  </a:lnTo>
                  <a:lnTo>
                    <a:pt x="3298" y="660"/>
                  </a:lnTo>
                  <a:lnTo>
                    <a:pt x="3200" y="806"/>
                  </a:lnTo>
                  <a:lnTo>
                    <a:pt x="3103" y="953"/>
                  </a:lnTo>
                  <a:lnTo>
                    <a:pt x="3029" y="1124"/>
                  </a:lnTo>
                  <a:lnTo>
                    <a:pt x="99" y="757"/>
                  </a:lnTo>
                  <a:lnTo>
                    <a:pt x="74" y="1221"/>
                  </a:lnTo>
                  <a:lnTo>
                    <a:pt x="1" y="1661"/>
                  </a:lnTo>
                  <a:lnTo>
                    <a:pt x="2907" y="2027"/>
                  </a:lnTo>
                  <a:lnTo>
                    <a:pt x="2932" y="2223"/>
                  </a:lnTo>
                  <a:lnTo>
                    <a:pt x="3005" y="2418"/>
                  </a:lnTo>
                  <a:lnTo>
                    <a:pt x="3078" y="2565"/>
                  </a:lnTo>
                  <a:lnTo>
                    <a:pt x="3152" y="2736"/>
                  </a:lnTo>
                  <a:lnTo>
                    <a:pt x="3249" y="2882"/>
                  </a:lnTo>
                  <a:lnTo>
                    <a:pt x="3371" y="3004"/>
                  </a:lnTo>
                  <a:lnTo>
                    <a:pt x="3493" y="3126"/>
                  </a:lnTo>
                  <a:lnTo>
                    <a:pt x="3616" y="3248"/>
                  </a:lnTo>
                  <a:lnTo>
                    <a:pt x="3762" y="3346"/>
                  </a:lnTo>
                  <a:lnTo>
                    <a:pt x="3909" y="3419"/>
                  </a:lnTo>
                  <a:lnTo>
                    <a:pt x="4080" y="3493"/>
                  </a:lnTo>
                  <a:lnTo>
                    <a:pt x="4251" y="3541"/>
                  </a:lnTo>
                  <a:lnTo>
                    <a:pt x="4422" y="3566"/>
                  </a:lnTo>
                  <a:lnTo>
                    <a:pt x="4592" y="3590"/>
                  </a:lnTo>
                  <a:lnTo>
                    <a:pt x="4763" y="3590"/>
                  </a:lnTo>
                  <a:lnTo>
                    <a:pt x="4934" y="3566"/>
                  </a:lnTo>
                  <a:lnTo>
                    <a:pt x="5105" y="3541"/>
                  </a:lnTo>
                  <a:lnTo>
                    <a:pt x="5276" y="3468"/>
                  </a:lnTo>
                  <a:lnTo>
                    <a:pt x="5447" y="3419"/>
                  </a:lnTo>
                  <a:lnTo>
                    <a:pt x="5618" y="3322"/>
                  </a:lnTo>
                  <a:lnTo>
                    <a:pt x="5765" y="3224"/>
                  </a:lnTo>
                  <a:lnTo>
                    <a:pt x="5887" y="3102"/>
                  </a:lnTo>
                  <a:lnTo>
                    <a:pt x="6009" y="2980"/>
                  </a:lnTo>
                  <a:lnTo>
                    <a:pt x="6131" y="2858"/>
                  </a:lnTo>
                  <a:lnTo>
                    <a:pt x="6204" y="2711"/>
                  </a:lnTo>
                  <a:lnTo>
                    <a:pt x="6302" y="2565"/>
                  </a:lnTo>
                  <a:lnTo>
                    <a:pt x="6351" y="2394"/>
                  </a:lnTo>
                  <a:lnTo>
                    <a:pt x="6400" y="2223"/>
                  </a:lnTo>
                  <a:lnTo>
                    <a:pt x="6449" y="2076"/>
                  </a:lnTo>
                  <a:lnTo>
                    <a:pt x="6473" y="1881"/>
                  </a:lnTo>
                  <a:lnTo>
                    <a:pt x="6473" y="1710"/>
                  </a:lnTo>
                  <a:lnTo>
                    <a:pt x="6449" y="1539"/>
                  </a:lnTo>
                  <a:lnTo>
                    <a:pt x="6424" y="1368"/>
                  </a:lnTo>
                  <a:lnTo>
                    <a:pt x="6351" y="1197"/>
                  </a:lnTo>
                  <a:lnTo>
                    <a:pt x="6278" y="1026"/>
                  </a:lnTo>
                  <a:lnTo>
                    <a:pt x="6204" y="855"/>
                  </a:lnTo>
                  <a:lnTo>
                    <a:pt x="6107" y="708"/>
                  </a:lnTo>
                  <a:lnTo>
                    <a:pt x="5985" y="586"/>
                  </a:lnTo>
                  <a:lnTo>
                    <a:pt x="5862" y="464"/>
                  </a:lnTo>
                  <a:lnTo>
                    <a:pt x="5740" y="342"/>
                  </a:lnTo>
                  <a:lnTo>
                    <a:pt x="5594" y="269"/>
                  </a:lnTo>
                  <a:lnTo>
                    <a:pt x="5447" y="171"/>
                  </a:lnTo>
                  <a:lnTo>
                    <a:pt x="5276" y="122"/>
                  </a:lnTo>
                  <a:lnTo>
                    <a:pt x="5105" y="73"/>
                  </a:lnTo>
                  <a:lnTo>
                    <a:pt x="4934" y="25"/>
                  </a:lnTo>
                  <a:lnTo>
                    <a:pt x="4763" y="25"/>
                  </a:lnTo>
                  <a:lnTo>
                    <a:pt x="4592" y="0"/>
                  </a:lnTo>
                  <a:close/>
                </a:path>
              </a:pathLst>
            </a:custGeom>
            <a:solidFill>
              <a:srgbClr val="184769"/>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557" name="Google Shape;557;p5"/>
            <p:cNvSpPr/>
            <p:nvPr/>
          </p:nvSpPr>
          <p:spPr>
            <a:xfrm>
              <a:off x="5420075" y="5116000"/>
              <a:ext cx="189300" cy="189925"/>
            </a:xfrm>
            <a:custGeom>
              <a:rect b="b" l="l" r="r" t="t"/>
              <a:pathLst>
                <a:path extrusionOk="0" h="7597" w="7572">
                  <a:moveTo>
                    <a:pt x="3786" y="1"/>
                  </a:moveTo>
                  <a:lnTo>
                    <a:pt x="3395" y="25"/>
                  </a:lnTo>
                  <a:lnTo>
                    <a:pt x="3028" y="74"/>
                  </a:lnTo>
                  <a:lnTo>
                    <a:pt x="2662" y="172"/>
                  </a:lnTo>
                  <a:lnTo>
                    <a:pt x="2320" y="294"/>
                  </a:lnTo>
                  <a:lnTo>
                    <a:pt x="1978" y="465"/>
                  </a:lnTo>
                  <a:lnTo>
                    <a:pt x="1661" y="660"/>
                  </a:lnTo>
                  <a:lnTo>
                    <a:pt x="1392" y="880"/>
                  </a:lnTo>
                  <a:lnTo>
                    <a:pt x="1123" y="1124"/>
                  </a:lnTo>
                  <a:lnTo>
                    <a:pt x="879" y="1393"/>
                  </a:lnTo>
                  <a:lnTo>
                    <a:pt x="659" y="1686"/>
                  </a:lnTo>
                  <a:lnTo>
                    <a:pt x="464" y="1979"/>
                  </a:lnTo>
                  <a:lnTo>
                    <a:pt x="293" y="2321"/>
                  </a:lnTo>
                  <a:lnTo>
                    <a:pt x="171" y="2663"/>
                  </a:lnTo>
                  <a:lnTo>
                    <a:pt x="73" y="3029"/>
                  </a:lnTo>
                  <a:lnTo>
                    <a:pt x="24" y="3420"/>
                  </a:lnTo>
                  <a:lnTo>
                    <a:pt x="0" y="3787"/>
                  </a:lnTo>
                  <a:lnTo>
                    <a:pt x="24" y="4177"/>
                  </a:lnTo>
                  <a:lnTo>
                    <a:pt x="73" y="4568"/>
                  </a:lnTo>
                  <a:lnTo>
                    <a:pt x="171" y="4934"/>
                  </a:lnTo>
                  <a:lnTo>
                    <a:pt x="293" y="5276"/>
                  </a:lnTo>
                  <a:lnTo>
                    <a:pt x="464" y="5594"/>
                  </a:lnTo>
                  <a:lnTo>
                    <a:pt x="659" y="5911"/>
                  </a:lnTo>
                  <a:lnTo>
                    <a:pt x="879" y="6204"/>
                  </a:lnTo>
                  <a:lnTo>
                    <a:pt x="1123" y="6473"/>
                  </a:lnTo>
                  <a:lnTo>
                    <a:pt x="1392" y="6717"/>
                  </a:lnTo>
                  <a:lnTo>
                    <a:pt x="1661" y="6937"/>
                  </a:lnTo>
                  <a:lnTo>
                    <a:pt x="1978" y="7133"/>
                  </a:lnTo>
                  <a:lnTo>
                    <a:pt x="2320" y="7279"/>
                  </a:lnTo>
                  <a:lnTo>
                    <a:pt x="2662" y="7426"/>
                  </a:lnTo>
                  <a:lnTo>
                    <a:pt x="3028" y="7499"/>
                  </a:lnTo>
                  <a:lnTo>
                    <a:pt x="3395" y="7572"/>
                  </a:lnTo>
                  <a:lnTo>
                    <a:pt x="3786" y="7597"/>
                  </a:lnTo>
                  <a:lnTo>
                    <a:pt x="4176" y="7572"/>
                  </a:lnTo>
                  <a:lnTo>
                    <a:pt x="4567" y="7499"/>
                  </a:lnTo>
                  <a:lnTo>
                    <a:pt x="4909" y="7426"/>
                  </a:lnTo>
                  <a:lnTo>
                    <a:pt x="5275" y="7279"/>
                  </a:lnTo>
                  <a:lnTo>
                    <a:pt x="5593" y="7133"/>
                  </a:lnTo>
                  <a:lnTo>
                    <a:pt x="5910" y="6937"/>
                  </a:lnTo>
                  <a:lnTo>
                    <a:pt x="6203" y="6717"/>
                  </a:lnTo>
                  <a:lnTo>
                    <a:pt x="6472" y="6473"/>
                  </a:lnTo>
                  <a:lnTo>
                    <a:pt x="6716" y="6204"/>
                  </a:lnTo>
                  <a:lnTo>
                    <a:pt x="6936" y="5911"/>
                  </a:lnTo>
                  <a:lnTo>
                    <a:pt x="7132" y="5594"/>
                  </a:lnTo>
                  <a:lnTo>
                    <a:pt x="7278" y="5276"/>
                  </a:lnTo>
                  <a:lnTo>
                    <a:pt x="7425" y="4934"/>
                  </a:lnTo>
                  <a:lnTo>
                    <a:pt x="7498" y="4568"/>
                  </a:lnTo>
                  <a:lnTo>
                    <a:pt x="7571" y="4177"/>
                  </a:lnTo>
                  <a:lnTo>
                    <a:pt x="7571" y="3787"/>
                  </a:lnTo>
                  <a:lnTo>
                    <a:pt x="7571" y="3420"/>
                  </a:lnTo>
                  <a:lnTo>
                    <a:pt x="7498" y="3029"/>
                  </a:lnTo>
                  <a:lnTo>
                    <a:pt x="7425" y="2663"/>
                  </a:lnTo>
                  <a:lnTo>
                    <a:pt x="7278" y="2321"/>
                  </a:lnTo>
                  <a:lnTo>
                    <a:pt x="7132" y="1979"/>
                  </a:lnTo>
                  <a:lnTo>
                    <a:pt x="6936" y="1686"/>
                  </a:lnTo>
                  <a:lnTo>
                    <a:pt x="6716" y="1393"/>
                  </a:lnTo>
                  <a:lnTo>
                    <a:pt x="6472" y="1124"/>
                  </a:lnTo>
                  <a:lnTo>
                    <a:pt x="6203" y="880"/>
                  </a:lnTo>
                  <a:lnTo>
                    <a:pt x="5910" y="660"/>
                  </a:lnTo>
                  <a:lnTo>
                    <a:pt x="5593" y="465"/>
                  </a:lnTo>
                  <a:lnTo>
                    <a:pt x="5275" y="294"/>
                  </a:lnTo>
                  <a:lnTo>
                    <a:pt x="4909" y="172"/>
                  </a:lnTo>
                  <a:lnTo>
                    <a:pt x="4567" y="74"/>
                  </a:lnTo>
                  <a:lnTo>
                    <a:pt x="4176" y="25"/>
                  </a:lnTo>
                  <a:lnTo>
                    <a:pt x="3786" y="1"/>
                  </a:lnTo>
                  <a:close/>
                </a:path>
              </a:pathLst>
            </a:custGeom>
            <a:solidFill>
              <a:srgbClr val="184769"/>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grpSp>
      <p:sp>
        <p:nvSpPr>
          <p:cNvPr id="558" name="Google Shape;558;p5"/>
          <p:cNvSpPr/>
          <p:nvPr/>
        </p:nvSpPr>
        <p:spPr>
          <a:xfrm>
            <a:off x="8081326" y="3153875"/>
            <a:ext cx="299952" cy="272838"/>
          </a:xfrm>
          <a:custGeom>
            <a:rect b="b" l="l" r="r" t="t"/>
            <a:pathLst>
              <a:path extrusionOk="0" h="14752" w="16218">
                <a:moveTo>
                  <a:pt x="7694" y="0"/>
                </a:moveTo>
                <a:lnTo>
                  <a:pt x="7279" y="25"/>
                </a:lnTo>
                <a:lnTo>
                  <a:pt x="6863" y="74"/>
                </a:lnTo>
                <a:lnTo>
                  <a:pt x="6473" y="123"/>
                </a:lnTo>
                <a:lnTo>
                  <a:pt x="6082" y="196"/>
                </a:lnTo>
                <a:lnTo>
                  <a:pt x="5691" y="293"/>
                </a:lnTo>
                <a:lnTo>
                  <a:pt x="5325" y="416"/>
                </a:lnTo>
                <a:lnTo>
                  <a:pt x="4958" y="538"/>
                </a:lnTo>
                <a:lnTo>
                  <a:pt x="4592" y="660"/>
                </a:lnTo>
                <a:lnTo>
                  <a:pt x="4250" y="831"/>
                </a:lnTo>
                <a:lnTo>
                  <a:pt x="3908" y="977"/>
                </a:lnTo>
                <a:lnTo>
                  <a:pt x="3566" y="1173"/>
                </a:lnTo>
                <a:lnTo>
                  <a:pt x="3249" y="1368"/>
                </a:lnTo>
                <a:lnTo>
                  <a:pt x="2956" y="1563"/>
                </a:lnTo>
                <a:lnTo>
                  <a:pt x="2663" y="1783"/>
                </a:lnTo>
                <a:lnTo>
                  <a:pt x="2370" y="2003"/>
                </a:lnTo>
                <a:lnTo>
                  <a:pt x="2101" y="2247"/>
                </a:lnTo>
                <a:lnTo>
                  <a:pt x="1857" y="2492"/>
                </a:lnTo>
                <a:lnTo>
                  <a:pt x="1612" y="2760"/>
                </a:lnTo>
                <a:lnTo>
                  <a:pt x="1393" y="3029"/>
                </a:lnTo>
                <a:lnTo>
                  <a:pt x="1173" y="3298"/>
                </a:lnTo>
                <a:lnTo>
                  <a:pt x="977" y="3591"/>
                </a:lnTo>
                <a:lnTo>
                  <a:pt x="807" y="3884"/>
                </a:lnTo>
                <a:lnTo>
                  <a:pt x="636" y="4201"/>
                </a:lnTo>
                <a:lnTo>
                  <a:pt x="489" y="4519"/>
                </a:lnTo>
                <a:lnTo>
                  <a:pt x="367" y="4836"/>
                </a:lnTo>
                <a:lnTo>
                  <a:pt x="245" y="5154"/>
                </a:lnTo>
                <a:lnTo>
                  <a:pt x="172" y="5496"/>
                </a:lnTo>
                <a:lnTo>
                  <a:pt x="98" y="5838"/>
                </a:lnTo>
                <a:lnTo>
                  <a:pt x="49" y="6179"/>
                </a:lnTo>
                <a:lnTo>
                  <a:pt x="1" y="6521"/>
                </a:lnTo>
                <a:lnTo>
                  <a:pt x="1" y="6888"/>
                </a:lnTo>
                <a:lnTo>
                  <a:pt x="1" y="7254"/>
                </a:lnTo>
                <a:lnTo>
                  <a:pt x="49" y="7645"/>
                </a:lnTo>
                <a:lnTo>
                  <a:pt x="98" y="8011"/>
                </a:lnTo>
                <a:lnTo>
                  <a:pt x="196" y="8353"/>
                </a:lnTo>
                <a:lnTo>
                  <a:pt x="294" y="8719"/>
                </a:lnTo>
                <a:lnTo>
                  <a:pt x="416" y="9061"/>
                </a:lnTo>
                <a:lnTo>
                  <a:pt x="562" y="9403"/>
                </a:lnTo>
                <a:lnTo>
                  <a:pt x="733" y="9745"/>
                </a:lnTo>
                <a:lnTo>
                  <a:pt x="904" y="10063"/>
                </a:lnTo>
                <a:lnTo>
                  <a:pt x="1100" y="10356"/>
                </a:lnTo>
                <a:lnTo>
                  <a:pt x="1344" y="10673"/>
                </a:lnTo>
                <a:lnTo>
                  <a:pt x="1564" y="10966"/>
                </a:lnTo>
                <a:lnTo>
                  <a:pt x="1832" y="11235"/>
                </a:lnTo>
                <a:lnTo>
                  <a:pt x="2101" y="11504"/>
                </a:lnTo>
                <a:lnTo>
                  <a:pt x="2394" y="11772"/>
                </a:lnTo>
                <a:lnTo>
                  <a:pt x="2687" y="12017"/>
                </a:lnTo>
                <a:lnTo>
                  <a:pt x="2492" y="12383"/>
                </a:lnTo>
                <a:lnTo>
                  <a:pt x="2272" y="12749"/>
                </a:lnTo>
                <a:lnTo>
                  <a:pt x="2028" y="13140"/>
                </a:lnTo>
                <a:lnTo>
                  <a:pt x="1710" y="13506"/>
                </a:lnTo>
                <a:lnTo>
                  <a:pt x="1368" y="13873"/>
                </a:lnTo>
                <a:lnTo>
                  <a:pt x="1173" y="14044"/>
                </a:lnTo>
                <a:lnTo>
                  <a:pt x="953" y="14190"/>
                </a:lnTo>
                <a:lnTo>
                  <a:pt x="733" y="14337"/>
                </a:lnTo>
                <a:lnTo>
                  <a:pt x="513" y="14483"/>
                </a:lnTo>
                <a:lnTo>
                  <a:pt x="269" y="14581"/>
                </a:lnTo>
                <a:lnTo>
                  <a:pt x="1" y="14703"/>
                </a:lnTo>
                <a:lnTo>
                  <a:pt x="123" y="14703"/>
                </a:lnTo>
                <a:lnTo>
                  <a:pt x="489" y="14752"/>
                </a:lnTo>
                <a:lnTo>
                  <a:pt x="1368" y="14752"/>
                </a:lnTo>
                <a:lnTo>
                  <a:pt x="1710" y="14728"/>
                </a:lnTo>
                <a:lnTo>
                  <a:pt x="2101" y="14654"/>
                </a:lnTo>
                <a:lnTo>
                  <a:pt x="2492" y="14581"/>
                </a:lnTo>
                <a:lnTo>
                  <a:pt x="2907" y="14459"/>
                </a:lnTo>
                <a:lnTo>
                  <a:pt x="3322" y="14312"/>
                </a:lnTo>
                <a:lnTo>
                  <a:pt x="3762" y="14117"/>
                </a:lnTo>
                <a:lnTo>
                  <a:pt x="4177" y="13873"/>
                </a:lnTo>
                <a:lnTo>
                  <a:pt x="4592" y="13604"/>
                </a:lnTo>
                <a:lnTo>
                  <a:pt x="4983" y="13238"/>
                </a:lnTo>
                <a:lnTo>
                  <a:pt x="5349" y="13360"/>
                </a:lnTo>
                <a:lnTo>
                  <a:pt x="5716" y="13482"/>
                </a:lnTo>
                <a:lnTo>
                  <a:pt x="6106" y="13555"/>
                </a:lnTo>
                <a:lnTo>
                  <a:pt x="6497" y="13628"/>
                </a:lnTo>
                <a:lnTo>
                  <a:pt x="6888" y="13702"/>
                </a:lnTo>
                <a:lnTo>
                  <a:pt x="7279" y="13751"/>
                </a:lnTo>
                <a:lnTo>
                  <a:pt x="7694" y="13775"/>
                </a:lnTo>
                <a:lnTo>
                  <a:pt x="8524" y="13775"/>
                </a:lnTo>
                <a:lnTo>
                  <a:pt x="8939" y="13751"/>
                </a:lnTo>
                <a:lnTo>
                  <a:pt x="9355" y="13702"/>
                </a:lnTo>
                <a:lnTo>
                  <a:pt x="9745" y="13628"/>
                </a:lnTo>
                <a:lnTo>
                  <a:pt x="10136" y="13555"/>
                </a:lnTo>
                <a:lnTo>
                  <a:pt x="10527" y="13458"/>
                </a:lnTo>
                <a:lnTo>
                  <a:pt x="10893" y="13360"/>
                </a:lnTo>
                <a:lnTo>
                  <a:pt x="11260" y="13238"/>
                </a:lnTo>
                <a:lnTo>
                  <a:pt x="11626" y="13091"/>
                </a:lnTo>
                <a:lnTo>
                  <a:pt x="11968" y="12945"/>
                </a:lnTo>
                <a:lnTo>
                  <a:pt x="12310" y="12774"/>
                </a:lnTo>
                <a:lnTo>
                  <a:pt x="12652" y="12603"/>
                </a:lnTo>
                <a:lnTo>
                  <a:pt x="12969" y="12407"/>
                </a:lnTo>
                <a:lnTo>
                  <a:pt x="13262" y="12212"/>
                </a:lnTo>
                <a:lnTo>
                  <a:pt x="13555" y="11992"/>
                </a:lnTo>
                <a:lnTo>
                  <a:pt x="13848" y="11748"/>
                </a:lnTo>
                <a:lnTo>
                  <a:pt x="14117" y="11528"/>
                </a:lnTo>
                <a:lnTo>
                  <a:pt x="14361" y="11259"/>
                </a:lnTo>
                <a:lnTo>
                  <a:pt x="14606" y="11015"/>
                </a:lnTo>
                <a:lnTo>
                  <a:pt x="14825" y="10747"/>
                </a:lnTo>
                <a:lnTo>
                  <a:pt x="15045" y="10453"/>
                </a:lnTo>
                <a:lnTo>
                  <a:pt x="15241" y="10160"/>
                </a:lnTo>
                <a:lnTo>
                  <a:pt x="15412" y="9867"/>
                </a:lnTo>
                <a:lnTo>
                  <a:pt x="15582" y="9574"/>
                </a:lnTo>
                <a:lnTo>
                  <a:pt x="15729" y="9257"/>
                </a:lnTo>
                <a:lnTo>
                  <a:pt x="15851" y="8939"/>
                </a:lnTo>
                <a:lnTo>
                  <a:pt x="15973" y="8597"/>
                </a:lnTo>
                <a:lnTo>
                  <a:pt x="16047" y="8280"/>
                </a:lnTo>
                <a:lnTo>
                  <a:pt x="16120" y="7938"/>
                </a:lnTo>
                <a:lnTo>
                  <a:pt x="16169" y="7596"/>
                </a:lnTo>
                <a:lnTo>
                  <a:pt x="16217" y="7230"/>
                </a:lnTo>
                <a:lnTo>
                  <a:pt x="16217" y="6888"/>
                </a:lnTo>
                <a:lnTo>
                  <a:pt x="16217" y="6521"/>
                </a:lnTo>
                <a:lnTo>
                  <a:pt x="16169" y="6179"/>
                </a:lnTo>
                <a:lnTo>
                  <a:pt x="16120" y="5838"/>
                </a:lnTo>
                <a:lnTo>
                  <a:pt x="16047" y="5496"/>
                </a:lnTo>
                <a:lnTo>
                  <a:pt x="15973" y="5154"/>
                </a:lnTo>
                <a:lnTo>
                  <a:pt x="15851" y="4836"/>
                </a:lnTo>
                <a:lnTo>
                  <a:pt x="15729" y="4519"/>
                </a:lnTo>
                <a:lnTo>
                  <a:pt x="15582" y="4201"/>
                </a:lnTo>
                <a:lnTo>
                  <a:pt x="15412" y="3884"/>
                </a:lnTo>
                <a:lnTo>
                  <a:pt x="15241" y="3591"/>
                </a:lnTo>
                <a:lnTo>
                  <a:pt x="15045" y="3298"/>
                </a:lnTo>
                <a:lnTo>
                  <a:pt x="14825" y="3029"/>
                </a:lnTo>
                <a:lnTo>
                  <a:pt x="14606" y="2760"/>
                </a:lnTo>
                <a:lnTo>
                  <a:pt x="14361" y="2492"/>
                </a:lnTo>
                <a:lnTo>
                  <a:pt x="14117" y="2247"/>
                </a:lnTo>
                <a:lnTo>
                  <a:pt x="13848" y="2003"/>
                </a:lnTo>
                <a:lnTo>
                  <a:pt x="13555" y="1783"/>
                </a:lnTo>
                <a:lnTo>
                  <a:pt x="13262" y="1563"/>
                </a:lnTo>
                <a:lnTo>
                  <a:pt x="12969" y="1368"/>
                </a:lnTo>
                <a:lnTo>
                  <a:pt x="12652" y="1173"/>
                </a:lnTo>
                <a:lnTo>
                  <a:pt x="12310" y="977"/>
                </a:lnTo>
                <a:lnTo>
                  <a:pt x="11968" y="831"/>
                </a:lnTo>
                <a:lnTo>
                  <a:pt x="11626" y="660"/>
                </a:lnTo>
                <a:lnTo>
                  <a:pt x="11260" y="538"/>
                </a:lnTo>
                <a:lnTo>
                  <a:pt x="10893" y="416"/>
                </a:lnTo>
                <a:lnTo>
                  <a:pt x="10527" y="293"/>
                </a:lnTo>
                <a:lnTo>
                  <a:pt x="10136" y="196"/>
                </a:lnTo>
                <a:lnTo>
                  <a:pt x="9745" y="123"/>
                </a:lnTo>
                <a:lnTo>
                  <a:pt x="9355" y="74"/>
                </a:lnTo>
                <a:lnTo>
                  <a:pt x="8939" y="25"/>
                </a:lnTo>
                <a:lnTo>
                  <a:pt x="8524" y="0"/>
                </a:lnTo>
                <a:close/>
              </a:path>
            </a:pathLst>
          </a:custGeom>
          <a:solidFill>
            <a:srgbClr val="3292E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559" name="Shape 559"/>
        <p:cNvGrpSpPr/>
        <p:nvPr/>
      </p:nvGrpSpPr>
      <p:grpSpPr>
        <a:xfrm>
          <a:off x="0" y="0"/>
          <a:ext cx="0" cy="0"/>
          <a:chOff x="0" y="0"/>
          <a:chExt cx="0" cy="0"/>
        </a:xfrm>
      </p:grpSpPr>
      <p:sp>
        <p:nvSpPr>
          <p:cNvPr id="560" name="Google Shape;560;p6"/>
          <p:cNvSpPr txBox="1"/>
          <p:nvPr>
            <p:ph type="title"/>
          </p:nvPr>
        </p:nvSpPr>
        <p:spPr>
          <a:xfrm>
            <a:off x="1732700" y="821200"/>
            <a:ext cx="4944300" cy="6453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4000"/>
              <a:buNone/>
              <a:defRPr/>
            </a:lvl1pPr>
            <a:lvl2pPr lvl="1" algn="l">
              <a:lnSpc>
                <a:spcPct val="100000"/>
              </a:lnSpc>
              <a:spcBef>
                <a:spcPts val="0"/>
              </a:spcBef>
              <a:spcAft>
                <a:spcPts val="0"/>
              </a:spcAft>
              <a:buSzPts val="4000"/>
              <a:buNone/>
              <a:defRPr/>
            </a:lvl2pPr>
            <a:lvl3pPr lvl="2" algn="l">
              <a:lnSpc>
                <a:spcPct val="100000"/>
              </a:lnSpc>
              <a:spcBef>
                <a:spcPts val="0"/>
              </a:spcBef>
              <a:spcAft>
                <a:spcPts val="0"/>
              </a:spcAft>
              <a:buSzPts val="4000"/>
              <a:buNone/>
              <a:defRPr/>
            </a:lvl3pPr>
            <a:lvl4pPr lvl="3" algn="l">
              <a:lnSpc>
                <a:spcPct val="100000"/>
              </a:lnSpc>
              <a:spcBef>
                <a:spcPts val="0"/>
              </a:spcBef>
              <a:spcAft>
                <a:spcPts val="0"/>
              </a:spcAft>
              <a:buSzPts val="4000"/>
              <a:buNone/>
              <a:defRPr/>
            </a:lvl4pPr>
            <a:lvl5pPr lvl="4" algn="l">
              <a:lnSpc>
                <a:spcPct val="100000"/>
              </a:lnSpc>
              <a:spcBef>
                <a:spcPts val="0"/>
              </a:spcBef>
              <a:spcAft>
                <a:spcPts val="0"/>
              </a:spcAft>
              <a:buSzPts val="4000"/>
              <a:buNone/>
              <a:defRPr/>
            </a:lvl5pPr>
            <a:lvl6pPr lvl="5" algn="l">
              <a:lnSpc>
                <a:spcPct val="100000"/>
              </a:lnSpc>
              <a:spcBef>
                <a:spcPts val="0"/>
              </a:spcBef>
              <a:spcAft>
                <a:spcPts val="0"/>
              </a:spcAft>
              <a:buSzPts val="4000"/>
              <a:buNone/>
              <a:defRPr/>
            </a:lvl6pPr>
            <a:lvl7pPr lvl="6" algn="l">
              <a:lnSpc>
                <a:spcPct val="100000"/>
              </a:lnSpc>
              <a:spcBef>
                <a:spcPts val="0"/>
              </a:spcBef>
              <a:spcAft>
                <a:spcPts val="0"/>
              </a:spcAft>
              <a:buSzPts val="4000"/>
              <a:buNone/>
              <a:defRPr/>
            </a:lvl7pPr>
            <a:lvl8pPr lvl="7" algn="l">
              <a:lnSpc>
                <a:spcPct val="100000"/>
              </a:lnSpc>
              <a:spcBef>
                <a:spcPts val="0"/>
              </a:spcBef>
              <a:spcAft>
                <a:spcPts val="0"/>
              </a:spcAft>
              <a:buSzPts val="4000"/>
              <a:buNone/>
              <a:defRPr/>
            </a:lvl8pPr>
            <a:lvl9pPr lvl="8" algn="l">
              <a:lnSpc>
                <a:spcPct val="100000"/>
              </a:lnSpc>
              <a:spcBef>
                <a:spcPts val="0"/>
              </a:spcBef>
              <a:spcAft>
                <a:spcPts val="0"/>
              </a:spcAft>
              <a:buSzPts val="4000"/>
              <a:buNone/>
              <a:defRPr/>
            </a:lvl9pPr>
          </a:lstStyle>
          <a:p/>
        </p:txBody>
      </p:sp>
      <p:grpSp>
        <p:nvGrpSpPr>
          <p:cNvPr id="561" name="Google Shape;561;p6"/>
          <p:cNvGrpSpPr/>
          <p:nvPr/>
        </p:nvGrpSpPr>
        <p:grpSpPr>
          <a:xfrm flipH="1" rot="10800000">
            <a:off x="411207" y="245768"/>
            <a:ext cx="1322798" cy="1145960"/>
            <a:chOff x="4088875" y="1431100"/>
            <a:chExt cx="3293000" cy="2852775"/>
          </a:xfrm>
        </p:grpSpPr>
        <p:sp>
          <p:nvSpPr>
            <p:cNvPr id="562" name="Google Shape;562;p6"/>
            <p:cNvSpPr/>
            <p:nvPr/>
          </p:nvSpPr>
          <p:spPr>
            <a:xfrm>
              <a:off x="4831475" y="4136025"/>
              <a:ext cx="157950" cy="147850"/>
            </a:xfrm>
            <a:custGeom>
              <a:rect b="b" l="l" r="r" t="t"/>
              <a:pathLst>
                <a:path extrusionOk="0" h="5914" w="6318">
                  <a:moveTo>
                    <a:pt x="404" y="0"/>
                  </a:moveTo>
                  <a:lnTo>
                    <a:pt x="1" y="269"/>
                  </a:lnTo>
                  <a:lnTo>
                    <a:pt x="3227" y="5914"/>
                  </a:lnTo>
                  <a:lnTo>
                    <a:pt x="6318" y="5914"/>
                  </a:lnTo>
                  <a:lnTo>
                    <a:pt x="404" y="0"/>
                  </a:lnTo>
                  <a:close/>
                </a:path>
              </a:pathLst>
            </a:custGeom>
            <a:solidFill>
              <a:srgbClr val="00E2C7"/>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563" name="Google Shape;563;p6"/>
            <p:cNvSpPr/>
            <p:nvPr/>
          </p:nvSpPr>
          <p:spPr>
            <a:xfrm>
              <a:off x="4697075" y="3907525"/>
              <a:ext cx="389800" cy="376350"/>
            </a:xfrm>
            <a:custGeom>
              <a:rect b="b" l="l" r="r" t="t"/>
              <a:pathLst>
                <a:path extrusionOk="0" h="15054" w="15592">
                  <a:moveTo>
                    <a:pt x="538" y="0"/>
                  </a:moveTo>
                  <a:lnTo>
                    <a:pt x="1" y="269"/>
                  </a:lnTo>
                  <a:lnTo>
                    <a:pt x="5377" y="9543"/>
                  </a:lnTo>
                  <a:lnTo>
                    <a:pt x="11022" y="15054"/>
                  </a:lnTo>
                  <a:lnTo>
                    <a:pt x="15592" y="15054"/>
                  </a:lnTo>
                  <a:lnTo>
                    <a:pt x="538" y="0"/>
                  </a:lnTo>
                  <a:close/>
                </a:path>
              </a:pathLst>
            </a:custGeom>
            <a:solidFill>
              <a:srgbClr val="01E0C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564" name="Google Shape;564;p6"/>
            <p:cNvSpPr/>
            <p:nvPr/>
          </p:nvSpPr>
          <p:spPr>
            <a:xfrm>
              <a:off x="4566025" y="3675675"/>
              <a:ext cx="618300" cy="608200"/>
            </a:xfrm>
            <a:custGeom>
              <a:rect b="b" l="l" r="r" t="t"/>
              <a:pathLst>
                <a:path extrusionOk="0" h="24328" w="24732">
                  <a:moveTo>
                    <a:pt x="404" y="0"/>
                  </a:moveTo>
                  <a:lnTo>
                    <a:pt x="1" y="404"/>
                  </a:lnTo>
                  <a:lnTo>
                    <a:pt x="5377" y="9543"/>
                  </a:lnTo>
                  <a:lnTo>
                    <a:pt x="20027" y="24328"/>
                  </a:lnTo>
                  <a:lnTo>
                    <a:pt x="24732" y="24328"/>
                  </a:lnTo>
                  <a:lnTo>
                    <a:pt x="404" y="0"/>
                  </a:lnTo>
                  <a:close/>
                </a:path>
              </a:pathLst>
            </a:custGeom>
            <a:solidFill>
              <a:srgbClr val="02DFC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565" name="Google Shape;565;p6"/>
            <p:cNvSpPr/>
            <p:nvPr/>
          </p:nvSpPr>
          <p:spPr>
            <a:xfrm>
              <a:off x="4434975" y="3447175"/>
              <a:ext cx="846800" cy="836700"/>
            </a:xfrm>
            <a:custGeom>
              <a:rect b="b" l="l" r="r" t="t"/>
              <a:pathLst>
                <a:path extrusionOk="0" h="33468" w="33872">
                  <a:moveTo>
                    <a:pt x="404" y="1"/>
                  </a:moveTo>
                  <a:lnTo>
                    <a:pt x="1" y="270"/>
                  </a:lnTo>
                  <a:lnTo>
                    <a:pt x="5243" y="9544"/>
                  </a:lnTo>
                  <a:lnTo>
                    <a:pt x="29167" y="33468"/>
                  </a:lnTo>
                  <a:lnTo>
                    <a:pt x="33871" y="33468"/>
                  </a:lnTo>
                  <a:lnTo>
                    <a:pt x="404" y="1"/>
                  </a:lnTo>
                  <a:close/>
                </a:path>
              </a:pathLst>
            </a:custGeom>
            <a:solidFill>
              <a:srgbClr val="03DDC9"/>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566" name="Google Shape;566;p6"/>
            <p:cNvSpPr/>
            <p:nvPr/>
          </p:nvSpPr>
          <p:spPr>
            <a:xfrm>
              <a:off x="4300575" y="3218700"/>
              <a:ext cx="1078650" cy="1065175"/>
            </a:xfrm>
            <a:custGeom>
              <a:rect b="b" l="l" r="r" t="t"/>
              <a:pathLst>
                <a:path extrusionOk="0" h="42607" w="43146">
                  <a:moveTo>
                    <a:pt x="404" y="0"/>
                  </a:moveTo>
                  <a:lnTo>
                    <a:pt x="0" y="269"/>
                  </a:lnTo>
                  <a:lnTo>
                    <a:pt x="5377" y="9543"/>
                  </a:lnTo>
                  <a:lnTo>
                    <a:pt x="38441" y="42607"/>
                  </a:lnTo>
                  <a:lnTo>
                    <a:pt x="43145" y="42607"/>
                  </a:lnTo>
                  <a:lnTo>
                    <a:pt x="404" y="0"/>
                  </a:lnTo>
                  <a:close/>
                </a:path>
              </a:pathLst>
            </a:custGeom>
            <a:solidFill>
              <a:srgbClr val="04DBC9"/>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567" name="Google Shape;567;p6"/>
            <p:cNvSpPr/>
            <p:nvPr/>
          </p:nvSpPr>
          <p:spPr>
            <a:xfrm>
              <a:off x="4169525" y="2990200"/>
              <a:ext cx="1307150" cy="1293675"/>
            </a:xfrm>
            <a:custGeom>
              <a:rect b="b" l="l" r="r" t="t"/>
              <a:pathLst>
                <a:path extrusionOk="0" h="51747" w="52286">
                  <a:moveTo>
                    <a:pt x="404" y="1"/>
                  </a:moveTo>
                  <a:lnTo>
                    <a:pt x="1" y="269"/>
                  </a:lnTo>
                  <a:lnTo>
                    <a:pt x="5242" y="9409"/>
                  </a:lnTo>
                  <a:lnTo>
                    <a:pt x="47581" y="51747"/>
                  </a:lnTo>
                  <a:lnTo>
                    <a:pt x="52285" y="51747"/>
                  </a:lnTo>
                  <a:lnTo>
                    <a:pt x="404" y="1"/>
                  </a:lnTo>
                  <a:close/>
                </a:path>
              </a:pathLst>
            </a:custGeom>
            <a:solidFill>
              <a:srgbClr val="06D9CA"/>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568" name="Google Shape;568;p6"/>
            <p:cNvSpPr/>
            <p:nvPr/>
          </p:nvSpPr>
          <p:spPr>
            <a:xfrm>
              <a:off x="4088875" y="2822200"/>
              <a:ext cx="1481875" cy="1461675"/>
            </a:xfrm>
            <a:custGeom>
              <a:rect b="b" l="l" r="r" t="t"/>
              <a:pathLst>
                <a:path extrusionOk="0" h="58467" w="59275">
                  <a:moveTo>
                    <a:pt x="807" y="0"/>
                  </a:moveTo>
                  <a:lnTo>
                    <a:pt x="1" y="1479"/>
                  </a:lnTo>
                  <a:lnTo>
                    <a:pt x="3227" y="6989"/>
                  </a:lnTo>
                  <a:lnTo>
                    <a:pt x="54705" y="58467"/>
                  </a:lnTo>
                  <a:lnTo>
                    <a:pt x="59274" y="58467"/>
                  </a:lnTo>
                  <a:lnTo>
                    <a:pt x="807" y="0"/>
                  </a:lnTo>
                  <a:close/>
                </a:path>
              </a:pathLst>
            </a:custGeom>
            <a:solidFill>
              <a:srgbClr val="07D8C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569" name="Google Shape;569;p6"/>
            <p:cNvSpPr/>
            <p:nvPr/>
          </p:nvSpPr>
          <p:spPr>
            <a:xfrm>
              <a:off x="4102325" y="2761700"/>
              <a:ext cx="1565875" cy="1522175"/>
            </a:xfrm>
            <a:custGeom>
              <a:rect b="b" l="l" r="r" t="t"/>
              <a:pathLst>
                <a:path extrusionOk="0" h="60887" w="62635">
                  <a:moveTo>
                    <a:pt x="1748" y="1"/>
                  </a:moveTo>
                  <a:lnTo>
                    <a:pt x="0" y="2823"/>
                  </a:lnTo>
                  <a:lnTo>
                    <a:pt x="58064" y="60887"/>
                  </a:lnTo>
                  <a:lnTo>
                    <a:pt x="62634" y="60887"/>
                  </a:lnTo>
                  <a:lnTo>
                    <a:pt x="1748" y="1"/>
                  </a:lnTo>
                  <a:close/>
                </a:path>
              </a:pathLst>
            </a:custGeom>
            <a:solidFill>
              <a:srgbClr val="08D6C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570" name="Google Shape;570;p6"/>
            <p:cNvSpPr/>
            <p:nvPr/>
          </p:nvSpPr>
          <p:spPr>
            <a:xfrm>
              <a:off x="4139275" y="2697875"/>
              <a:ext cx="1626375" cy="1586000"/>
            </a:xfrm>
            <a:custGeom>
              <a:rect b="b" l="l" r="r" t="t"/>
              <a:pathLst>
                <a:path extrusionOk="0" h="63440" w="65055">
                  <a:moveTo>
                    <a:pt x="1614" y="0"/>
                  </a:moveTo>
                  <a:lnTo>
                    <a:pt x="1" y="2957"/>
                  </a:lnTo>
                  <a:lnTo>
                    <a:pt x="60484" y="63440"/>
                  </a:lnTo>
                  <a:lnTo>
                    <a:pt x="65054" y="63440"/>
                  </a:lnTo>
                  <a:lnTo>
                    <a:pt x="1614" y="0"/>
                  </a:lnTo>
                  <a:close/>
                </a:path>
              </a:pathLst>
            </a:custGeom>
            <a:solidFill>
              <a:srgbClr val="09D4C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571" name="Google Shape;571;p6"/>
            <p:cNvSpPr/>
            <p:nvPr/>
          </p:nvSpPr>
          <p:spPr>
            <a:xfrm>
              <a:off x="4172900" y="2637375"/>
              <a:ext cx="1690175" cy="1646500"/>
            </a:xfrm>
            <a:custGeom>
              <a:rect b="b" l="l" r="r" t="t"/>
              <a:pathLst>
                <a:path extrusionOk="0" h="65860" w="67607">
                  <a:moveTo>
                    <a:pt x="1747" y="1"/>
                  </a:moveTo>
                  <a:lnTo>
                    <a:pt x="0" y="2958"/>
                  </a:lnTo>
                  <a:lnTo>
                    <a:pt x="62903" y="65860"/>
                  </a:lnTo>
                  <a:lnTo>
                    <a:pt x="67607" y="65860"/>
                  </a:lnTo>
                  <a:lnTo>
                    <a:pt x="1747" y="1"/>
                  </a:lnTo>
                  <a:close/>
                </a:path>
              </a:pathLst>
            </a:custGeom>
            <a:solidFill>
              <a:srgbClr val="0AD3C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572" name="Google Shape;572;p6"/>
            <p:cNvSpPr/>
            <p:nvPr/>
          </p:nvSpPr>
          <p:spPr>
            <a:xfrm>
              <a:off x="4209850" y="2576900"/>
              <a:ext cx="1750675" cy="1706975"/>
            </a:xfrm>
            <a:custGeom>
              <a:rect b="b" l="l" r="r" t="t"/>
              <a:pathLst>
                <a:path extrusionOk="0" h="68279" w="70027">
                  <a:moveTo>
                    <a:pt x="1613" y="1"/>
                  </a:moveTo>
                  <a:lnTo>
                    <a:pt x="0" y="2823"/>
                  </a:lnTo>
                  <a:lnTo>
                    <a:pt x="65322" y="68279"/>
                  </a:lnTo>
                  <a:lnTo>
                    <a:pt x="70027" y="68279"/>
                  </a:lnTo>
                  <a:lnTo>
                    <a:pt x="1613" y="1"/>
                  </a:lnTo>
                  <a:close/>
                </a:path>
              </a:pathLst>
            </a:custGeom>
            <a:solidFill>
              <a:srgbClr val="0BD1C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573" name="Google Shape;573;p6"/>
            <p:cNvSpPr/>
            <p:nvPr/>
          </p:nvSpPr>
          <p:spPr>
            <a:xfrm>
              <a:off x="4243450" y="2513050"/>
              <a:ext cx="1814525" cy="1770825"/>
            </a:xfrm>
            <a:custGeom>
              <a:rect b="b" l="l" r="r" t="t"/>
              <a:pathLst>
                <a:path extrusionOk="0" h="70833" w="72581">
                  <a:moveTo>
                    <a:pt x="1748" y="1"/>
                  </a:moveTo>
                  <a:lnTo>
                    <a:pt x="1" y="2958"/>
                  </a:lnTo>
                  <a:lnTo>
                    <a:pt x="67876" y="70833"/>
                  </a:lnTo>
                  <a:lnTo>
                    <a:pt x="72581" y="70833"/>
                  </a:lnTo>
                  <a:lnTo>
                    <a:pt x="1748" y="1"/>
                  </a:lnTo>
                  <a:close/>
                </a:path>
              </a:pathLst>
            </a:custGeom>
            <a:solidFill>
              <a:srgbClr val="0CCFC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574" name="Google Shape;574;p6"/>
            <p:cNvSpPr/>
            <p:nvPr/>
          </p:nvSpPr>
          <p:spPr>
            <a:xfrm>
              <a:off x="4280425" y="2452575"/>
              <a:ext cx="1875000" cy="1831300"/>
            </a:xfrm>
            <a:custGeom>
              <a:rect b="b" l="l" r="r" t="t"/>
              <a:pathLst>
                <a:path extrusionOk="0" h="73252" w="75000">
                  <a:moveTo>
                    <a:pt x="1613" y="1"/>
                  </a:moveTo>
                  <a:lnTo>
                    <a:pt x="0" y="2957"/>
                  </a:lnTo>
                  <a:lnTo>
                    <a:pt x="70295" y="73252"/>
                  </a:lnTo>
                  <a:lnTo>
                    <a:pt x="74999" y="73252"/>
                  </a:lnTo>
                  <a:lnTo>
                    <a:pt x="1613" y="1"/>
                  </a:lnTo>
                  <a:close/>
                </a:path>
              </a:pathLst>
            </a:custGeom>
            <a:solidFill>
              <a:srgbClr val="0DCDCE"/>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575" name="Google Shape;575;p6"/>
            <p:cNvSpPr/>
            <p:nvPr/>
          </p:nvSpPr>
          <p:spPr>
            <a:xfrm>
              <a:off x="4314025" y="2392100"/>
              <a:ext cx="1935475" cy="1891775"/>
            </a:xfrm>
            <a:custGeom>
              <a:rect b="b" l="l" r="r" t="t"/>
              <a:pathLst>
                <a:path extrusionOk="0" h="75671" w="77419">
                  <a:moveTo>
                    <a:pt x="1747" y="0"/>
                  </a:moveTo>
                  <a:lnTo>
                    <a:pt x="0" y="2957"/>
                  </a:lnTo>
                  <a:lnTo>
                    <a:pt x="72849" y="75671"/>
                  </a:lnTo>
                  <a:lnTo>
                    <a:pt x="77419" y="75671"/>
                  </a:lnTo>
                  <a:lnTo>
                    <a:pt x="1747" y="0"/>
                  </a:lnTo>
                  <a:close/>
                </a:path>
              </a:pathLst>
            </a:custGeom>
            <a:solidFill>
              <a:srgbClr val="0ECCC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576" name="Google Shape;576;p6"/>
            <p:cNvSpPr/>
            <p:nvPr/>
          </p:nvSpPr>
          <p:spPr>
            <a:xfrm>
              <a:off x="4350975" y="2328250"/>
              <a:ext cx="1995975" cy="1955625"/>
            </a:xfrm>
            <a:custGeom>
              <a:rect b="b" l="l" r="r" t="t"/>
              <a:pathLst>
                <a:path extrusionOk="0" h="78225" w="79839">
                  <a:moveTo>
                    <a:pt x="1748" y="1"/>
                  </a:moveTo>
                  <a:lnTo>
                    <a:pt x="1" y="2957"/>
                  </a:lnTo>
                  <a:lnTo>
                    <a:pt x="75269" y="78225"/>
                  </a:lnTo>
                  <a:lnTo>
                    <a:pt x="79839" y="78225"/>
                  </a:lnTo>
                  <a:lnTo>
                    <a:pt x="1748" y="1"/>
                  </a:lnTo>
                  <a:close/>
                </a:path>
              </a:pathLst>
            </a:custGeom>
            <a:solidFill>
              <a:srgbClr val="10CAC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577" name="Google Shape;577;p6"/>
            <p:cNvSpPr/>
            <p:nvPr/>
          </p:nvSpPr>
          <p:spPr>
            <a:xfrm>
              <a:off x="4384575" y="2267775"/>
              <a:ext cx="2059825" cy="2016100"/>
            </a:xfrm>
            <a:custGeom>
              <a:rect b="b" l="l" r="r" t="t"/>
              <a:pathLst>
                <a:path extrusionOk="0" h="80644" w="82393">
                  <a:moveTo>
                    <a:pt x="1748" y="0"/>
                  </a:moveTo>
                  <a:lnTo>
                    <a:pt x="1" y="2957"/>
                  </a:lnTo>
                  <a:lnTo>
                    <a:pt x="77823" y="80644"/>
                  </a:lnTo>
                  <a:lnTo>
                    <a:pt x="82392" y="80644"/>
                  </a:lnTo>
                  <a:lnTo>
                    <a:pt x="1748" y="0"/>
                  </a:lnTo>
                  <a:close/>
                </a:path>
              </a:pathLst>
            </a:custGeom>
            <a:solidFill>
              <a:srgbClr val="11C8D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578" name="Google Shape;578;p6"/>
            <p:cNvSpPr/>
            <p:nvPr/>
          </p:nvSpPr>
          <p:spPr>
            <a:xfrm>
              <a:off x="4421550" y="2207275"/>
              <a:ext cx="2120300" cy="2076600"/>
            </a:xfrm>
            <a:custGeom>
              <a:rect b="b" l="l" r="r" t="t"/>
              <a:pathLst>
                <a:path extrusionOk="0" h="83064" w="84812">
                  <a:moveTo>
                    <a:pt x="1747" y="1"/>
                  </a:moveTo>
                  <a:lnTo>
                    <a:pt x="0" y="2958"/>
                  </a:lnTo>
                  <a:lnTo>
                    <a:pt x="80107" y="83064"/>
                  </a:lnTo>
                  <a:lnTo>
                    <a:pt x="84811" y="83064"/>
                  </a:lnTo>
                  <a:lnTo>
                    <a:pt x="1747" y="1"/>
                  </a:lnTo>
                  <a:close/>
                </a:path>
              </a:pathLst>
            </a:custGeom>
            <a:solidFill>
              <a:srgbClr val="12C7D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579" name="Google Shape;579;p6"/>
            <p:cNvSpPr/>
            <p:nvPr/>
          </p:nvSpPr>
          <p:spPr>
            <a:xfrm>
              <a:off x="4458500" y="2146800"/>
              <a:ext cx="2130375" cy="2137075"/>
            </a:xfrm>
            <a:custGeom>
              <a:rect b="b" l="l" r="r" t="t"/>
              <a:pathLst>
                <a:path extrusionOk="0" h="85483" w="85215">
                  <a:moveTo>
                    <a:pt x="1614" y="1"/>
                  </a:moveTo>
                  <a:lnTo>
                    <a:pt x="1" y="2823"/>
                  </a:lnTo>
                  <a:lnTo>
                    <a:pt x="82527" y="85483"/>
                  </a:lnTo>
                  <a:lnTo>
                    <a:pt x="84005" y="85483"/>
                  </a:lnTo>
                  <a:lnTo>
                    <a:pt x="85215" y="83467"/>
                  </a:lnTo>
                  <a:lnTo>
                    <a:pt x="1614" y="1"/>
                  </a:lnTo>
                  <a:close/>
                </a:path>
              </a:pathLst>
            </a:custGeom>
            <a:solidFill>
              <a:srgbClr val="13C5D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580" name="Google Shape;580;p6"/>
            <p:cNvSpPr/>
            <p:nvPr/>
          </p:nvSpPr>
          <p:spPr>
            <a:xfrm>
              <a:off x="4492100" y="2082950"/>
              <a:ext cx="2133750" cy="2163975"/>
            </a:xfrm>
            <a:custGeom>
              <a:rect b="b" l="l" r="r" t="t"/>
              <a:pathLst>
                <a:path extrusionOk="0" h="86559" w="85350">
                  <a:moveTo>
                    <a:pt x="1748" y="1"/>
                  </a:moveTo>
                  <a:lnTo>
                    <a:pt x="1" y="2958"/>
                  </a:lnTo>
                  <a:lnTo>
                    <a:pt x="83602" y="86559"/>
                  </a:lnTo>
                  <a:lnTo>
                    <a:pt x="85349" y="83602"/>
                  </a:lnTo>
                  <a:lnTo>
                    <a:pt x="1748" y="1"/>
                  </a:lnTo>
                  <a:close/>
                </a:path>
              </a:pathLst>
            </a:custGeom>
            <a:solidFill>
              <a:srgbClr val="14C3D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581" name="Google Shape;581;p6"/>
            <p:cNvSpPr/>
            <p:nvPr/>
          </p:nvSpPr>
          <p:spPr>
            <a:xfrm>
              <a:off x="4529075" y="2022475"/>
              <a:ext cx="2130375" cy="2163975"/>
            </a:xfrm>
            <a:custGeom>
              <a:rect b="b" l="l" r="r" t="t"/>
              <a:pathLst>
                <a:path extrusionOk="0" h="86559" w="85215">
                  <a:moveTo>
                    <a:pt x="1613" y="1"/>
                  </a:moveTo>
                  <a:lnTo>
                    <a:pt x="0" y="2957"/>
                  </a:lnTo>
                  <a:lnTo>
                    <a:pt x="83467" y="86558"/>
                  </a:lnTo>
                  <a:lnTo>
                    <a:pt x="85214" y="83601"/>
                  </a:lnTo>
                  <a:lnTo>
                    <a:pt x="1613" y="1"/>
                  </a:lnTo>
                  <a:close/>
                </a:path>
              </a:pathLst>
            </a:custGeom>
            <a:solidFill>
              <a:srgbClr val="15C1D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582" name="Google Shape;582;p6"/>
            <p:cNvSpPr/>
            <p:nvPr/>
          </p:nvSpPr>
          <p:spPr>
            <a:xfrm>
              <a:off x="4562675" y="1962000"/>
              <a:ext cx="2133725" cy="2160600"/>
            </a:xfrm>
            <a:custGeom>
              <a:rect b="b" l="l" r="r" t="t"/>
              <a:pathLst>
                <a:path extrusionOk="0" h="86424" w="85349">
                  <a:moveTo>
                    <a:pt x="1748" y="0"/>
                  </a:moveTo>
                  <a:lnTo>
                    <a:pt x="0" y="2957"/>
                  </a:lnTo>
                  <a:lnTo>
                    <a:pt x="83602" y="86424"/>
                  </a:lnTo>
                  <a:lnTo>
                    <a:pt x="85349" y="83467"/>
                  </a:lnTo>
                  <a:lnTo>
                    <a:pt x="1748" y="0"/>
                  </a:lnTo>
                  <a:close/>
                </a:path>
              </a:pathLst>
            </a:custGeom>
            <a:solidFill>
              <a:srgbClr val="16C0D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583" name="Google Shape;583;p6"/>
            <p:cNvSpPr/>
            <p:nvPr/>
          </p:nvSpPr>
          <p:spPr>
            <a:xfrm>
              <a:off x="4599625" y="1898150"/>
              <a:ext cx="2130375" cy="2163975"/>
            </a:xfrm>
            <a:custGeom>
              <a:rect b="b" l="l" r="r" t="t"/>
              <a:pathLst>
                <a:path extrusionOk="0" h="86559" w="85215">
                  <a:moveTo>
                    <a:pt x="1614" y="0"/>
                  </a:moveTo>
                  <a:lnTo>
                    <a:pt x="1" y="2957"/>
                  </a:lnTo>
                  <a:lnTo>
                    <a:pt x="83602" y="86558"/>
                  </a:lnTo>
                  <a:lnTo>
                    <a:pt x="85215" y="83601"/>
                  </a:lnTo>
                  <a:lnTo>
                    <a:pt x="1614" y="0"/>
                  </a:lnTo>
                  <a:close/>
                </a:path>
              </a:pathLst>
            </a:custGeom>
            <a:solidFill>
              <a:srgbClr val="17BED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584" name="Google Shape;584;p6"/>
            <p:cNvSpPr/>
            <p:nvPr/>
          </p:nvSpPr>
          <p:spPr>
            <a:xfrm>
              <a:off x="4633225" y="1837675"/>
              <a:ext cx="2133750" cy="2163950"/>
            </a:xfrm>
            <a:custGeom>
              <a:rect b="b" l="l" r="r" t="t"/>
              <a:pathLst>
                <a:path extrusionOk="0" h="86558" w="85350">
                  <a:moveTo>
                    <a:pt x="1748" y="0"/>
                  </a:moveTo>
                  <a:lnTo>
                    <a:pt x="1" y="2957"/>
                  </a:lnTo>
                  <a:lnTo>
                    <a:pt x="83602" y="86558"/>
                  </a:lnTo>
                  <a:lnTo>
                    <a:pt x="85349" y="83601"/>
                  </a:lnTo>
                  <a:lnTo>
                    <a:pt x="1748" y="0"/>
                  </a:lnTo>
                  <a:close/>
                </a:path>
              </a:pathLst>
            </a:custGeom>
            <a:solidFill>
              <a:srgbClr val="18BCD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585" name="Google Shape;585;p6"/>
            <p:cNvSpPr/>
            <p:nvPr/>
          </p:nvSpPr>
          <p:spPr>
            <a:xfrm>
              <a:off x="4670200" y="1777175"/>
              <a:ext cx="2130375" cy="2160625"/>
            </a:xfrm>
            <a:custGeom>
              <a:rect b="b" l="l" r="r" t="t"/>
              <a:pathLst>
                <a:path extrusionOk="0" h="86425" w="85215">
                  <a:moveTo>
                    <a:pt x="1748" y="1"/>
                  </a:moveTo>
                  <a:lnTo>
                    <a:pt x="0" y="2958"/>
                  </a:lnTo>
                  <a:lnTo>
                    <a:pt x="83602" y="86424"/>
                  </a:lnTo>
                  <a:lnTo>
                    <a:pt x="85215" y="83467"/>
                  </a:lnTo>
                  <a:lnTo>
                    <a:pt x="1748" y="1"/>
                  </a:lnTo>
                  <a:close/>
                </a:path>
              </a:pathLst>
            </a:custGeom>
            <a:solidFill>
              <a:srgbClr val="19BBD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586" name="Google Shape;586;p6"/>
            <p:cNvSpPr/>
            <p:nvPr/>
          </p:nvSpPr>
          <p:spPr>
            <a:xfrm>
              <a:off x="4707150" y="1713350"/>
              <a:ext cx="2130375" cy="2163950"/>
            </a:xfrm>
            <a:custGeom>
              <a:rect b="b" l="l" r="r" t="t"/>
              <a:pathLst>
                <a:path extrusionOk="0" h="86558" w="85215">
                  <a:moveTo>
                    <a:pt x="1614" y="0"/>
                  </a:moveTo>
                  <a:lnTo>
                    <a:pt x="1" y="2957"/>
                  </a:lnTo>
                  <a:lnTo>
                    <a:pt x="83468" y="86558"/>
                  </a:lnTo>
                  <a:lnTo>
                    <a:pt x="85215" y="83601"/>
                  </a:lnTo>
                  <a:lnTo>
                    <a:pt x="1614" y="0"/>
                  </a:lnTo>
                  <a:close/>
                </a:path>
              </a:pathLst>
            </a:custGeom>
            <a:solidFill>
              <a:srgbClr val="1BB9D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587" name="Google Shape;587;p6"/>
            <p:cNvSpPr/>
            <p:nvPr/>
          </p:nvSpPr>
          <p:spPr>
            <a:xfrm>
              <a:off x="4740750" y="1652850"/>
              <a:ext cx="2130400" cy="2163975"/>
            </a:xfrm>
            <a:custGeom>
              <a:rect b="b" l="l" r="r" t="t"/>
              <a:pathLst>
                <a:path extrusionOk="0" h="86559" w="85216">
                  <a:moveTo>
                    <a:pt x="1748" y="1"/>
                  </a:moveTo>
                  <a:lnTo>
                    <a:pt x="1" y="2958"/>
                  </a:lnTo>
                  <a:lnTo>
                    <a:pt x="83602" y="86559"/>
                  </a:lnTo>
                  <a:lnTo>
                    <a:pt x="85215" y="83602"/>
                  </a:lnTo>
                  <a:lnTo>
                    <a:pt x="1748" y="1"/>
                  </a:lnTo>
                  <a:close/>
                </a:path>
              </a:pathLst>
            </a:custGeom>
            <a:solidFill>
              <a:srgbClr val="1CB7D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588" name="Google Shape;588;p6"/>
            <p:cNvSpPr/>
            <p:nvPr/>
          </p:nvSpPr>
          <p:spPr>
            <a:xfrm>
              <a:off x="4777725" y="1592375"/>
              <a:ext cx="2130375" cy="2160600"/>
            </a:xfrm>
            <a:custGeom>
              <a:rect b="b" l="l" r="r" t="t"/>
              <a:pathLst>
                <a:path extrusionOk="0" h="86424" w="85215">
                  <a:moveTo>
                    <a:pt x="1613" y="1"/>
                  </a:moveTo>
                  <a:lnTo>
                    <a:pt x="0" y="2957"/>
                  </a:lnTo>
                  <a:lnTo>
                    <a:pt x="83467" y="86424"/>
                  </a:lnTo>
                  <a:lnTo>
                    <a:pt x="85215" y="83601"/>
                  </a:lnTo>
                  <a:lnTo>
                    <a:pt x="1613" y="1"/>
                  </a:lnTo>
                  <a:close/>
                </a:path>
              </a:pathLst>
            </a:custGeom>
            <a:solidFill>
              <a:srgbClr val="1DB5D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589" name="Google Shape;589;p6"/>
            <p:cNvSpPr/>
            <p:nvPr/>
          </p:nvSpPr>
          <p:spPr>
            <a:xfrm>
              <a:off x="4811325" y="1531900"/>
              <a:ext cx="2133750" cy="2160600"/>
            </a:xfrm>
            <a:custGeom>
              <a:rect b="b" l="l" r="r" t="t"/>
              <a:pathLst>
                <a:path extrusionOk="0" h="86424" w="85350">
                  <a:moveTo>
                    <a:pt x="1748" y="0"/>
                  </a:moveTo>
                  <a:lnTo>
                    <a:pt x="0" y="2823"/>
                  </a:lnTo>
                  <a:lnTo>
                    <a:pt x="83602" y="86423"/>
                  </a:lnTo>
                  <a:lnTo>
                    <a:pt x="85349" y="83467"/>
                  </a:lnTo>
                  <a:lnTo>
                    <a:pt x="1748" y="0"/>
                  </a:lnTo>
                  <a:close/>
                </a:path>
              </a:pathLst>
            </a:custGeom>
            <a:solidFill>
              <a:srgbClr val="1EB4D7"/>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590" name="Google Shape;590;p6"/>
            <p:cNvSpPr/>
            <p:nvPr/>
          </p:nvSpPr>
          <p:spPr>
            <a:xfrm>
              <a:off x="4848275" y="1468050"/>
              <a:ext cx="2130400" cy="2163975"/>
            </a:xfrm>
            <a:custGeom>
              <a:rect b="b" l="l" r="r" t="t"/>
              <a:pathLst>
                <a:path extrusionOk="0" h="86559" w="85216">
                  <a:moveTo>
                    <a:pt x="1614" y="0"/>
                  </a:moveTo>
                  <a:lnTo>
                    <a:pt x="1" y="2957"/>
                  </a:lnTo>
                  <a:lnTo>
                    <a:pt x="83602" y="86558"/>
                  </a:lnTo>
                  <a:lnTo>
                    <a:pt x="85215" y="83601"/>
                  </a:lnTo>
                  <a:lnTo>
                    <a:pt x="1614" y="0"/>
                  </a:lnTo>
                  <a:close/>
                </a:path>
              </a:pathLst>
            </a:custGeom>
            <a:solidFill>
              <a:srgbClr val="1FB2D7"/>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591" name="Google Shape;591;p6"/>
            <p:cNvSpPr/>
            <p:nvPr/>
          </p:nvSpPr>
          <p:spPr>
            <a:xfrm>
              <a:off x="4881875" y="1431100"/>
              <a:ext cx="2133750" cy="2140425"/>
            </a:xfrm>
            <a:custGeom>
              <a:rect b="b" l="l" r="r" t="t"/>
              <a:pathLst>
                <a:path extrusionOk="0" h="85617" w="85350">
                  <a:moveTo>
                    <a:pt x="1211" y="0"/>
                  </a:moveTo>
                  <a:lnTo>
                    <a:pt x="1" y="2016"/>
                  </a:lnTo>
                  <a:lnTo>
                    <a:pt x="83602" y="85617"/>
                  </a:lnTo>
                  <a:lnTo>
                    <a:pt x="85350" y="82660"/>
                  </a:lnTo>
                  <a:lnTo>
                    <a:pt x="2689" y="0"/>
                  </a:lnTo>
                  <a:close/>
                </a:path>
              </a:pathLst>
            </a:custGeom>
            <a:solidFill>
              <a:srgbClr val="20B0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592" name="Google Shape;592;p6"/>
            <p:cNvSpPr/>
            <p:nvPr/>
          </p:nvSpPr>
          <p:spPr>
            <a:xfrm>
              <a:off x="4928925" y="1431100"/>
              <a:ext cx="2120300" cy="2076600"/>
            </a:xfrm>
            <a:custGeom>
              <a:rect b="b" l="l" r="r" t="t"/>
              <a:pathLst>
                <a:path extrusionOk="0" h="83064" w="84812">
                  <a:moveTo>
                    <a:pt x="1" y="0"/>
                  </a:moveTo>
                  <a:lnTo>
                    <a:pt x="83199" y="83063"/>
                  </a:lnTo>
                  <a:lnTo>
                    <a:pt x="84812" y="80106"/>
                  </a:lnTo>
                  <a:lnTo>
                    <a:pt x="4705" y="0"/>
                  </a:lnTo>
                  <a:close/>
                </a:path>
              </a:pathLst>
            </a:custGeom>
            <a:solidFill>
              <a:srgbClr val="21AED9"/>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593" name="Google Shape;593;p6"/>
            <p:cNvSpPr/>
            <p:nvPr/>
          </p:nvSpPr>
          <p:spPr>
            <a:xfrm>
              <a:off x="5026375" y="1431100"/>
              <a:ext cx="2059825" cy="2016100"/>
            </a:xfrm>
            <a:custGeom>
              <a:rect b="b" l="l" r="r" t="t"/>
              <a:pathLst>
                <a:path extrusionOk="0" h="80644" w="82393">
                  <a:moveTo>
                    <a:pt x="0" y="0"/>
                  </a:moveTo>
                  <a:lnTo>
                    <a:pt x="80645" y="80644"/>
                  </a:lnTo>
                  <a:lnTo>
                    <a:pt x="82392" y="77687"/>
                  </a:lnTo>
                  <a:lnTo>
                    <a:pt x="4705" y="0"/>
                  </a:lnTo>
                  <a:close/>
                </a:path>
              </a:pathLst>
            </a:custGeom>
            <a:solidFill>
              <a:srgbClr val="22ADD9"/>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594" name="Google Shape;594;p6"/>
            <p:cNvSpPr/>
            <p:nvPr/>
          </p:nvSpPr>
          <p:spPr>
            <a:xfrm>
              <a:off x="5123825" y="1431100"/>
              <a:ext cx="1995975" cy="1955625"/>
            </a:xfrm>
            <a:custGeom>
              <a:rect b="b" l="l" r="r" t="t"/>
              <a:pathLst>
                <a:path extrusionOk="0" h="78225" w="79839">
                  <a:moveTo>
                    <a:pt x="0" y="0"/>
                  </a:moveTo>
                  <a:lnTo>
                    <a:pt x="78225" y="78225"/>
                  </a:lnTo>
                  <a:lnTo>
                    <a:pt x="79838" y="75268"/>
                  </a:lnTo>
                  <a:lnTo>
                    <a:pt x="4705" y="0"/>
                  </a:lnTo>
                  <a:close/>
                </a:path>
              </a:pathLst>
            </a:custGeom>
            <a:solidFill>
              <a:srgbClr val="23ABDA"/>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595" name="Google Shape;595;p6"/>
            <p:cNvSpPr/>
            <p:nvPr/>
          </p:nvSpPr>
          <p:spPr>
            <a:xfrm>
              <a:off x="5221275" y="1431100"/>
              <a:ext cx="1935475" cy="1891775"/>
            </a:xfrm>
            <a:custGeom>
              <a:rect b="b" l="l" r="r" t="t"/>
              <a:pathLst>
                <a:path extrusionOk="0" h="75671" w="77419">
                  <a:moveTo>
                    <a:pt x="0" y="0"/>
                  </a:moveTo>
                  <a:lnTo>
                    <a:pt x="75671" y="75671"/>
                  </a:lnTo>
                  <a:lnTo>
                    <a:pt x="77419" y="72714"/>
                  </a:lnTo>
                  <a:lnTo>
                    <a:pt x="4570" y="0"/>
                  </a:lnTo>
                  <a:close/>
                </a:path>
              </a:pathLst>
            </a:custGeom>
            <a:solidFill>
              <a:srgbClr val="25A9DA"/>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596" name="Google Shape;596;p6"/>
            <p:cNvSpPr/>
            <p:nvPr/>
          </p:nvSpPr>
          <p:spPr>
            <a:xfrm>
              <a:off x="5318700" y="1431100"/>
              <a:ext cx="1875025" cy="1831300"/>
            </a:xfrm>
            <a:custGeom>
              <a:rect b="b" l="l" r="r" t="t"/>
              <a:pathLst>
                <a:path extrusionOk="0" h="73252" w="75001">
                  <a:moveTo>
                    <a:pt x="1" y="0"/>
                  </a:moveTo>
                  <a:lnTo>
                    <a:pt x="73253" y="73251"/>
                  </a:lnTo>
                  <a:lnTo>
                    <a:pt x="75000" y="70295"/>
                  </a:lnTo>
                  <a:lnTo>
                    <a:pt x="4571" y="0"/>
                  </a:lnTo>
                  <a:close/>
                </a:path>
              </a:pathLst>
            </a:custGeom>
            <a:solidFill>
              <a:srgbClr val="26A8D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597" name="Google Shape;597;p6"/>
            <p:cNvSpPr/>
            <p:nvPr/>
          </p:nvSpPr>
          <p:spPr>
            <a:xfrm>
              <a:off x="5416150" y="1431100"/>
              <a:ext cx="1811175" cy="1770825"/>
            </a:xfrm>
            <a:custGeom>
              <a:rect b="b" l="l" r="r" t="t"/>
              <a:pathLst>
                <a:path extrusionOk="0" h="70833" w="72447">
                  <a:moveTo>
                    <a:pt x="1" y="0"/>
                  </a:moveTo>
                  <a:lnTo>
                    <a:pt x="70699" y="70832"/>
                  </a:lnTo>
                  <a:lnTo>
                    <a:pt x="72446" y="67875"/>
                  </a:lnTo>
                  <a:lnTo>
                    <a:pt x="4571" y="0"/>
                  </a:lnTo>
                  <a:close/>
                </a:path>
              </a:pathLst>
            </a:custGeom>
            <a:solidFill>
              <a:srgbClr val="27A6D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598" name="Google Shape;598;p6"/>
            <p:cNvSpPr/>
            <p:nvPr/>
          </p:nvSpPr>
          <p:spPr>
            <a:xfrm>
              <a:off x="5510250" y="1431100"/>
              <a:ext cx="1754025" cy="1706975"/>
            </a:xfrm>
            <a:custGeom>
              <a:rect b="b" l="l" r="r" t="t"/>
              <a:pathLst>
                <a:path extrusionOk="0" h="68279" w="70161">
                  <a:moveTo>
                    <a:pt x="0" y="0"/>
                  </a:moveTo>
                  <a:lnTo>
                    <a:pt x="68413" y="68278"/>
                  </a:lnTo>
                  <a:lnTo>
                    <a:pt x="70161" y="65456"/>
                  </a:lnTo>
                  <a:lnTo>
                    <a:pt x="4704" y="0"/>
                  </a:lnTo>
                  <a:close/>
                </a:path>
              </a:pathLst>
            </a:custGeom>
            <a:solidFill>
              <a:srgbClr val="28A4D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599" name="Google Shape;599;p6"/>
            <p:cNvSpPr/>
            <p:nvPr/>
          </p:nvSpPr>
          <p:spPr>
            <a:xfrm>
              <a:off x="5607675" y="1431100"/>
              <a:ext cx="1690200" cy="1646500"/>
            </a:xfrm>
            <a:custGeom>
              <a:rect b="b" l="l" r="r" t="t"/>
              <a:pathLst>
                <a:path extrusionOk="0" h="65860" w="67608">
                  <a:moveTo>
                    <a:pt x="1" y="0"/>
                  </a:moveTo>
                  <a:lnTo>
                    <a:pt x="65995" y="65859"/>
                  </a:lnTo>
                  <a:lnTo>
                    <a:pt x="67608" y="62902"/>
                  </a:lnTo>
                  <a:lnTo>
                    <a:pt x="4705" y="0"/>
                  </a:lnTo>
                  <a:close/>
                </a:path>
              </a:pathLst>
            </a:custGeom>
            <a:solidFill>
              <a:srgbClr val="29A2D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600" name="Google Shape;600;p6"/>
            <p:cNvSpPr/>
            <p:nvPr/>
          </p:nvSpPr>
          <p:spPr>
            <a:xfrm>
              <a:off x="5705125" y="1431100"/>
              <a:ext cx="1629725" cy="1586000"/>
            </a:xfrm>
            <a:custGeom>
              <a:rect b="b" l="l" r="r" t="t"/>
              <a:pathLst>
                <a:path extrusionOk="0" h="63440" w="65189">
                  <a:moveTo>
                    <a:pt x="1" y="0"/>
                  </a:moveTo>
                  <a:lnTo>
                    <a:pt x="63441" y="63440"/>
                  </a:lnTo>
                  <a:lnTo>
                    <a:pt x="65188" y="60483"/>
                  </a:lnTo>
                  <a:lnTo>
                    <a:pt x="4705" y="0"/>
                  </a:lnTo>
                  <a:close/>
                </a:path>
              </a:pathLst>
            </a:custGeom>
            <a:solidFill>
              <a:srgbClr val="2AA1D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601" name="Google Shape;601;p6"/>
            <p:cNvSpPr/>
            <p:nvPr/>
          </p:nvSpPr>
          <p:spPr>
            <a:xfrm>
              <a:off x="5802575" y="1431100"/>
              <a:ext cx="1565875" cy="1525525"/>
            </a:xfrm>
            <a:custGeom>
              <a:rect b="b" l="l" r="r" t="t"/>
              <a:pathLst>
                <a:path extrusionOk="0" h="61021" w="62635">
                  <a:moveTo>
                    <a:pt x="1" y="0"/>
                  </a:moveTo>
                  <a:lnTo>
                    <a:pt x="61021" y="61020"/>
                  </a:lnTo>
                  <a:lnTo>
                    <a:pt x="62634" y="58064"/>
                  </a:lnTo>
                  <a:lnTo>
                    <a:pt x="4705" y="0"/>
                  </a:lnTo>
                  <a:close/>
                </a:path>
              </a:pathLst>
            </a:custGeom>
            <a:solidFill>
              <a:srgbClr val="2B9FDE"/>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602" name="Google Shape;602;p6"/>
            <p:cNvSpPr/>
            <p:nvPr/>
          </p:nvSpPr>
          <p:spPr>
            <a:xfrm>
              <a:off x="5900025" y="1431100"/>
              <a:ext cx="1481850" cy="1461675"/>
            </a:xfrm>
            <a:custGeom>
              <a:rect b="b" l="l" r="r" t="t"/>
              <a:pathLst>
                <a:path extrusionOk="0" h="58467" w="59274">
                  <a:moveTo>
                    <a:pt x="0" y="0"/>
                  </a:moveTo>
                  <a:lnTo>
                    <a:pt x="58468" y="58467"/>
                  </a:lnTo>
                  <a:lnTo>
                    <a:pt x="59274" y="57123"/>
                  </a:lnTo>
                  <a:lnTo>
                    <a:pt x="56048" y="51478"/>
                  </a:lnTo>
                  <a:lnTo>
                    <a:pt x="4570" y="0"/>
                  </a:lnTo>
                  <a:close/>
                </a:path>
              </a:pathLst>
            </a:custGeom>
            <a:solidFill>
              <a:srgbClr val="2C9DDE"/>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603" name="Google Shape;603;p6"/>
            <p:cNvSpPr/>
            <p:nvPr/>
          </p:nvSpPr>
          <p:spPr>
            <a:xfrm>
              <a:off x="5997475" y="1431100"/>
              <a:ext cx="1307125" cy="1297025"/>
            </a:xfrm>
            <a:custGeom>
              <a:rect b="b" l="l" r="r" t="t"/>
              <a:pathLst>
                <a:path extrusionOk="0" h="51881" w="52285">
                  <a:moveTo>
                    <a:pt x="0" y="0"/>
                  </a:moveTo>
                  <a:lnTo>
                    <a:pt x="51747" y="51881"/>
                  </a:lnTo>
                  <a:lnTo>
                    <a:pt x="52285" y="51478"/>
                  </a:lnTo>
                  <a:lnTo>
                    <a:pt x="46908" y="42338"/>
                  </a:lnTo>
                  <a:lnTo>
                    <a:pt x="4570" y="0"/>
                  </a:lnTo>
                  <a:close/>
                </a:path>
              </a:pathLst>
            </a:custGeom>
            <a:solidFill>
              <a:srgbClr val="2D9CD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604" name="Google Shape;604;p6"/>
            <p:cNvSpPr/>
            <p:nvPr/>
          </p:nvSpPr>
          <p:spPr>
            <a:xfrm>
              <a:off x="6094900" y="1431100"/>
              <a:ext cx="1075300" cy="1065175"/>
            </a:xfrm>
            <a:custGeom>
              <a:rect b="b" l="l" r="r" t="t"/>
              <a:pathLst>
                <a:path extrusionOk="0" h="42607" w="43012">
                  <a:moveTo>
                    <a:pt x="1" y="0"/>
                  </a:moveTo>
                  <a:lnTo>
                    <a:pt x="42608" y="42607"/>
                  </a:lnTo>
                  <a:lnTo>
                    <a:pt x="43011" y="42338"/>
                  </a:lnTo>
                  <a:lnTo>
                    <a:pt x="37769" y="33064"/>
                  </a:lnTo>
                  <a:lnTo>
                    <a:pt x="4571" y="0"/>
                  </a:lnTo>
                  <a:close/>
                </a:path>
              </a:pathLst>
            </a:custGeom>
            <a:solidFill>
              <a:srgbClr val="2F9AE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605" name="Google Shape;605;p6"/>
            <p:cNvSpPr/>
            <p:nvPr/>
          </p:nvSpPr>
          <p:spPr>
            <a:xfrm>
              <a:off x="6189000" y="1431100"/>
              <a:ext cx="850150" cy="836700"/>
            </a:xfrm>
            <a:custGeom>
              <a:rect b="b" l="l" r="r" t="t"/>
              <a:pathLst>
                <a:path extrusionOk="0" h="33468" w="34006">
                  <a:moveTo>
                    <a:pt x="0" y="0"/>
                  </a:moveTo>
                  <a:lnTo>
                    <a:pt x="33602" y="33467"/>
                  </a:lnTo>
                  <a:lnTo>
                    <a:pt x="34005" y="33198"/>
                  </a:lnTo>
                  <a:lnTo>
                    <a:pt x="28629" y="23924"/>
                  </a:lnTo>
                  <a:lnTo>
                    <a:pt x="4705" y="0"/>
                  </a:lnTo>
                  <a:close/>
                </a:path>
              </a:pathLst>
            </a:custGeom>
            <a:solidFill>
              <a:srgbClr val="3098E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606" name="Google Shape;606;p6"/>
            <p:cNvSpPr/>
            <p:nvPr/>
          </p:nvSpPr>
          <p:spPr>
            <a:xfrm>
              <a:off x="6286450" y="1431100"/>
              <a:ext cx="618300" cy="608200"/>
            </a:xfrm>
            <a:custGeom>
              <a:rect b="b" l="l" r="r" t="t"/>
              <a:pathLst>
                <a:path extrusionOk="0" h="24328" w="24732">
                  <a:moveTo>
                    <a:pt x="0" y="0"/>
                  </a:moveTo>
                  <a:lnTo>
                    <a:pt x="24328" y="24328"/>
                  </a:lnTo>
                  <a:lnTo>
                    <a:pt x="24731" y="23924"/>
                  </a:lnTo>
                  <a:lnTo>
                    <a:pt x="19489" y="14785"/>
                  </a:lnTo>
                  <a:lnTo>
                    <a:pt x="4704" y="0"/>
                  </a:lnTo>
                  <a:close/>
                </a:path>
              </a:pathLst>
            </a:custGeom>
            <a:solidFill>
              <a:srgbClr val="3196E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607" name="Google Shape;607;p6"/>
            <p:cNvSpPr/>
            <p:nvPr/>
          </p:nvSpPr>
          <p:spPr>
            <a:xfrm>
              <a:off x="6383900" y="1431100"/>
              <a:ext cx="389800" cy="376350"/>
            </a:xfrm>
            <a:custGeom>
              <a:rect b="b" l="l" r="r" t="t"/>
              <a:pathLst>
                <a:path extrusionOk="0" h="15054" w="15592">
                  <a:moveTo>
                    <a:pt x="0" y="0"/>
                  </a:moveTo>
                  <a:lnTo>
                    <a:pt x="15188" y="15054"/>
                  </a:lnTo>
                  <a:lnTo>
                    <a:pt x="15591" y="14785"/>
                  </a:lnTo>
                  <a:lnTo>
                    <a:pt x="10215" y="5645"/>
                  </a:lnTo>
                  <a:lnTo>
                    <a:pt x="4704" y="0"/>
                  </a:lnTo>
                  <a:close/>
                </a:path>
              </a:pathLst>
            </a:custGeom>
            <a:solidFill>
              <a:srgbClr val="3295E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608" name="Google Shape;608;p6"/>
            <p:cNvSpPr/>
            <p:nvPr/>
          </p:nvSpPr>
          <p:spPr>
            <a:xfrm>
              <a:off x="6481325" y="1431100"/>
              <a:ext cx="157950" cy="147850"/>
            </a:xfrm>
            <a:custGeom>
              <a:rect b="b" l="l" r="r" t="t"/>
              <a:pathLst>
                <a:path extrusionOk="0" h="5914" w="6318">
                  <a:moveTo>
                    <a:pt x="1" y="0"/>
                  </a:moveTo>
                  <a:lnTo>
                    <a:pt x="5915" y="5914"/>
                  </a:lnTo>
                  <a:lnTo>
                    <a:pt x="6318" y="5645"/>
                  </a:lnTo>
                  <a:lnTo>
                    <a:pt x="3092" y="0"/>
                  </a:lnTo>
                  <a:close/>
                </a:path>
              </a:pathLst>
            </a:custGeom>
            <a:solidFill>
              <a:srgbClr val="3393E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grpSp>
      <p:sp>
        <p:nvSpPr>
          <p:cNvPr id="609" name="Google Shape;609;p6"/>
          <p:cNvSpPr/>
          <p:nvPr/>
        </p:nvSpPr>
        <p:spPr>
          <a:xfrm flipH="1" rot="10800000">
            <a:off x="-123826" y="1058975"/>
            <a:ext cx="819900" cy="710100"/>
          </a:xfrm>
          <a:prstGeom prst="hexagon">
            <a:avLst>
              <a:gd fmla="val 28678" name="adj"/>
              <a:gd fmla="val 115470" name="vf"/>
            </a:avLst>
          </a:prstGeom>
          <a:noFill/>
          <a:ln cap="flat" cmpd="sng" w="9525">
            <a:solidFill>
              <a:srgbClr val="19BBD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610" name="Google Shape;610;p6"/>
          <p:cNvSpPr/>
          <p:nvPr/>
        </p:nvSpPr>
        <p:spPr>
          <a:xfrm flipH="1" rot="10800000">
            <a:off x="638175" y="1440100"/>
            <a:ext cx="428700" cy="371100"/>
          </a:xfrm>
          <a:prstGeom prst="hexagon">
            <a:avLst>
              <a:gd fmla="val 28678" name="adj"/>
              <a:gd fmla="val 115470" name="vf"/>
            </a:avLst>
          </a:prstGeom>
          <a:solidFill>
            <a:srgbClr val="184769"/>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611" name="Google Shape;611;p6"/>
          <p:cNvSpPr/>
          <p:nvPr/>
        </p:nvSpPr>
        <p:spPr>
          <a:xfrm flipH="1" rot="10800000">
            <a:off x="1495424" y="-131650"/>
            <a:ext cx="819900" cy="710100"/>
          </a:xfrm>
          <a:prstGeom prst="hexagon">
            <a:avLst>
              <a:gd fmla="val 28678" name="adj"/>
              <a:gd fmla="val 115470" name="vf"/>
            </a:avLst>
          </a:prstGeom>
          <a:noFill/>
          <a:ln cap="flat" cmpd="sng" w="76200">
            <a:solidFill>
              <a:srgbClr val="184769"/>
            </a:solidFill>
            <a:prstDash val="solid"/>
            <a:miter lim="80"/>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612" name="Google Shape;612;p6"/>
          <p:cNvSpPr/>
          <p:nvPr/>
        </p:nvSpPr>
        <p:spPr>
          <a:xfrm flipH="1" rot="10800000">
            <a:off x="327800" y="88925"/>
            <a:ext cx="358800" cy="310500"/>
          </a:xfrm>
          <a:prstGeom prst="hexagon">
            <a:avLst>
              <a:gd fmla="val 28678" name="adj"/>
              <a:gd fmla="val 115470" name="vf"/>
            </a:avLst>
          </a:prstGeom>
          <a:solidFill>
            <a:srgbClr val="00E1C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grpSp>
        <p:nvGrpSpPr>
          <p:cNvPr id="613" name="Google Shape;613;p6"/>
          <p:cNvGrpSpPr/>
          <p:nvPr/>
        </p:nvGrpSpPr>
        <p:grpSpPr>
          <a:xfrm>
            <a:off x="1729784" y="61068"/>
            <a:ext cx="351204" cy="324661"/>
            <a:chOff x="5975075" y="2327500"/>
            <a:chExt cx="420100" cy="388350"/>
          </a:xfrm>
        </p:grpSpPr>
        <p:sp>
          <p:nvSpPr>
            <p:cNvPr id="614" name="Google Shape;614;p6"/>
            <p:cNvSpPr/>
            <p:nvPr/>
          </p:nvSpPr>
          <p:spPr>
            <a:xfrm>
              <a:off x="5975075" y="2474650"/>
              <a:ext cx="98325" cy="220450"/>
            </a:xfrm>
            <a:custGeom>
              <a:rect b="b" l="l" r="r" t="t"/>
              <a:pathLst>
                <a:path extrusionOk="0" h="8818" w="3933">
                  <a:moveTo>
                    <a:pt x="2418" y="1002"/>
                  </a:moveTo>
                  <a:lnTo>
                    <a:pt x="2565" y="1027"/>
                  </a:lnTo>
                  <a:lnTo>
                    <a:pt x="2687" y="1075"/>
                  </a:lnTo>
                  <a:lnTo>
                    <a:pt x="2809" y="1124"/>
                  </a:lnTo>
                  <a:lnTo>
                    <a:pt x="2907" y="1222"/>
                  </a:lnTo>
                  <a:lnTo>
                    <a:pt x="3005" y="1320"/>
                  </a:lnTo>
                  <a:lnTo>
                    <a:pt x="3078" y="1442"/>
                  </a:lnTo>
                  <a:lnTo>
                    <a:pt x="3102" y="1564"/>
                  </a:lnTo>
                  <a:lnTo>
                    <a:pt x="3127" y="1710"/>
                  </a:lnTo>
                  <a:lnTo>
                    <a:pt x="3102" y="1857"/>
                  </a:lnTo>
                  <a:lnTo>
                    <a:pt x="3078" y="1979"/>
                  </a:lnTo>
                  <a:lnTo>
                    <a:pt x="3005" y="2101"/>
                  </a:lnTo>
                  <a:lnTo>
                    <a:pt x="2907" y="2223"/>
                  </a:lnTo>
                  <a:lnTo>
                    <a:pt x="2809" y="2297"/>
                  </a:lnTo>
                  <a:lnTo>
                    <a:pt x="2687" y="2370"/>
                  </a:lnTo>
                  <a:lnTo>
                    <a:pt x="2565" y="2394"/>
                  </a:lnTo>
                  <a:lnTo>
                    <a:pt x="2418" y="2419"/>
                  </a:lnTo>
                  <a:lnTo>
                    <a:pt x="2272" y="2394"/>
                  </a:lnTo>
                  <a:lnTo>
                    <a:pt x="2150" y="2370"/>
                  </a:lnTo>
                  <a:lnTo>
                    <a:pt x="2028" y="2297"/>
                  </a:lnTo>
                  <a:lnTo>
                    <a:pt x="1930" y="2223"/>
                  </a:lnTo>
                  <a:lnTo>
                    <a:pt x="1832" y="2101"/>
                  </a:lnTo>
                  <a:lnTo>
                    <a:pt x="1759" y="1979"/>
                  </a:lnTo>
                  <a:lnTo>
                    <a:pt x="1735" y="1857"/>
                  </a:lnTo>
                  <a:lnTo>
                    <a:pt x="1710" y="1710"/>
                  </a:lnTo>
                  <a:lnTo>
                    <a:pt x="1735" y="1564"/>
                  </a:lnTo>
                  <a:lnTo>
                    <a:pt x="1759" y="1442"/>
                  </a:lnTo>
                  <a:lnTo>
                    <a:pt x="1832" y="1320"/>
                  </a:lnTo>
                  <a:lnTo>
                    <a:pt x="1930" y="1222"/>
                  </a:lnTo>
                  <a:lnTo>
                    <a:pt x="2028" y="1124"/>
                  </a:lnTo>
                  <a:lnTo>
                    <a:pt x="2150" y="1075"/>
                  </a:lnTo>
                  <a:lnTo>
                    <a:pt x="2272" y="1027"/>
                  </a:lnTo>
                  <a:lnTo>
                    <a:pt x="2418" y="1002"/>
                  </a:lnTo>
                  <a:close/>
                  <a:moveTo>
                    <a:pt x="1" y="1"/>
                  </a:moveTo>
                  <a:lnTo>
                    <a:pt x="1" y="8817"/>
                  </a:lnTo>
                  <a:lnTo>
                    <a:pt x="3933" y="8817"/>
                  </a:lnTo>
                  <a:lnTo>
                    <a:pt x="3933" y="1"/>
                  </a:lnTo>
                  <a:close/>
                </a:path>
              </a:pathLst>
            </a:custGeom>
            <a:solidFill>
              <a:srgbClr val="184769"/>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615" name="Google Shape;615;p6"/>
            <p:cNvSpPr/>
            <p:nvPr/>
          </p:nvSpPr>
          <p:spPr>
            <a:xfrm>
              <a:off x="6088025" y="2327500"/>
              <a:ext cx="307150" cy="388350"/>
            </a:xfrm>
            <a:custGeom>
              <a:rect b="b" l="l" r="r" t="t"/>
              <a:pathLst>
                <a:path extrusionOk="0" h="15534" w="12286">
                  <a:moveTo>
                    <a:pt x="6326" y="1"/>
                  </a:moveTo>
                  <a:lnTo>
                    <a:pt x="5960" y="25"/>
                  </a:lnTo>
                  <a:lnTo>
                    <a:pt x="5716" y="74"/>
                  </a:lnTo>
                  <a:lnTo>
                    <a:pt x="5520" y="147"/>
                  </a:lnTo>
                  <a:lnTo>
                    <a:pt x="5374" y="221"/>
                  </a:lnTo>
                  <a:lnTo>
                    <a:pt x="4983" y="1466"/>
                  </a:lnTo>
                  <a:lnTo>
                    <a:pt x="4788" y="2028"/>
                  </a:lnTo>
                  <a:lnTo>
                    <a:pt x="4592" y="2541"/>
                  </a:lnTo>
                  <a:lnTo>
                    <a:pt x="4397" y="3005"/>
                  </a:lnTo>
                  <a:lnTo>
                    <a:pt x="4202" y="3396"/>
                  </a:lnTo>
                  <a:lnTo>
                    <a:pt x="4031" y="3689"/>
                  </a:lnTo>
                  <a:lnTo>
                    <a:pt x="3884" y="3933"/>
                  </a:lnTo>
                  <a:lnTo>
                    <a:pt x="3664" y="4153"/>
                  </a:lnTo>
                  <a:lnTo>
                    <a:pt x="3322" y="4495"/>
                  </a:lnTo>
                  <a:lnTo>
                    <a:pt x="2516" y="5252"/>
                  </a:lnTo>
                  <a:lnTo>
                    <a:pt x="1442" y="6229"/>
                  </a:lnTo>
                  <a:lnTo>
                    <a:pt x="1" y="6229"/>
                  </a:lnTo>
                  <a:lnTo>
                    <a:pt x="1" y="13433"/>
                  </a:lnTo>
                  <a:lnTo>
                    <a:pt x="1515" y="13433"/>
                  </a:lnTo>
                  <a:lnTo>
                    <a:pt x="2004" y="13678"/>
                  </a:lnTo>
                  <a:lnTo>
                    <a:pt x="2687" y="13971"/>
                  </a:lnTo>
                  <a:lnTo>
                    <a:pt x="3567" y="14313"/>
                  </a:lnTo>
                  <a:lnTo>
                    <a:pt x="4544" y="14679"/>
                  </a:lnTo>
                  <a:lnTo>
                    <a:pt x="5594" y="14997"/>
                  </a:lnTo>
                  <a:lnTo>
                    <a:pt x="6131" y="15143"/>
                  </a:lnTo>
                  <a:lnTo>
                    <a:pt x="6668" y="15265"/>
                  </a:lnTo>
                  <a:lnTo>
                    <a:pt x="7181" y="15387"/>
                  </a:lnTo>
                  <a:lnTo>
                    <a:pt x="7694" y="15461"/>
                  </a:lnTo>
                  <a:lnTo>
                    <a:pt x="8158" y="15509"/>
                  </a:lnTo>
                  <a:lnTo>
                    <a:pt x="8622" y="15534"/>
                  </a:lnTo>
                  <a:lnTo>
                    <a:pt x="9404" y="15534"/>
                  </a:lnTo>
                  <a:lnTo>
                    <a:pt x="9819" y="15509"/>
                  </a:lnTo>
                  <a:lnTo>
                    <a:pt x="10210" y="15461"/>
                  </a:lnTo>
                  <a:lnTo>
                    <a:pt x="10552" y="15363"/>
                  </a:lnTo>
                  <a:lnTo>
                    <a:pt x="10723" y="15314"/>
                  </a:lnTo>
                  <a:lnTo>
                    <a:pt x="10845" y="15265"/>
                  </a:lnTo>
                  <a:lnTo>
                    <a:pt x="10967" y="15192"/>
                  </a:lnTo>
                  <a:lnTo>
                    <a:pt x="11064" y="15094"/>
                  </a:lnTo>
                  <a:lnTo>
                    <a:pt x="11113" y="14997"/>
                  </a:lnTo>
                  <a:lnTo>
                    <a:pt x="11162" y="14874"/>
                  </a:lnTo>
                  <a:lnTo>
                    <a:pt x="11235" y="14166"/>
                  </a:lnTo>
                  <a:lnTo>
                    <a:pt x="11211" y="13995"/>
                  </a:lnTo>
                  <a:lnTo>
                    <a:pt x="11162" y="13849"/>
                  </a:lnTo>
                  <a:lnTo>
                    <a:pt x="11064" y="13702"/>
                  </a:lnTo>
                  <a:lnTo>
                    <a:pt x="10918" y="13580"/>
                  </a:lnTo>
                  <a:lnTo>
                    <a:pt x="11040" y="13556"/>
                  </a:lnTo>
                  <a:lnTo>
                    <a:pt x="11162" y="13507"/>
                  </a:lnTo>
                  <a:lnTo>
                    <a:pt x="11284" y="13458"/>
                  </a:lnTo>
                  <a:lnTo>
                    <a:pt x="11382" y="13360"/>
                  </a:lnTo>
                  <a:lnTo>
                    <a:pt x="11455" y="13263"/>
                  </a:lnTo>
                  <a:lnTo>
                    <a:pt x="11528" y="13140"/>
                  </a:lnTo>
                  <a:lnTo>
                    <a:pt x="11577" y="12994"/>
                  </a:lnTo>
                  <a:lnTo>
                    <a:pt x="11602" y="12872"/>
                  </a:lnTo>
                  <a:lnTo>
                    <a:pt x="11675" y="11993"/>
                  </a:lnTo>
                  <a:lnTo>
                    <a:pt x="11675" y="11870"/>
                  </a:lnTo>
                  <a:lnTo>
                    <a:pt x="11675" y="11773"/>
                  </a:lnTo>
                  <a:lnTo>
                    <a:pt x="11651" y="11651"/>
                  </a:lnTo>
                  <a:lnTo>
                    <a:pt x="11602" y="11553"/>
                  </a:lnTo>
                  <a:lnTo>
                    <a:pt x="11480" y="11382"/>
                  </a:lnTo>
                  <a:lnTo>
                    <a:pt x="11406" y="11309"/>
                  </a:lnTo>
                  <a:lnTo>
                    <a:pt x="11333" y="11235"/>
                  </a:lnTo>
                  <a:lnTo>
                    <a:pt x="11455" y="11211"/>
                  </a:lnTo>
                  <a:lnTo>
                    <a:pt x="11553" y="11162"/>
                  </a:lnTo>
                  <a:lnTo>
                    <a:pt x="11651" y="11089"/>
                  </a:lnTo>
                  <a:lnTo>
                    <a:pt x="11748" y="10991"/>
                  </a:lnTo>
                  <a:lnTo>
                    <a:pt x="11822" y="10893"/>
                  </a:lnTo>
                  <a:lnTo>
                    <a:pt x="11870" y="10796"/>
                  </a:lnTo>
                  <a:lnTo>
                    <a:pt x="11919" y="10674"/>
                  </a:lnTo>
                  <a:lnTo>
                    <a:pt x="11944" y="10527"/>
                  </a:lnTo>
                  <a:lnTo>
                    <a:pt x="12017" y="9672"/>
                  </a:lnTo>
                  <a:lnTo>
                    <a:pt x="12017" y="9550"/>
                  </a:lnTo>
                  <a:lnTo>
                    <a:pt x="12017" y="9428"/>
                  </a:lnTo>
                  <a:lnTo>
                    <a:pt x="11993" y="9306"/>
                  </a:lnTo>
                  <a:lnTo>
                    <a:pt x="11944" y="9208"/>
                  </a:lnTo>
                  <a:lnTo>
                    <a:pt x="11895" y="9111"/>
                  </a:lnTo>
                  <a:lnTo>
                    <a:pt x="11822" y="9037"/>
                  </a:lnTo>
                  <a:lnTo>
                    <a:pt x="11748" y="8964"/>
                  </a:lnTo>
                  <a:lnTo>
                    <a:pt x="11651" y="8891"/>
                  </a:lnTo>
                  <a:lnTo>
                    <a:pt x="11748" y="8866"/>
                  </a:lnTo>
                  <a:lnTo>
                    <a:pt x="11846" y="8793"/>
                  </a:lnTo>
                  <a:lnTo>
                    <a:pt x="11944" y="8720"/>
                  </a:lnTo>
                  <a:lnTo>
                    <a:pt x="12017" y="8647"/>
                  </a:lnTo>
                  <a:lnTo>
                    <a:pt x="12090" y="8549"/>
                  </a:lnTo>
                  <a:lnTo>
                    <a:pt x="12139" y="8451"/>
                  </a:lnTo>
                  <a:lnTo>
                    <a:pt x="12163" y="8329"/>
                  </a:lnTo>
                  <a:lnTo>
                    <a:pt x="12188" y="8207"/>
                  </a:lnTo>
                  <a:lnTo>
                    <a:pt x="12286" y="7328"/>
                  </a:lnTo>
                  <a:lnTo>
                    <a:pt x="12261" y="7206"/>
                  </a:lnTo>
                  <a:lnTo>
                    <a:pt x="12237" y="7083"/>
                  </a:lnTo>
                  <a:lnTo>
                    <a:pt x="12188" y="6986"/>
                  </a:lnTo>
                  <a:lnTo>
                    <a:pt x="12139" y="6888"/>
                  </a:lnTo>
                  <a:lnTo>
                    <a:pt x="12066" y="6790"/>
                  </a:lnTo>
                  <a:lnTo>
                    <a:pt x="11968" y="6717"/>
                  </a:lnTo>
                  <a:lnTo>
                    <a:pt x="11748" y="6571"/>
                  </a:lnTo>
                  <a:lnTo>
                    <a:pt x="11504" y="6448"/>
                  </a:lnTo>
                  <a:lnTo>
                    <a:pt x="11211" y="6351"/>
                  </a:lnTo>
                  <a:lnTo>
                    <a:pt x="10893" y="6278"/>
                  </a:lnTo>
                  <a:lnTo>
                    <a:pt x="10576" y="6229"/>
                  </a:lnTo>
                  <a:lnTo>
                    <a:pt x="9892" y="6131"/>
                  </a:lnTo>
                  <a:lnTo>
                    <a:pt x="8842" y="6033"/>
                  </a:lnTo>
                  <a:lnTo>
                    <a:pt x="7596" y="5960"/>
                  </a:lnTo>
                  <a:lnTo>
                    <a:pt x="6326" y="5887"/>
                  </a:lnTo>
                  <a:lnTo>
                    <a:pt x="6497" y="5594"/>
                  </a:lnTo>
                  <a:lnTo>
                    <a:pt x="6644" y="5252"/>
                  </a:lnTo>
                  <a:lnTo>
                    <a:pt x="6790" y="4885"/>
                  </a:lnTo>
                  <a:lnTo>
                    <a:pt x="6888" y="4495"/>
                  </a:lnTo>
                  <a:lnTo>
                    <a:pt x="6986" y="4104"/>
                  </a:lnTo>
                  <a:lnTo>
                    <a:pt x="7083" y="3689"/>
                  </a:lnTo>
                  <a:lnTo>
                    <a:pt x="7181" y="2883"/>
                  </a:lnTo>
                  <a:lnTo>
                    <a:pt x="7254" y="2150"/>
                  </a:lnTo>
                  <a:lnTo>
                    <a:pt x="7303" y="1539"/>
                  </a:lnTo>
                  <a:lnTo>
                    <a:pt x="7303" y="978"/>
                  </a:lnTo>
                  <a:lnTo>
                    <a:pt x="7303" y="807"/>
                  </a:lnTo>
                  <a:lnTo>
                    <a:pt x="7230" y="611"/>
                  </a:lnTo>
                  <a:lnTo>
                    <a:pt x="7157" y="465"/>
                  </a:lnTo>
                  <a:lnTo>
                    <a:pt x="7035" y="318"/>
                  </a:lnTo>
                  <a:lnTo>
                    <a:pt x="6888" y="172"/>
                  </a:lnTo>
                  <a:lnTo>
                    <a:pt x="6717" y="98"/>
                  </a:lnTo>
                  <a:lnTo>
                    <a:pt x="6522" y="25"/>
                  </a:lnTo>
                  <a:lnTo>
                    <a:pt x="6326" y="1"/>
                  </a:lnTo>
                  <a:close/>
                </a:path>
              </a:pathLst>
            </a:custGeom>
            <a:solidFill>
              <a:srgbClr val="184769"/>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grpSp>
      <p:sp>
        <p:nvSpPr>
          <p:cNvPr id="616" name="Google Shape;616;p6"/>
          <p:cNvSpPr/>
          <p:nvPr/>
        </p:nvSpPr>
        <p:spPr>
          <a:xfrm>
            <a:off x="203100" y="1270177"/>
            <a:ext cx="166061" cy="287704"/>
          </a:xfrm>
          <a:custGeom>
            <a:rect b="b" l="l" r="r" t="t"/>
            <a:pathLst>
              <a:path extrusionOk="0" h="20565" w="11870">
                <a:moveTo>
                  <a:pt x="6301" y="977"/>
                </a:moveTo>
                <a:lnTo>
                  <a:pt x="6423" y="1002"/>
                </a:lnTo>
                <a:lnTo>
                  <a:pt x="6497" y="1075"/>
                </a:lnTo>
                <a:lnTo>
                  <a:pt x="6570" y="1148"/>
                </a:lnTo>
                <a:lnTo>
                  <a:pt x="6594" y="1270"/>
                </a:lnTo>
                <a:lnTo>
                  <a:pt x="6570" y="1368"/>
                </a:lnTo>
                <a:lnTo>
                  <a:pt x="6497" y="1466"/>
                </a:lnTo>
                <a:lnTo>
                  <a:pt x="6423" y="1515"/>
                </a:lnTo>
                <a:lnTo>
                  <a:pt x="6301" y="1539"/>
                </a:lnTo>
                <a:lnTo>
                  <a:pt x="5569" y="1539"/>
                </a:lnTo>
                <a:lnTo>
                  <a:pt x="5446" y="1515"/>
                </a:lnTo>
                <a:lnTo>
                  <a:pt x="5373" y="1466"/>
                </a:lnTo>
                <a:lnTo>
                  <a:pt x="5300" y="1368"/>
                </a:lnTo>
                <a:lnTo>
                  <a:pt x="5276" y="1270"/>
                </a:lnTo>
                <a:lnTo>
                  <a:pt x="5300" y="1148"/>
                </a:lnTo>
                <a:lnTo>
                  <a:pt x="5373" y="1075"/>
                </a:lnTo>
                <a:lnTo>
                  <a:pt x="5446" y="1002"/>
                </a:lnTo>
                <a:lnTo>
                  <a:pt x="5569" y="977"/>
                </a:lnTo>
                <a:close/>
                <a:moveTo>
                  <a:pt x="10575" y="2565"/>
                </a:moveTo>
                <a:lnTo>
                  <a:pt x="10575" y="16706"/>
                </a:lnTo>
                <a:lnTo>
                  <a:pt x="1295" y="16706"/>
                </a:lnTo>
                <a:lnTo>
                  <a:pt x="1295" y="2565"/>
                </a:lnTo>
                <a:close/>
                <a:moveTo>
                  <a:pt x="5935" y="17780"/>
                </a:moveTo>
                <a:lnTo>
                  <a:pt x="6106" y="17805"/>
                </a:lnTo>
                <a:lnTo>
                  <a:pt x="6277" y="17854"/>
                </a:lnTo>
                <a:lnTo>
                  <a:pt x="6423" y="17927"/>
                </a:lnTo>
                <a:lnTo>
                  <a:pt x="6545" y="18025"/>
                </a:lnTo>
                <a:lnTo>
                  <a:pt x="6643" y="18147"/>
                </a:lnTo>
                <a:lnTo>
                  <a:pt x="6716" y="18293"/>
                </a:lnTo>
                <a:lnTo>
                  <a:pt x="6765" y="18464"/>
                </a:lnTo>
                <a:lnTo>
                  <a:pt x="6790" y="18635"/>
                </a:lnTo>
                <a:lnTo>
                  <a:pt x="6765" y="18806"/>
                </a:lnTo>
                <a:lnTo>
                  <a:pt x="6716" y="18977"/>
                </a:lnTo>
                <a:lnTo>
                  <a:pt x="6643" y="19124"/>
                </a:lnTo>
                <a:lnTo>
                  <a:pt x="6545" y="19246"/>
                </a:lnTo>
                <a:lnTo>
                  <a:pt x="6423" y="19343"/>
                </a:lnTo>
                <a:lnTo>
                  <a:pt x="6277" y="19417"/>
                </a:lnTo>
                <a:lnTo>
                  <a:pt x="6106" y="19465"/>
                </a:lnTo>
                <a:lnTo>
                  <a:pt x="5935" y="19490"/>
                </a:lnTo>
                <a:lnTo>
                  <a:pt x="5764" y="19465"/>
                </a:lnTo>
                <a:lnTo>
                  <a:pt x="5593" y="19417"/>
                </a:lnTo>
                <a:lnTo>
                  <a:pt x="5446" y="19343"/>
                </a:lnTo>
                <a:lnTo>
                  <a:pt x="5324" y="19246"/>
                </a:lnTo>
                <a:lnTo>
                  <a:pt x="5227" y="19124"/>
                </a:lnTo>
                <a:lnTo>
                  <a:pt x="5153" y="18977"/>
                </a:lnTo>
                <a:lnTo>
                  <a:pt x="5105" y="18806"/>
                </a:lnTo>
                <a:lnTo>
                  <a:pt x="5080" y="18635"/>
                </a:lnTo>
                <a:lnTo>
                  <a:pt x="5105" y="18464"/>
                </a:lnTo>
                <a:lnTo>
                  <a:pt x="5153" y="18293"/>
                </a:lnTo>
                <a:lnTo>
                  <a:pt x="5227" y="18147"/>
                </a:lnTo>
                <a:lnTo>
                  <a:pt x="5324" y="18025"/>
                </a:lnTo>
                <a:lnTo>
                  <a:pt x="5446" y="17927"/>
                </a:lnTo>
                <a:lnTo>
                  <a:pt x="5593" y="17854"/>
                </a:lnTo>
                <a:lnTo>
                  <a:pt x="5764" y="17805"/>
                </a:lnTo>
                <a:lnTo>
                  <a:pt x="5935" y="17780"/>
                </a:lnTo>
                <a:close/>
                <a:moveTo>
                  <a:pt x="1295" y="0"/>
                </a:moveTo>
                <a:lnTo>
                  <a:pt x="1026" y="25"/>
                </a:lnTo>
                <a:lnTo>
                  <a:pt x="782" y="98"/>
                </a:lnTo>
                <a:lnTo>
                  <a:pt x="562" y="220"/>
                </a:lnTo>
                <a:lnTo>
                  <a:pt x="366" y="367"/>
                </a:lnTo>
                <a:lnTo>
                  <a:pt x="220" y="562"/>
                </a:lnTo>
                <a:lnTo>
                  <a:pt x="98" y="782"/>
                </a:lnTo>
                <a:lnTo>
                  <a:pt x="25" y="1026"/>
                </a:lnTo>
                <a:lnTo>
                  <a:pt x="0" y="1295"/>
                </a:lnTo>
                <a:lnTo>
                  <a:pt x="0" y="19270"/>
                </a:lnTo>
                <a:lnTo>
                  <a:pt x="25" y="19539"/>
                </a:lnTo>
                <a:lnTo>
                  <a:pt x="98" y="19783"/>
                </a:lnTo>
                <a:lnTo>
                  <a:pt x="220" y="20003"/>
                </a:lnTo>
                <a:lnTo>
                  <a:pt x="366" y="20198"/>
                </a:lnTo>
                <a:lnTo>
                  <a:pt x="562" y="20345"/>
                </a:lnTo>
                <a:lnTo>
                  <a:pt x="782" y="20467"/>
                </a:lnTo>
                <a:lnTo>
                  <a:pt x="1026" y="20540"/>
                </a:lnTo>
                <a:lnTo>
                  <a:pt x="1295" y="20565"/>
                </a:lnTo>
                <a:lnTo>
                  <a:pt x="10575" y="20565"/>
                </a:lnTo>
                <a:lnTo>
                  <a:pt x="10844" y="20540"/>
                </a:lnTo>
                <a:lnTo>
                  <a:pt x="11088" y="20467"/>
                </a:lnTo>
                <a:lnTo>
                  <a:pt x="11308" y="20345"/>
                </a:lnTo>
                <a:lnTo>
                  <a:pt x="11503" y="20198"/>
                </a:lnTo>
                <a:lnTo>
                  <a:pt x="11650" y="20003"/>
                </a:lnTo>
                <a:lnTo>
                  <a:pt x="11772" y="19783"/>
                </a:lnTo>
                <a:lnTo>
                  <a:pt x="11845" y="19539"/>
                </a:lnTo>
                <a:lnTo>
                  <a:pt x="11870" y="19270"/>
                </a:lnTo>
                <a:lnTo>
                  <a:pt x="11870" y="1295"/>
                </a:lnTo>
                <a:lnTo>
                  <a:pt x="11845" y="1026"/>
                </a:lnTo>
                <a:lnTo>
                  <a:pt x="11772" y="782"/>
                </a:lnTo>
                <a:lnTo>
                  <a:pt x="11650" y="562"/>
                </a:lnTo>
                <a:lnTo>
                  <a:pt x="11503" y="367"/>
                </a:lnTo>
                <a:lnTo>
                  <a:pt x="11308" y="220"/>
                </a:lnTo>
                <a:lnTo>
                  <a:pt x="11088" y="98"/>
                </a:lnTo>
                <a:lnTo>
                  <a:pt x="10844" y="25"/>
                </a:lnTo>
                <a:lnTo>
                  <a:pt x="10575" y="0"/>
                </a:lnTo>
                <a:close/>
              </a:path>
            </a:pathLst>
          </a:custGeom>
          <a:solidFill>
            <a:srgbClr val="19BBD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grpSp>
        <p:nvGrpSpPr>
          <p:cNvPr id="617" name="Google Shape;617;p6"/>
          <p:cNvGrpSpPr/>
          <p:nvPr/>
        </p:nvGrpSpPr>
        <p:grpSpPr>
          <a:xfrm>
            <a:off x="904276" y="515192"/>
            <a:ext cx="382958" cy="607111"/>
            <a:chOff x="6718575" y="2318625"/>
            <a:chExt cx="256950" cy="407375"/>
          </a:xfrm>
        </p:grpSpPr>
        <p:sp>
          <p:nvSpPr>
            <p:cNvPr id="618" name="Google Shape;618;p6"/>
            <p:cNvSpPr/>
            <p:nvPr/>
          </p:nvSpPr>
          <p:spPr>
            <a:xfrm>
              <a:off x="6795900" y="2673600"/>
              <a:ext cx="102300" cy="22550"/>
            </a:xfrm>
            <a:custGeom>
              <a:rect b="b" l="l" r="r" t="t"/>
              <a:pathLst>
                <a:path extrusionOk="0" fill="none" h="902" w="4092">
                  <a:moveTo>
                    <a:pt x="4092" y="902"/>
                  </a:moveTo>
                  <a:lnTo>
                    <a:pt x="4092" y="1"/>
                  </a:lnTo>
                  <a:lnTo>
                    <a:pt x="0" y="1"/>
                  </a:lnTo>
                  <a:lnTo>
                    <a:pt x="0" y="902"/>
                  </a:lnTo>
                  <a:lnTo>
                    <a:pt x="4092" y="902"/>
                  </a:lnTo>
                  <a:close/>
                </a:path>
              </a:pathLst>
            </a:custGeom>
            <a:noFill/>
            <a:ln cap="rnd" cmpd="sng" w="1217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619" name="Google Shape;619;p6"/>
            <p:cNvSpPr/>
            <p:nvPr/>
          </p:nvSpPr>
          <p:spPr>
            <a:xfrm>
              <a:off x="6795900" y="2650475"/>
              <a:ext cx="102300" cy="22550"/>
            </a:xfrm>
            <a:custGeom>
              <a:rect b="b" l="l" r="r" t="t"/>
              <a:pathLst>
                <a:path extrusionOk="0" fill="none" h="902" w="4092">
                  <a:moveTo>
                    <a:pt x="4092" y="901"/>
                  </a:moveTo>
                  <a:lnTo>
                    <a:pt x="4092" y="0"/>
                  </a:lnTo>
                  <a:lnTo>
                    <a:pt x="0" y="0"/>
                  </a:lnTo>
                  <a:lnTo>
                    <a:pt x="0" y="901"/>
                  </a:lnTo>
                  <a:lnTo>
                    <a:pt x="4092" y="901"/>
                  </a:lnTo>
                  <a:close/>
                </a:path>
              </a:pathLst>
            </a:custGeom>
            <a:noFill/>
            <a:ln cap="rnd" cmpd="sng" w="1217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620" name="Google Shape;620;p6"/>
            <p:cNvSpPr/>
            <p:nvPr/>
          </p:nvSpPr>
          <p:spPr>
            <a:xfrm>
              <a:off x="6795900" y="2696125"/>
              <a:ext cx="102300" cy="29875"/>
            </a:xfrm>
            <a:custGeom>
              <a:rect b="b" l="l" r="r" t="t"/>
              <a:pathLst>
                <a:path extrusionOk="0" fill="none" h="1195" w="4092">
                  <a:moveTo>
                    <a:pt x="0" y="1"/>
                  </a:moveTo>
                  <a:lnTo>
                    <a:pt x="0" y="171"/>
                  </a:lnTo>
                  <a:lnTo>
                    <a:pt x="0" y="171"/>
                  </a:lnTo>
                  <a:lnTo>
                    <a:pt x="24" y="318"/>
                  </a:lnTo>
                  <a:lnTo>
                    <a:pt x="98" y="464"/>
                  </a:lnTo>
                  <a:lnTo>
                    <a:pt x="195" y="585"/>
                  </a:lnTo>
                  <a:lnTo>
                    <a:pt x="341" y="659"/>
                  </a:lnTo>
                  <a:lnTo>
                    <a:pt x="1875" y="1170"/>
                  </a:lnTo>
                  <a:lnTo>
                    <a:pt x="1875" y="1170"/>
                  </a:lnTo>
                  <a:lnTo>
                    <a:pt x="2046" y="1194"/>
                  </a:lnTo>
                  <a:lnTo>
                    <a:pt x="2046" y="1194"/>
                  </a:lnTo>
                  <a:lnTo>
                    <a:pt x="2216" y="1170"/>
                  </a:lnTo>
                  <a:lnTo>
                    <a:pt x="3751" y="659"/>
                  </a:lnTo>
                  <a:lnTo>
                    <a:pt x="3751" y="659"/>
                  </a:lnTo>
                  <a:lnTo>
                    <a:pt x="3897" y="585"/>
                  </a:lnTo>
                  <a:lnTo>
                    <a:pt x="3994" y="464"/>
                  </a:lnTo>
                  <a:lnTo>
                    <a:pt x="4067" y="318"/>
                  </a:lnTo>
                  <a:lnTo>
                    <a:pt x="4092" y="171"/>
                  </a:lnTo>
                  <a:lnTo>
                    <a:pt x="4092" y="1"/>
                  </a:lnTo>
                  <a:lnTo>
                    <a:pt x="0" y="1"/>
                  </a:lnTo>
                  <a:close/>
                </a:path>
              </a:pathLst>
            </a:custGeom>
            <a:noFill/>
            <a:ln cap="rnd" cmpd="sng" w="1217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621" name="Google Shape;621;p6"/>
            <p:cNvSpPr/>
            <p:nvPr/>
          </p:nvSpPr>
          <p:spPr>
            <a:xfrm>
              <a:off x="6784925" y="2459275"/>
              <a:ext cx="35350" cy="166875"/>
            </a:xfrm>
            <a:custGeom>
              <a:rect b="b" l="l" r="r" t="t"/>
              <a:pathLst>
                <a:path extrusionOk="0" fill="none" h="6675" w="1414">
                  <a:moveTo>
                    <a:pt x="1413" y="6674"/>
                  </a:moveTo>
                  <a:lnTo>
                    <a:pt x="1413" y="6674"/>
                  </a:lnTo>
                  <a:lnTo>
                    <a:pt x="585" y="2850"/>
                  </a:lnTo>
                  <a:lnTo>
                    <a:pt x="1" y="1"/>
                  </a:lnTo>
                </a:path>
              </a:pathLst>
            </a:custGeom>
            <a:noFill/>
            <a:ln cap="rnd" cmpd="sng" w="1217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622" name="Google Shape;622;p6"/>
            <p:cNvSpPr/>
            <p:nvPr/>
          </p:nvSpPr>
          <p:spPr>
            <a:xfrm>
              <a:off x="6718575" y="2318625"/>
              <a:ext cx="256950" cy="307525"/>
            </a:xfrm>
            <a:custGeom>
              <a:rect b="b" l="l" r="r" t="t"/>
              <a:pathLst>
                <a:path extrusionOk="0" fill="none" h="12301" w="10278">
                  <a:moveTo>
                    <a:pt x="7185" y="12300"/>
                  </a:moveTo>
                  <a:lnTo>
                    <a:pt x="7185" y="12300"/>
                  </a:lnTo>
                  <a:lnTo>
                    <a:pt x="7307" y="11764"/>
                  </a:lnTo>
                  <a:lnTo>
                    <a:pt x="7477" y="11253"/>
                  </a:lnTo>
                  <a:lnTo>
                    <a:pt x="7672" y="10766"/>
                  </a:lnTo>
                  <a:lnTo>
                    <a:pt x="7891" y="10327"/>
                  </a:lnTo>
                  <a:lnTo>
                    <a:pt x="8135" y="9913"/>
                  </a:lnTo>
                  <a:lnTo>
                    <a:pt x="8378" y="9499"/>
                  </a:lnTo>
                  <a:lnTo>
                    <a:pt x="8914" y="8720"/>
                  </a:lnTo>
                  <a:lnTo>
                    <a:pt x="9182" y="8330"/>
                  </a:lnTo>
                  <a:lnTo>
                    <a:pt x="9425" y="7941"/>
                  </a:lnTo>
                  <a:lnTo>
                    <a:pt x="9645" y="7551"/>
                  </a:lnTo>
                  <a:lnTo>
                    <a:pt x="9864" y="7113"/>
                  </a:lnTo>
                  <a:lnTo>
                    <a:pt x="10034" y="6674"/>
                  </a:lnTo>
                  <a:lnTo>
                    <a:pt x="10156" y="6187"/>
                  </a:lnTo>
                  <a:lnTo>
                    <a:pt x="10229" y="5676"/>
                  </a:lnTo>
                  <a:lnTo>
                    <a:pt x="10253" y="5408"/>
                  </a:lnTo>
                  <a:lnTo>
                    <a:pt x="10278" y="5140"/>
                  </a:lnTo>
                  <a:lnTo>
                    <a:pt x="10278" y="5140"/>
                  </a:lnTo>
                  <a:lnTo>
                    <a:pt x="10229" y="4604"/>
                  </a:lnTo>
                  <a:lnTo>
                    <a:pt x="10156" y="4093"/>
                  </a:lnTo>
                  <a:lnTo>
                    <a:pt x="10034" y="3605"/>
                  </a:lnTo>
                  <a:lnTo>
                    <a:pt x="9864" y="3143"/>
                  </a:lnTo>
                  <a:lnTo>
                    <a:pt x="9645" y="2680"/>
                  </a:lnTo>
                  <a:lnTo>
                    <a:pt x="9401" y="2266"/>
                  </a:lnTo>
                  <a:lnTo>
                    <a:pt x="9084" y="1876"/>
                  </a:lnTo>
                  <a:lnTo>
                    <a:pt x="8768" y="1511"/>
                  </a:lnTo>
                  <a:lnTo>
                    <a:pt x="8402" y="1170"/>
                  </a:lnTo>
                  <a:lnTo>
                    <a:pt x="8013" y="878"/>
                  </a:lnTo>
                  <a:lnTo>
                    <a:pt x="7574" y="634"/>
                  </a:lnTo>
                  <a:lnTo>
                    <a:pt x="7136" y="415"/>
                  </a:lnTo>
                  <a:lnTo>
                    <a:pt x="6673" y="244"/>
                  </a:lnTo>
                  <a:lnTo>
                    <a:pt x="6162" y="98"/>
                  </a:lnTo>
                  <a:lnTo>
                    <a:pt x="5675" y="25"/>
                  </a:lnTo>
                  <a:lnTo>
                    <a:pt x="5139" y="1"/>
                  </a:lnTo>
                  <a:lnTo>
                    <a:pt x="5139" y="1"/>
                  </a:lnTo>
                  <a:lnTo>
                    <a:pt x="4603" y="25"/>
                  </a:lnTo>
                  <a:lnTo>
                    <a:pt x="4116" y="98"/>
                  </a:lnTo>
                  <a:lnTo>
                    <a:pt x="3605" y="244"/>
                  </a:lnTo>
                  <a:lnTo>
                    <a:pt x="3142" y="415"/>
                  </a:lnTo>
                  <a:lnTo>
                    <a:pt x="2703" y="634"/>
                  </a:lnTo>
                  <a:lnTo>
                    <a:pt x="2265" y="878"/>
                  </a:lnTo>
                  <a:lnTo>
                    <a:pt x="1875" y="1170"/>
                  </a:lnTo>
                  <a:lnTo>
                    <a:pt x="1510" y="1511"/>
                  </a:lnTo>
                  <a:lnTo>
                    <a:pt x="1193" y="1876"/>
                  </a:lnTo>
                  <a:lnTo>
                    <a:pt x="877" y="2266"/>
                  </a:lnTo>
                  <a:lnTo>
                    <a:pt x="633" y="2680"/>
                  </a:lnTo>
                  <a:lnTo>
                    <a:pt x="414" y="3143"/>
                  </a:lnTo>
                  <a:lnTo>
                    <a:pt x="244" y="3605"/>
                  </a:lnTo>
                  <a:lnTo>
                    <a:pt x="122" y="4093"/>
                  </a:lnTo>
                  <a:lnTo>
                    <a:pt x="49" y="4604"/>
                  </a:lnTo>
                  <a:lnTo>
                    <a:pt x="0" y="5140"/>
                  </a:lnTo>
                  <a:lnTo>
                    <a:pt x="0" y="5140"/>
                  </a:lnTo>
                  <a:lnTo>
                    <a:pt x="24" y="5408"/>
                  </a:lnTo>
                  <a:lnTo>
                    <a:pt x="49" y="5676"/>
                  </a:lnTo>
                  <a:lnTo>
                    <a:pt x="122" y="6187"/>
                  </a:lnTo>
                  <a:lnTo>
                    <a:pt x="244" y="6674"/>
                  </a:lnTo>
                  <a:lnTo>
                    <a:pt x="414" y="7113"/>
                  </a:lnTo>
                  <a:lnTo>
                    <a:pt x="633" y="7551"/>
                  </a:lnTo>
                  <a:lnTo>
                    <a:pt x="852" y="7941"/>
                  </a:lnTo>
                  <a:lnTo>
                    <a:pt x="1096" y="8330"/>
                  </a:lnTo>
                  <a:lnTo>
                    <a:pt x="1364" y="8720"/>
                  </a:lnTo>
                  <a:lnTo>
                    <a:pt x="1900" y="9499"/>
                  </a:lnTo>
                  <a:lnTo>
                    <a:pt x="2143" y="9913"/>
                  </a:lnTo>
                  <a:lnTo>
                    <a:pt x="2387" y="10327"/>
                  </a:lnTo>
                  <a:lnTo>
                    <a:pt x="2606" y="10766"/>
                  </a:lnTo>
                  <a:lnTo>
                    <a:pt x="2801" y="11253"/>
                  </a:lnTo>
                  <a:lnTo>
                    <a:pt x="2971" y="11764"/>
                  </a:lnTo>
                  <a:lnTo>
                    <a:pt x="3093" y="12300"/>
                  </a:lnTo>
                </a:path>
              </a:pathLst>
            </a:custGeom>
            <a:noFill/>
            <a:ln cap="rnd" cmpd="sng" w="1217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623" name="Google Shape;623;p6"/>
            <p:cNvSpPr/>
            <p:nvPr/>
          </p:nvSpPr>
          <p:spPr>
            <a:xfrm>
              <a:off x="6873825" y="2459275"/>
              <a:ext cx="35350" cy="166875"/>
            </a:xfrm>
            <a:custGeom>
              <a:rect b="b" l="l" r="r" t="t"/>
              <a:pathLst>
                <a:path extrusionOk="0" fill="none" h="6675" w="1414">
                  <a:moveTo>
                    <a:pt x="1413" y="1"/>
                  </a:moveTo>
                  <a:lnTo>
                    <a:pt x="1413" y="1"/>
                  </a:lnTo>
                  <a:lnTo>
                    <a:pt x="829" y="2850"/>
                  </a:lnTo>
                  <a:lnTo>
                    <a:pt x="1" y="6674"/>
                  </a:lnTo>
                </a:path>
              </a:pathLst>
            </a:custGeom>
            <a:noFill/>
            <a:ln cap="rnd" cmpd="sng" w="1217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624" name="Google Shape;624;p6"/>
            <p:cNvSpPr/>
            <p:nvPr/>
          </p:nvSpPr>
          <p:spPr>
            <a:xfrm>
              <a:off x="6801975" y="2453200"/>
              <a:ext cx="90150" cy="19500"/>
            </a:xfrm>
            <a:custGeom>
              <a:rect b="b" l="l" r="r" t="t"/>
              <a:pathLst>
                <a:path extrusionOk="0" fill="none" h="780" w="3606">
                  <a:moveTo>
                    <a:pt x="1" y="73"/>
                  </a:moveTo>
                  <a:lnTo>
                    <a:pt x="829" y="780"/>
                  </a:lnTo>
                  <a:lnTo>
                    <a:pt x="1657" y="73"/>
                  </a:lnTo>
                  <a:lnTo>
                    <a:pt x="1657" y="73"/>
                  </a:lnTo>
                  <a:lnTo>
                    <a:pt x="1730" y="25"/>
                  </a:lnTo>
                  <a:lnTo>
                    <a:pt x="1803" y="0"/>
                  </a:lnTo>
                  <a:lnTo>
                    <a:pt x="1876" y="25"/>
                  </a:lnTo>
                  <a:lnTo>
                    <a:pt x="1949" y="73"/>
                  </a:lnTo>
                  <a:lnTo>
                    <a:pt x="2777" y="780"/>
                  </a:lnTo>
                  <a:lnTo>
                    <a:pt x="3605" y="73"/>
                  </a:lnTo>
                </a:path>
              </a:pathLst>
            </a:custGeom>
            <a:noFill/>
            <a:ln cap="rnd" cmpd="sng" w="1217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625" name="Google Shape;625;p6"/>
            <p:cNvSpPr/>
            <p:nvPr/>
          </p:nvSpPr>
          <p:spPr>
            <a:xfrm>
              <a:off x="6795900" y="2628550"/>
              <a:ext cx="102300" cy="25"/>
            </a:xfrm>
            <a:custGeom>
              <a:rect b="b" l="l" r="r" t="t"/>
              <a:pathLst>
                <a:path extrusionOk="0" fill="none" h="1" w="4092">
                  <a:moveTo>
                    <a:pt x="0" y="1"/>
                  </a:moveTo>
                  <a:lnTo>
                    <a:pt x="4092" y="1"/>
                  </a:lnTo>
                </a:path>
              </a:pathLst>
            </a:custGeom>
            <a:noFill/>
            <a:ln cap="rnd" cmpd="sng" w="1217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grpSp>
      <p:grpSp>
        <p:nvGrpSpPr>
          <p:cNvPr id="626" name="Google Shape;626;p6"/>
          <p:cNvGrpSpPr/>
          <p:nvPr/>
        </p:nvGrpSpPr>
        <p:grpSpPr>
          <a:xfrm>
            <a:off x="335759" y="1840531"/>
            <a:ext cx="342882" cy="350068"/>
            <a:chOff x="3951850" y="2985350"/>
            <a:chExt cx="407950" cy="416500"/>
          </a:xfrm>
        </p:grpSpPr>
        <p:sp>
          <p:nvSpPr>
            <p:cNvPr id="627" name="Google Shape;627;p6"/>
            <p:cNvSpPr/>
            <p:nvPr/>
          </p:nvSpPr>
          <p:spPr>
            <a:xfrm>
              <a:off x="3951850" y="2985350"/>
              <a:ext cx="314800" cy="314825"/>
            </a:xfrm>
            <a:custGeom>
              <a:rect b="b" l="l" r="r" t="t"/>
              <a:pathLst>
                <a:path extrusionOk="0" fill="none" h="12593" w="12592">
                  <a:moveTo>
                    <a:pt x="6284" y="1"/>
                  </a:moveTo>
                  <a:lnTo>
                    <a:pt x="6284" y="1"/>
                  </a:lnTo>
                  <a:lnTo>
                    <a:pt x="5967" y="25"/>
                  </a:lnTo>
                  <a:lnTo>
                    <a:pt x="5651" y="49"/>
                  </a:lnTo>
                  <a:lnTo>
                    <a:pt x="5334" y="74"/>
                  </a:lnTo>
                  <a:lnTo>
                    <a:pt x="5017" y="147"/>
                  </a:lnTo>
                  <a:lnTo>
                    <a:pt x="4725" y="220"/>
                  </a:lnTo>
                  <a:lnTo>
                    <a:pt x="4433" y="293"/>
                  </a:lnTo>
                  <a:lnTo>
                    <a:pt x="4141" y="390"/>
                  </a:lnTo>
                  <a:lnTo>
                    <a:pt x="3848" y="512"/>
                  </a:lnTo>
                  <a:lnTo>
                    <a:pt x="3556" y="634"/>
                  </a:lnTo>
                  <a:lnTo>
                    <a:pt x="3288" y="780"/>
                  </a:lnTo>
                  <a:lnTo>
                    <a:pt x="3020" y="926"/>
                  </a:lnTo>
                  <a:lnTo>
                    <a:pt x="2777" y="1072"/>
                  </a:lnTo>
                  <a:lnTo>
                    <a:pt x="2290" y="1437"/>
                  </a:lnTo>
                  <a:lnTo>
                    <a:pt x="1851" y="1852"/>
                  </a:lnTo>
                  <a:lnTo>
                    <a:pt x="1437" y="2290"/>
                  </a:lnTo>
                  <a:lnTo>
                    <a:pt x="1072" y="2777"/>
                  </a:lnTo>
                  <a:lnTo>
                    <a:pt x="901" y="3045"/>
                  </a:lnTo>
                  <a:lnTo>
                    <a:pt x="755" y="3313"/>
                  </a:lnTo>
                  <a:lnTo>
                    <a:pt x="609" y="3581"/>
                  </a:lnTo>
                  <a:lnTo>
                    <a:pt x="487" y="3849"/>
                  </a:lnTo>
                  <a:lnTo>
                    <a:pt x="390" y="4141"/>
                  </a:lnTo>
                  <a:lnTo>
                    <a:pt x="292" y="4433"/>
                  </a:lnTo>
                  <a:lnTo>
                    <a:pt x="195" y="4725"/>
                  </a:lnTo>
                  <a:lnTo>
                    <a:pt x="122" y="5042"/>
                  </a:lnTo>
                  <a:lnTo>
                    <a:pt x="73" y="5334"/>
                  </a:lnTo>
                  <a:lnTo>
                    <a:pt x="25" y="5651"/>
                  </a:lnTo>
                  <a:lnTo>
                    <a:pt x="0" y="5968"/>
                  </a:lnTo>
                  <a:lnTo>
                    <a:pt x="0" y="6308"/>
                  </a:lnTo>
                  <a:lnTo>
                    <a:pt x="0" y="6308"/>
                  </a:lnTo>
                  <a:lnTo>
                    <a:pt x="0" y="6625"/>
                  </a:lnTo>
                  <a:lnTo>
                    <a:pt x="25" y="6942"/>
                  </a:lnTo>
                  <a:lnTo>
                    <a:pt x="73" y="7258"/>
                  </a:lnTo>
                  <a:lnTo>
                    <a:pt x="122" y="7575"/>
                  </a:lnTo>
                  <a:lnTo>
                    <a:pt x="195" y="7867"/>
                  </a:lnTo>
                  <a:lnTo>
                    <a:pt x="292" y="8184"/>
                  </a:lnTo>
                  <a:lnTo>
                    <a:pt x="390" y="8476"/>
                  </a:lnTo>
                  <a:lnTo>
                    <a:pt x="487" y="8744"/>
                  </a:lnTo>
                  <a:lnTo>
                    <a:pt x="609" y="9036"/>
                  </a:lnTo>
                  <a:lnTo>
                    <a:pt x="755" y="9304"/>
                  </a:lnTo>
                  <a:lnTo>
                    <a:pt x="901" y="9572"/>
                  </a:lnTo>
                  <a:lnTo>
                    <a:pt x="1072" y="9816"/>
                  </a:lnTo>
                  <a:lnTo>
                    <a:pt x="1437" y="10303"/>
                  </a:lnTo>
                  <a:lnTo>
                    <a:pt x="1851" y="10741"/>
                  </a:lnTo>
                  <a:lnTo>
                    <a:pt x="2290" y="11155"/>
                  </a:lnTo>
                  <a:lnTo>
                    <a:pt x="2777" y="11520"/>
                  </a:lnTo>
                  <a:lnTo>
                    <a:pt x="3020" y="11691"/>
                  </a:lnTo>
                  <a:lnTo>
                    <a:pt x="3288" y="11837"/>
                  </a:lnTo>
                  <a:lnTo>
                    <a:pt x="3556" y="11983"/>
                  </a:lnTo>
                  <a:lnTo>
                    <a:pt x="3848" y="12105"/>
                  </a:lnTo>
                  <a:lnTo>
                    <a:pt x="4141" y="12202"/>
                  </a:lnTo>
                  <a:lnTo>
                    <a:pt x="4433" y="12300"/>
                  </a:lnTo>
                  <a:lnTo>
                    <a:pt x="4725" y="12397"/>
                  </a:lnTo>
                  <a:lnTo>
                    <a:pt x="5017" y="12470"/>
                  </a:lnTo>
                  <a:lnTo>
                    <a:pt x="5334" y="12519"/>
                  </a:lnTo>
                  <a:lnTo>
                    <a:pt x="5651" y="12568"/>
                  </a:lnTo>
                  <a:lnTo>
                    <a:pt x="5967" y="12592"/>
                  </a:lnTo>
                  <a:lnTo>
                    <a:pt x="6284" y="12592"/>
                  </a:lnTo>
                  <a:lnTo>
                    <a:pt x="6284" y="12592"/>
                  </a:lnTo>
                  <a:lnTo>
                    <a:pt x="6625" y="12592"/>
                  </a:lnTo>
                  <a:lnTo>
                    <a:pt x="6941" y="12568"/>
                  </a:lnTo>
                  <a:lnTo>
                    <a:pt x="7258" y="12519"/>
                  </a:lnTo>
                  <a:lnTo>
                    <a:pt x="7550" y="12470"/>
                  </a:lnTo>
                  <a:lnTo>
                    <a:pt x="7867" y="12397"/>
                  </a:lnTo>
                  <a:lnTo>
                    <a:pt x="8159" y="12300"/>
                  </a:lnTo>
                  <a:lnTo>
                    <a:pt x="8451" y="12202"/>
                  </a:lnTo>
                  <a:lnTo>
                    <a:pt x="8744" y="12105"/>
                  </a:lnTo>
                  <a:lnTo>
                    <a:pt x="9012" y="11983"/>
                  </a:lnTo>
                  <a:lnTo>
                    <a:pt x="9279" y="11837"/>
                  </a:lnTo>
                  <a:lnTo>
                    <a:pt x="9547" y="11691"/>
                  </a:lnTo>
                  <a:lnTo>
                    <a:pt x="9815" y="11520"/>
                  </a:lnTo>
                  <a:lnTo>
                    <a:pt x="10302" y="11155"/>
                  </a:lnTo>
                  <a:lnTo>
                    <a:pt x="10741" y="10741"/>
                  </a:lnTo>
                  <a:lnTo>
                    <a:pt x="11155" y="10303"/>
                  </a:lnTo>
                  <a:lnTo>
                    <a:pt x="11520" y="9816"/>
                  </a:lnTo>
                  <a:lnTo>
                    <a:pt x="11666" y="9572"/>
                  </a:lnTo>
                  <a:lnTo>
                    <a:pt x="11812" y="9304"/>
                  </a:lnTo>
                  <a:lnTo>
                    <a:pt x="11958" y="9036"/>
                  </a:lnTo>
                  <a:lnTo>
                    <a:pt x="12080" y="8744"/>
                  </a:lnTo>
                  <a:lnTo>
                    <a:pt x="12202" y="8476"/>
                  </a:lnTo>
                  <a:lnTo>
                    <a:pt x="12299" y="8184"/>
                  </a:lnTo>
                  <a:lnTo>
                    <a:pt x="12397" y="7867"/>
                  </a:lnTo>
                  <a:lnTo>
                    <a:pt x="12446" y="7575"/>
                  </a:lnTo>
                  <a:lnTo>
                    <a:pt x="12519" y="7258"/>
                  </a:lnTo>
                  <a:lnTo>
                    <a:pt x="12543" y="6942"/>
                  </a:lnTo>
                  <a:lnTo>
                    <a:pt x="12567" y="6625"/>
                  </a:lnTo>
                  <a:lnTo>
                    <a:pt x="12592" y="6308"/>
                  </a:lnTo>
                  <a:lnTo>
                    <a:pt x="12592" y="6308"/>
                  </a:lnTo>
                  <a:lnTo>
                    <a:pt x="12567" y="5968"/>
                  </a:lnTo>
                  <a:lnTo>
                    <a:pt x="12543" y="5651"/>
                  </a:lnTo>
                  <a:lnTo>
                    <a:pt x="12519" y="5334"/>
                  </a:lnTo>
                  <a:lnTo>
                    <a:pt x="12446" y="5042"/>
                  </a:lnTo>
                  <a:lnTo>
                    <a:pt x="12397" y="4725"/>
                  </a:lnTo>
                  <a:lnTo>
                    <a:pt x="12299" y="4433"/>
                  </a:lnTo>
                  <a:lnTo>
                    <a:pt x="12202" y="4141"/>
                  </a:lnTo>
                  <a:lnTo>
                    <a:pt x="12080" y="3849"/>
                  </a:lnTo>
                  <a:lnTo>
                    <a:pt x="11958" y="3581"/>
                  </a:lnTo>
                  <a:lnTo>
                    <a:pt x="11812" y="3313"/>
                  </a:lnTo>
                  <a:lnTo>
                    <a:pt x="11666" y="3045"/>
                  </a:lnTo>
                  <a:lnTo>
                    <a:pt x="11520" y="2777"/>
                  </a:lnTo>
                  <a:lnTo>
                    <a:pt x="11155" y="2290"/>
                  </a:lnTo>
                  <a:lnTo>
                    <a:pt x="10741" y="1852"/>
                  </a:lnTo>
                  <a:lnTo>
                    <a:pt x="10302" y="1437"/>
                  </a:lnTo>
                  <a:lnTo>
                    <a:pt x="9815" y="1072"/>
                  </a:lnTo>
                  <a:lnTo>
                    <a:pt x="9547" y="926"/>
                  </a:lnTo>
                  <a:lnTo>
                    <a:pt x="9279" y="780"/>
                  </a:lnTo>
                  <a:lnTo>
                    <a:pt x="9012" y="634"/>
                  </a:lnTo>
                  <a:lnTo>
                    <a:pt x="8744" y="512"/>
                  </a:lnTo>
                  <a:lnTo>
                    <a:pt x="8451" y="390"/>
                  </a:lnTo>
                  <a:lnTo>
                    <a:pt x="8159" y="293"/>
                  </a:lnTo>
                  <a:lnTo>
                    <a:pt x="7867" y="220"/>
                  </a:lnTo>
                  <a:lnTo>
                    <a:pt x="7550" y="147"/>
                  </a:lnTo>
                  <a:lnTo>
                    <a:pt x="7258" y="74"/>
                  </a:lnTo>
                  <a:lnTo>
                    <a:pt x="6941" y="49"/>
                  </a:lnTo>
                  <a:lnTo>
                    <a:pt x="6625" y="25"/>
                  </a:lnTo>
                  <a:lnTo>
                    <a:pt x="6284" y="1"/>
                  </a:lnTo>
                  <a:lnTo>
                    <a:pt x="6284" y="1"/>
                  </a:lnTo>
                  <a:close/>
                </a:path>
              </a:pathLst>
            </a:custGeom>
            <a:noFill/>
            <a:ln cap="rnd" cmpd="sng" w="19050">
              <a:solidFill>
                <a:srgbClr val="184769"/>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628" name="Google Shape;628;p6"/>
            <p:cNvSpPr/>
            <p:nvPr/>
          </p:nvSpPr>
          <p:spPr>
            <a:xfrm>
              <a:off x="3988375" y="3021875"/>
              <a:ext cx="241750" cy="241750"/>
            </a:xfrm>
            <a:custGeom>
              <a:rect b="b" l="l" r="r" t="t"/>
              <a:pathLst>
                <a:path extrusionOk="0" fill="none" h="9670" w="9670">
                  <a:moveTo>
                    <a:pt x="4823" y="1"/>
                  </a:moveTo>
                  <a:lnTo>
                    <a:pt x="4823" y="1"/>
                  </a:lnTo>
                  <a:lnTo>
                    <a:pt x="4336" y="25"/>
                  </a:lnTo>
                  <a:lnTo>
                    <a:pt x="3849" y="98"/>
                  </a:lnTo>
                  <a:lnTo>
                    <a:pt x="3386" y="220"/>
                  </a:lnTo>
                  <a:lnTo>
                    <a:pt x="2947" y="391"/>
                  </a:lnTo>
                  <a:lnTo>
                    <a:pt x="2533" y="585"/>
                  </a:lnTo>
                  <a:lnTo>
                    <a:pt x="2144" y="829"/>
                  </a:lnTo>
                  <a:lnTo>
                    <a:pt x="1754" y="1121"/>
                  </a:lnTo>
                  <a:lnTo>
                    <a:pt x="1413" y="1438"/>
                  </a:lnTo>
                  <a:lnTo>
                    <a:pt x="1096" y="1779"/>
                  </a:lnTo>
                  <a:lnTo>
                    <a:pt x="829" y="2144"/>
                  </a:lnTo>
                  <a:lnTo>
                    <a:pt x="585" y="2534"/>
                  </a:lnTo>
                  <a:lnTo>
                    <a:pt x="390" y="2972"/>
                  </a:lnTo>
                  <a:lnTo>
                    <a:pt x="220" y="3411"/>
                  </a:lnTo>
                  <a:lnTo>
                    <a:pt x="98" y="3873"/>
                  </a:lnTo>
                  <a:lnTo>
                    <a:pt x="25" y="4336"/>
                  </a:lnTo>
                  <a:lnTo>
                    <a:pt x="1" y="4847"/>
                  </a:lnTo>
                  <a:lnTo>
                    <a:pt x="1" y="4847"/>
                  </a:lnTo>
                  <a:lnTo>
                    <a:pt x="25" y="5335"/>
                  </a:lnTo>
                  <a:lnTo>
                    <a:pt x="98" y="5822"/>
                  </a:lnTo>
                  <a:lnTo>
                    <a:pt x="220" y="6284"/>
                  </a:lnTo>
                  <a:lnTo>
                    <a:pt x="390" y="6723"/>
                  </a:lnTo>
                  <a:lnTo>
                    <a:pt x="585" y="7137"/>
                  </a:lnTo>
                  <a:lnTo>
                    <a:pt x="829" y="7527"/>
                  </a:lnTo>
                  <a:lnTo>
                    <a:pt x="1096" y="7916"/>
                  </a:lnTo>
                  <a:lnTo>
                    <a:pt x="1413" y="8257"/>
                  </a:lnTo>
                  <a:lnTo>
                    <a:pt x="1754" y="8574"/>
                  </a:lnTo>
                  <a:lnTo>
                    <a:pt x="2144" y="8842"/>
                  </a:lnTo>
                  <a:lnTo>
                    <a:pt x="2533" y="9085"/>
                  </a:lnTo>
                  <a:lnTo>
                    <a:pt x="2947" y="9280"/>
                  </a:lnTo>
                  <a:lnTo>
                    <a:pt x="3386" y="9451"/>
                  </a:lnTo>
                  <a:lnTo>
                    <a:pt x="3849" y="9572"/>
                  </a:lnTo>
                  <a:lnTo>
                    <a:pt x="4336" y="9645"/>
                  </a:lnTo>
                  <a:lnTo>
                    <a:pt x="4823" y="9670"/>
                  </a:lnTo>
                  <a:lnTo>
                    <a:pt x="4823" y="9670"/>
                  </a:lnTo>
                  <a:lnTo>
                    <a:pt x="5334" y="9645"/>
                  </a:lnTo>
                  <a:lnTo>
                    <a:pt x="5797" y="9572"/>
                  </a:lnTo>
                  <a:lnTo>
                    <a:pt x="6260" y="9451"/>
                  </a:lnTo>
                  <a:lnTo>
                    <a:pt x="6698" y="9280"/>
                  </a:lnTo>
                  <a:lnTo>
                    <a:pt x="7136" y="9085"/>
                  </a:lnTo>
                  <a:lnTo>
                    <a:pt x="7526" y="8842"/>
                  </a:lnTo>
                  <a:lnTo>
                    <a:pt x="7892" y="8574"/>
                  </a:lnTo>
                  <a:lnTo>
                    <a:pt x="8232" y="8257"/>
                  </a:lnTo>
                  <a:lnTo>
                    <a:pt x="8549" y="7916"/>
                  </a:lnTo>
                  <a:lnTo>
                    <a:pt x="8841" y="7527"/>
                  </a:lnTo>
                  <a:lnTo>
                    <a:pt x="9085" y="7137"/>
                  </a:lnTo>
                  <a:lnTo>
                    <a:pt x="9280" y="6723"/>
                  </a:lnTo>
                  <a:lnTo>
                    <a:pt x="9450" y="6284"/>
                  </a:lnTo>
                  <a:lnTo>
                    <a:pt x="9572" y="5822"/>
                  </a:lnTo>
                  <a:lnTo>
                    <a:pt x="9645" y="5335"/>
                  </a:lnTo>
                  <a:lnTo>
                    <a:pt x="9669" y="4847"/>
                  </a:lnTo>
                  <a:lnTo>
                    <a:pt x="9669" y="4847"/>
                  </a:lnTo>
                  <a:lnTo>
                    <a:pt x="9645" y="4336"/>
                  </a:lnTo>
                  <a:lnTo>
                    <a:pt x="9572" y="3873"/>
                  </a:lnTo>
                  <a:lnTo>
                    <a:pt x="9450" y="3411"/>
                  </a:lnTo>
                  <a:lnTo>
                    <a:pt x="9280" y="2972"/>
                  </a:lnTo>
                  <a:lnTo>
                    <a:pt x="9085" y="2534"/>
                  </a:lnTo>
                  <a:lnTo>
                    <a:pt x="8841" y="2144"/>
                  </a:lnTo>
                  <a:lnTo>
                    <a:pt x="8549" y="1779"/>
                  </a:lnTo>
                  <a:lnTo>
                    <a:pt x="8232" y="1438"/>
                  </a:lnTo>
                  <a:lnTo>
                    <a:pt x="7892" y="1121"/>
                  </a:lnTo>
                  <a:lnTo>
                    <a:pt x="7526" y="829"/>
                  </a:lnTo>
                  <a:lnTo>
                    <a:pt x="7136" y="585"/>
                  </a:lnTo>
                  <a:lnTo>
                    <a:pt x="6698" y="391"/>
                  </a:lnTo>
                  <a:lnTo>
                    <a:pt x="6260" y="220"/>
                  </a:lnTo>
                  <a:lnTo>
                    <a:pt x="5797" y="98"/>
                  </a:lnTo>
                  <a:lnTo>
                    <a:pt x="5334" y="25"/>
                  </a:lnTo>
                  <a:lnTo>
                    <a:pt x="4823" y="1"/>
                  </a:lnTo>
                  <a:lnTo>
                    <a:pt x="4823" y="1"/>
                  </a:lnTo>
                </a:path>
              </a:pathLst>
            </a:custGeom>
            <a:noFill/>
            <a:ln cap="rnd" cmpd="sng" w="19050">
              <a:solidFill>
                <a:srgbClr val="184769"/>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629" name="Google Shape;629;p6"/>
            <p:cNvSpPr/>
            <p:nvPr/>
          </p:nvSpPr>
          <p:spPr>
            <a:xfrm>
              <a:off x="4024300" y="3058425"/>
              <a:ext cx="84650" cy="84650"/>
            </a:xfrm>
            <a:custGeom>
              <a:rect b="b" l="l" r="r" t="t"/>
              <a:pathLst>
                <a:path extrusionOk="0" fill="none" h="3386" w="3386">
                  <a:moveTo>
                    <a:pt x="0" y="3385"/>
                  </a:moveTo>
                  <a:lnTo>
                    <a:pt x="0" y="3385"/>
                  </a:lnTo>
                  <a:lnTo>
                    <a:pt x="25" y="3020"/>
                  </a:lnTo>
                  <a:lnTo>
                    <a:pt x="74" y="2704"/>
                  </a:lnTo>
                  <a:lnTo>
                    <a:pt x="147" y="2363"/>
                  </a:lnTo>
                  <a:lnTo>
                    <a:pt x="268" y="2070"/>
                  </a:lnTo>
                  <a:lnTo>
                    <a:pt x="414" y="1754"/>
                  </a:lnTo>
                  <a:lnTo>
                    <a:pt x="585" y="1486"/>
                  </a:lnTo>
                  <a:lnTo>
                    <a:pt x="780" y="1218"/>
                  </a:lnTo>
                  <a:lnTo>
                    <a:pt x="999" y="974"/>
                  </a:lnTo>
                  <a:lnTo>
                    <a:pt x="1243" y="755"/>
                  </a:lnTo>
                  <a:lnTo>
                    <a:pt x="1510" y="560"/>
                  </a:lnTo>
                  <a:lnTo>
                    <a:pt x="1778" y="390"/>
                  </a:lnTo>
                  <a:lnTo>
                    <a:pt x="2071" y="244"/>
                  </a:lnTo>
                  <a:lnTo>
                    <a:pt x="2387" y="146"/>
                  </a:lnTo>
                  <a:lnTo>
                    <a:pt x="2704" y="49"/>
                  </a:lnTo>
                  <a:lnTo>
                    <a:pt x="3045" y="0"/>
                  </a:lnTo>
                  <a:lnTo>
                    <a:pt x="3386" y="0"/>
                  </a:lnTo>
                </a:path>
              </a:pathLst>
            </a:custGeom>
            <a:noFill/>
            <a:ln cap="rnd" cmpd="sng" w="19050">
              <a:solidFill>
                <a:srgbClr val="184769"/>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630" name="Google Shape;630;p6"/>
            <p:cNvSpPr/>
            <p:nvPr/>
          </p:nvSpPr>
          <p:spPr>
            <a:xfrm>
              <a:off x="4205750" y="3248375"/>
              <a:ext cx="154050" cy="153475"/>
            </a:xfrm>
            <a:custGeom>
              <a:rect b="b" l="l" r="r" t="t"/>
              <a:pathLst>
                <a:path extrusionOk="0" fill="none" h="6139" w="6162">
                  <a:moveTo>
                    <a:pt x="0" y="1024"/>
                  </a:moveTo>
                  <a:lnTo>
                    <a:pt x="4969" y="5992"/>
                  </a:lnTo>
                  <a:lnTo>
                    <a:pt x="4969" y="5992"/>
                  </a:lnTo>
                  <a:lnTo>
                    <a:pt x="5042" y="6041"/>
                  </a:lnTo>
                  <a:lnTo>
                    <a:pt x="5115" y="6090"/>
                  </a:lnTo>
                  <a:lnTo>
                    <a:pt x="5212" y="6114"/>
                  </a:lnTo>
                  <a:lnTo>
                    <a:pt x="5310" y="6138"/>
                  </a:lnTo>
                  <a:lnTo>
                    <a:pt x="5407" y="6114"/>
                  </a:lnTo>
                  <a:lnTo>
                    <a:pt x="5480" y="6090"/>
                  </a:lnTo>
                  <a:lnTo>
                    <a:pt x="5577" y="6041"/>
                  </a:lnTo>
                  <a:lnTo>
                    <a:pt x="5651" y="5992"/>
                  </a:lnTo>
                  <a:lnTo>
                    <a:pt x="6016" y="5627"/>
                  </a:lnTo>
                  <a:lnTo>
                    <a:pt x="6016" y="5627"/>
                  </a:lnTo>
                  <a:lnTo>
                    <a:pt x="6089" y="5554"/>
                  </a:lnTo>
                  <a:lnTo>
                    <a:pt x="6138" y="5456"/>
                  </a:lnTo>
                  <a:lnTo>
                    <a:pt x="6162" y="5359"/>
                  </a:lnTo>
                  <a:lnTo>
                    <a:pt x="6162" y="5286"/>
                  </a:lnTo>
                  <a:lnTo>
                    <a:pt x="6162" y="5188"/>
                  </a:lnTo>
                  <a:lnTo>
                    <a:pt x="6138" y="5091"/>
                  </a:lnTo>
                  <a:lnTo>
                    <a:pt x="6089" y="5018"/>
                  </a:lnTo>
                  <a:lnTo>
                    <a:pt x="6016" y="4921"/>
                  </a:lnTo>
                  <a:lnTo>
                    <a:pt x="1072" y="1"/>
                  </a:lnTo>
                </a:path>
              </a:pathLst>
            </a:custGeom>
            <a:noFill/>
            <a:ln cap="rnd" cmpd="sng" w="19050">
              <a:solidFill>
                <a:srgbClr val="184769"/>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grpSp>
      <p:grpSp>
        <p:nvGrpSpPr>
          <p:cNvPr id="631" name="Google Shape;631;p6"/>
          <p:cNvGrpSpPr/>
          <p:nvPr/>
        </p:nvGrpSpPr>
        <p:grpSpPr>
          <a:xfrm flipH="1" rot="10800000">
            <a:off x="7663686" y="3682712"/>
            <a:ext cx="1034724" cy="895486"/>
            <a:chOff x="238125" y="1431100"/>
            <a:chExt cx="3296350" cy="2852775"/>
          </a:xfrm>
        </p:grpSpPr>
        <p:sp>
          <p:nvSpPr>
            <p:cNvPr id="632" name="Google Shape;632;p6"/>
            <p:cNvSpPr/>
            <p:nvPr/>
          </p:nvSpPr>
          <p:spPr>
            <a:xfrm>
              <a:off x="980725" y="4136025"/>
              <a:ext cx="157950" cy="147850"/>
            </a:xfrm>
            <a:custGeom>
              <a:rect b="b" l="l" r="r" t="t"/>
              <a:pathLst>
                <a:path extrusionOk="0" h="5914" w="6318">
                  <a:moveTo>
                    <a:pt x="403" y="0"/>
                  </a:moveTo>
                  <a:lnTo>
                    <a:pt x="0" y="269"/>
                  </a:lnTo>
                  <a:lnTo>
                    <a:pt x="3226" y="5914"/>
                  </a:lnTo>
                  <a:lnTo>
                    <a:pt x="6317" y="5914"/>
                  </a:lnTo>
                  <a:lnTo>
                    <a:pt x="403" y="0"/>
                  </a:lnTo>
                  <a:close/>
                </a:path>
              </a:pathLst>
            </a:custGeom>
            <a:solidFill>
              <a:srgbClr val="00E2C7"/>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633" name="Google Shape;633;p6"/>
            <p:cNvSpPr/>
            <p:nvPr/>
          </p:nvSpPr>
          <p:spPr>
            <a:xfrm>
              <a:off x="849675" y="3907525"/>
              <a:ext cx="386425" cy="376350"/>
            </a:xfrm>
            <a:custGeom>
              <a:rect b="b" l="l" r="r" t="t"/>
              <a:pathLst>
                <a:path extrusionOk="0" h="15054" w="15457">
                  <a:moveTo>
                    <a:pt x="403" y="0"/>
                  </a:moveTo>
                  <a:lnTo>
                    <a:pt x="0" y="269"/>
                  </a:lnTo>
                  <a:lnTo>
                    <a:pt x="5242" y="9543"/>
                  </a:lnTo>
                  <a:lnTo>
                    <a:pt x="10887" y="15054"/>
                  </a:lnTo>
                  <a:lnTo>
                    <a:pt x="15457" y="15054"/>
                  </a:lnTo>
                  <a:lnTo>
                    <a:pt x="403" y="0"/>
                  </a:lnTo>
                  <a:close/>
                </a:path>
              </a:pathLst>
            </a:custGeom>
            <a:solidFill>
              <a:srgbClr val="01E0C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634" name="Google Shape;634;p6"/>
            <p:cNvSpPr/>
            <p:nvPr/>
          </p:nvSpPr>
          <p:spPr>
            <a:xfrm>
              <a:off x="715250" y="3675675"/>
              <a:ext cx="618300" cy="608200"/>
            </a:xfrm>
            <a:custGeom>
              <a:rect b="b" l="l" r="r" t="t"/>
              <a:pathLst>
                <a:path extrusionOk="0" h="24328" w="24732">
                  <a:moveTo>
                    <a:pt x="404" y="0"/>
                  </a:moveTo>
                  <a:lnTo>
                    <a:pt x="1" y="404"/>
                  </a:lnTo>
                  <a:lnTo>
                    <a:pt x="5377" y="9543"/>
                  </a:lnTo>
                  <a:lnTo>
                    <a:pt x="20162" y="24328"/>
                  </a:lnTo>
                  <a:lnTo>
                    <a:pt x="24732" y="24328"/>
                  </a:lnTo>
                  <a:lnTo>
                    <a:pt x="404" y="0"/>
                  </a:lnTo>
                  <a:close/>
                </a:path>
              </a:pathLst>
            </a:custGeom>
            <a:solidFill>
              <a:srgbClr val="02DFC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635" name="Google Shape;635;p6"/>
            <p:cNvSpPr/>
            <p:nvPr/>
          </p:nvSpPr>
          <p:spPr>
            <a:xfrm>
              <a:off x="584200" y="3447175"/>
              <a:ext cx="846800" cy="836700"/>
            </a:xfrm>
            <a:custGeom>
              <a:rect b="b" l="l" r="r" t="t"/>
              <a:pathLst>
                <a:path extrusionOk="0" h="33468" w="33872">
                  <a:moveTo>
                    <a:pt x="404" y="1"/>
                  </a:moveTo>
                  <a:lnTo>
                    <a:pt x="1" y="270"/>
                  </a:lnTo>
                  <a:lnTo>
                    <a:pt x="5243" y="9544"/>
                  </a:lnTo>
                  <a:lnTo>
                    <a:pt x="29167" y="33468"/>
                  </a:lnTo>
                  <a:lnTo>
                    <a:pt x="33872" y="33468"/>
                  </a:lnTo>
                  <a:lnTo>
                    <a:pt x="404" y="1"/>
                  </a:lnTo>
                  <a:close/>
                </a:path>
              </a:pathLst>
            </a:custGeom>
            <a:solidFill>
              <a:srgbClr val="03DDC9"/>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636" name="Google Shape;636;p6"/>
            <p:cNvSpPr/>
            <p:nvPr/>
          </p:nvSpPr>
          <p:spPr>
            <a:xfrm>
              <a:off x="449800" y="3218700"/>
              <a:ext cx="1078650" cy="1065175"/>
            </a:xfrm>
            <a:custGeom>
              <a:rect b="b" l="l" r="r" t="t"/>
              <a:pathLst>
                <a:path extrusionOk="0" h="42607" w="43146">
                  <a:moveTo>
                    <a:pt x="404" y="0"/>
                  </a:moveTo>
                  <a:lnTo>
                    <a:pt x="1" y="269"/>
                  </a:lnTo>
                  <a:lnTo>
                    <a:pt x="5377" y="9543"/>
                  </a:lnTo>
                  <a:lnTo>
                    <a:pt x="38441" y="42607"/>
                  </a:lnTo>
                  <a:lnTo>
                    <a:pt x="43145" y="42607"/>
                  </a:lnTo>
                  <a:lnTo>
                    <a:pt x="404" y="0"/>
                  </a:lnTo>
                  <a:close/>
                </a:path>
              </a:pathLst>
            </a:custGeom>
            <a:solidFill>
              <a:srgbClr val="04DBC9"/>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637" name="Google Shape;637;p6"/>
            <p:cNvSpPr/>
            <p:nvPr/>
          </p:nvSpPr>
          <p:spPr>
            <a:xfrm>
              <a:off x="318750" y="2990200"/>
              <a:ext cx="1307150" cy="1293675"/>
            </a:xfrm>
            <a:custGeom>
              <a:rect b="b" l="l" r="r" t="t"/>
              <a:pathLst>
                <a:path extrusionOk="0" h="51747" w="52286">
                  <a:moveTo>
                    <a:pt x="404" y="1"/>
                  </a:moveTo>
                  <a:lnTo>
                    <a:pt x="1" y="269"/>
                  </a:lnTo>
                  <a:lnTo>
                    <a:pt x="5243" y="9409"/>
                  </a:lnTo>
                  <a:lnTo>
                    <a:pt x="47581" y="51747"/>
                  </a:lnTo>
                  <a:lnTo>
                    <a:pt x="52285" y="51747"/>
                  </a:lnTo>
                  <a:lnTo>
                    <a:pt x="39517" y="38978"/>
                  </a:lnTo>
                  <a:lnTo>
                    <a:pt x="37097" y="38978"/>
                  </a:lnTo>
                  <a:lnTo>
                    <a:pt x="33737" y="33333"/>
                  </a:lnTo>
                  <a:lnTo>
                    <a:pt x="404" y="1"/>
                  </a:lnTo>
                  <a:close/>
                </a:path>
              </a:pathLst>
            </a:custGeom>
            <a:solidFill>
              <a:srgbClr val="06D9CA"/>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638" name="Google Shape;638;p6"/>
            <p:cNvSpPr/>
            <p:nvPr/>
          </p:nvSpPr>
          <p:spPr>
            <a:xfrm>
              <a:off x="1286500" y="3964650"/>
              <a:ext cx="436850" cy="319225"/>
            </a:xfrm>
            <a:custGeom>
              <a:rect b="b" l="l" r="r" t="t"/>
              <a:pathLst>
                <a:path extrusionOk="0" h="12769" w="17474">
                  <a:moveTo>
                    <a:pt x="0" y="0"/>
                  </a:moveTo>
                  <a:lnTo>
                    <a:pt x="12769" y="12769"/>
                  </a:lnTo>
                  <a:lnTo>
                    <a:pt x="17473" y="12769"/>
                  </a:lnTo>
                  <a:lnTo>
                    <a:pt x="4704" y="0"/>
                  </a:lnTo>
                  <a:close/>
                </a:path>
              </a:pathLst>
            </a:custGeom>
            <a:solidFill>
              <a:srgbClr val="07D8C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639" name="Google Shape;639;p6"/>
            <p:cNvSpPr/>
            <p:nvPr/>
          </p:nvSpPr>
          <p:spPr>
            <a:xfrm>
              <a:off x="238125" y="2822200"/>
              <a:ext cx="924075" cy="1008075"/>
            </a:xfrm>
            <a:custGeom>
              <a:rect b="b" l="l" r="r" t="t"/>
              <a:pathLst>
                <a:path extrusionOk="0" h="40323" w="36963">
                  <a:moveTo>
                    <a:pt x="806" y="0"/>
                  </a:moveTo>
                  <a:lnTo>
                    <a:pt x="0" y="1479"/>
                  </a:lnTo>
                  <a:lnTo>
                    <a:pt x="3226" y="6989"/>
                  </a:lnTo>
                  <a:lnTo>
                    <a:pt x="36559" y="40322"/>
                  </a:lnTo>
                  <a:lnTo>
                    <a:pt x="36962" y="40053"/>
                  </a:lnTo>
                  <a:lnTo>
                    <a:pt x="31720" y="30779"/>
                  </a:lnTo>
                  <a:lnTo>
                    <a:pt x="806" y="0"/>
                  </a:lnTo>
                  <a:close/>
                </a:path>
              </a:pathLst>
            </a:custGeom>
            <a:solidFill>
              <a:srgbClr val="07D8C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640" name="Google Shape;640;p6"/>
            <p:cNvSpPr/>
            <p:nvPr/>
          </p:nvSpPr>
          <p:spPr>
            <a:xfrm>
              <a:off x="1383925" y="3964650"/>
              <a:ext cx="433500" cy="319225"/>
            </a:xfrm>
            <a:custGeom>
              <a:rect b="b" l="l" r="r" t="t"/>
              <a:pathLst>
                <a:path extrusionOk="0" h="12769" w="17340">
                  <a:moveTo>
                    <a:pt x="1" y="0"/>
                  </a:moveTo>
                  <a:lnTo>
                    <a:pt x="12770" y="12769"/>
                  </a:lnTo>
                  <a:lnTo>
                    <a:pt x="17339" y="12769"/>
                  </a:lnTo>
                  <a:lnTo>
                    <a:pt x="4705" y="0"/>
                  </a:lnTo>
                  <a:close/>
                </a:path>
              </a:pathLst>
            </a:custGeom>
            <a:solidFill>
              <a:srgbClr val="08D6C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641" name="Google Shape;641;p6"/>
            <p:cNvSpPr/>
            <p:nvPr/>
          </p:nvSpPr>
          <p:spPr>
            <a:xfrm>
              <a:off x="251550" y="2761700"/>
              <a:ext cx="779600" cy="840075"/>
            </a:xfrm>
            <a:custGeom>
              <a:rect b="b" l="l" r="r" t="t"/>
              <a:pathLst>
                <a:path extrusionOk="0" h="33603" w="31184">
                  <a:moveTo>
                    <a:pt x="1748" y="1"/>
                  </a:moveTo>
                  <a:lnTo>
                    <a:pt x="1" y="2823"/>
                  </a:lnTo>
                  <a:lnTo>
                    <a:pt x="30780" y="33603"/>
                  </a:lnTo>
                  <a:lnTo>
                    <a:pt x="31183" y="33199"/>
                  </a:lnTo>
                  <a:lnTo>
                    <a:pt x="25807" y="24060"/>
                  </a:lnTo>
                  <a:lnTo>
                    <a:pt x="1748" y="1"/>
                  </a:lnTo>
                  <a:close/>
                </a:path>
              </a:pathLst>
            </a:custGeom>
            <a:solidFill>
              <a:srgbClr val="08D6C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642" name="Google Shape;642;p6"/>
            <p:cNvSpPr/>
            <p:nvPr/>
          </p:nvSpPr>
          <p:spPr>
            <a:xfrm>
              <a:off x="288525" y="2697875"/>
              <a:ext cx="608200" cy="675400"/>
            </a:xfrm>
            <a:custGeom>
              <a:rect b="b" l="l" r="r" t="t"/>
              <a:pathLst>
                <a:path extrusionOk="0" h="27016" w="24328">
                  <a:moveTo>
                    <a:pt x="1613" y="0"/>
                  </a:moveTo>
                  <a:lnTo>
                    <a:pt x="0" y="2957"/>
                  </a:lnTo>
                  <a:lnTo>
                    <a:pt x="23925" y="27016"/>
                  </a:lnTo>
                  <a:lnTo>
                    <a:pt x="24328" y="26613"/>
                  </a:lnTo>
                  <a:lnTo>
                    <a:pt x="19086" y="17473"/>
                  </a:lnTo>
                  <a:lnTo>
                    <a:pt x="1613" y="0"/>
                  </a:lnTo>
                  <a:close/>
                </a:path>
              </a:pathLst>
            </a:custGeom>
            <a:solidFill>
              <a:srgbClr val="09D4C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643" name="Google Shape;643;p6"/>
            <p:cNvSpPr/>
            <p:nvPr/>
          </p:nvSpPr>
          <p:spPr>
            <a:xfrm>
              <a:off x="1481375" y="3964650"/>
              <a:ext cx="433500" cy="319225"/>
            </a:xfrm>
            <a:custGeom>
              <a:rect b="b" l="l" r="r" t="t"/>
              <a:pathLst>
                <a:path extrusionOk="0" h="12769" w="17340">
                  <a:moveTo>
                    <a:pt x="1" y="0"/>
                  </a:moveTo>
                  <a:lnTo>
                    <a:pt x="12769" y="12769"/>
                  </a:lnTo>
                  <a:lnTo>
                    <a:pt x="17339" y="12769"/>
                  </a:lnTo>
                  <a:lnTo>
                    <a:pt x="4705" y="0"/>
                  </a:lnTo>
                  <a:close/>
                </a:path>
              </a:pathLst>
            </a:custGeom>
            <a:solidFill>
              <a:srgbClr val="09D4C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644" name="Google Shape;644;p6"/>
            <p:cNvSpPr/>
            <p:nvPr/>
          </p:nvSpPr>
          <p:spPr>
            <a:xfrm>
              <a:off x="1578825" y="3964650"/>
              <a:ext cx="433500" cy="319225"/>
            </a:xfrm>
            <a:custGeom>
              <a:rect b="b" l="l" r="r" t="t"/>
              <a:pathLst>
                <a:path extrusionOk="0" h="12769" w="17340">
                  <a:moveTo>
                    <a:pt x="1" y="0"/>
                  </a:moveTo>
                  <a:lnTo>
                    <a:pt x="12769" y="12769"/>
                  </a:lnTo>
                  <a:lnTo>
                    <a:pt x="17339" y="12769"/>
                  </a:lnTo>
                  <a:lnTo>
                    <a:pt x="4570" y="0"/>
                  </a:lnTo>
                  <a:close/>
                </a:path>
              </a:pathLst>
            </a:custGeom>
            <a:solidFill>
              <a:srgbClr val="0AD3C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645" name="Google Shape;645;p6"/>
            <p:cNvSpPr/>
            <p:nvPr/>
          </p:nvSpPr>
          <p:spPr>
            <a:xfrm>
              <a:off x="322125" y="2637375"/>
              <a:ext cx="443550" cy="504050"/>
            </a:xfrm>
            <a:custGeom>
              <a:rect b="b" l="l" r="r" t="t"/>
              <a:pathLst>
                <a:path extrusionOk="0" h="20162" w="17742">
                  <a:moveTo>
                    <a:pt x="1747" y="1"/>
                  </a:moveTo>
                  <a:lnTo>
                    <a:pt x="0" y="2958"/>
                  </a:lnTo>
                  <a:lnTo>
                    <a:pt x="17339" y="20162"/>
                  </a:lnTo>
                  <a:lnTo>
                    <a:pt x="17742" y="19893"/>
                  </a:lnTo>
                  <a:lnTo>
                    <a:pt x="12366" y="10619"/>
                  </a:lnTo>
                  <a:lnTo>
                    <a:pt x="1747" y="1"/>
                  </a:lnTo>
                  <a:close/>
                </a:path>
              </a:pathLst>
            </a:custGeom>
            <a:solidFill>
              <a:srgbClr val="0AD3C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646" name="Google Shape;646;p6"/>
            <p:cNvSpPr/>
            <p:nvPr/>
          </p:nvSpPr>
          <p:spPr>
            <a:xfrm>
              <a:off x="359075" y="2576900"/>
              <a:ext cx="275575" cy="336050"/>
            </a:xfrm>
            <a:custGeom>
              <a:rect b="b" l="l" r="r" t="t"/>
              <a:pathLst>
                <a:path extrusionOk="0" h="13442" w="11023">
                  <a:moveTo>
                    <a:pt x="1614" y="1"/>
                  </a:moveTo>
                  <a:lnTo>
                    <a:pt x="1" y="2823"/>
                  </a:lnTo>
                  <a:lnTo>
                    <a:pt x="10484" y="13441"/>
                  </a:lnTo>
                  <a:lnTo>
                    <a:pt x="10888" y="13172"/>
                  </a:lnTo>
                  <a:lnTo>
                    <a:pt x="9812" y="11291"/>
                  </a:lnTo>
                  <a:lnTo>
                    <a:pt x="11022" y="9275"/>
                  </a:lnTo>
                  <a:lnTo>
                    <a:pt x="1614" y="1"/>
                  </a:lnTo>
                  <a:close/>
                </a:path>
              </a:pathLst>
            </a:custGeom>
            <a:solidFill>
              <a:srgbClr val="0BD1C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647" name="Google Shape;647;p6"/>
            <p:cNvSpPr/>
            <p:nvPr/>
          </p:nvSpPr>
          <p:spPr>
            <a:xfrm>
              <a:off x="1676275" y="3964650"/>
              <a:ext cx="433475" cy="319225"/>
            </a:xfrm>
            <a:custGeom>
              <a:rect b="b" l="l" r="r" t="t"/>
              <a:pathLst>
                <a:path extrusionOk="0" h="12769" w="17339">
                  <a:moveTo>
                    <a:pt x="0" y="0"/>
                  </a:moveTo>
                  <a:lnTo>
                    <a:pt x="12769" y="12769"/>
                  </a:lnTo>
                  <a:lnTo>
                    <a:pt x="17339" y="12769"/>
                  </a:lnTo>
                  <a:lnTo>
                    <a:pt x="4570" y="0"/>
                  </a:lnTo>
                  <a:close/>
                </a:path>
              </a:pathLst>
            </a:custGeom>
            <a:solidFill>
              <a:srgbClr val="0BD1C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648" name="Google Shape;648;p6"/>
            <p:cNvSpPr/>
            <p:nvPr/>
          </p:nvSpPr>
          <p:spPr>
            <a:xfrm>
              <a:off x="392675" y="2513050"/>
              <a:ext cx="275575" cy="309175"/>
            </a:xfrm>
            <a:custGeom>
              <a:rect b="b" l="l" r="r" t="t"/>
              <a:pathLst>
                <a:path extrusionOk="0" h="12367" w="11023">
                  <a:moveTo>
                    <a:pt x="1748" y="1"/>
                  </a:moveTo>
                  <a:lnTo>
                    <a:pt x="1" y="2958"/>
                  </a:lnTo>
                  <a:lnTo>
                    <a:pt x="9409" y="12366"/>
                  </a:lnTo>
                  <a:lnTo>
                    <a:pt x="11022" y="9409"/>
                  </a:lnTo>
                  <a:lnTo>
                    <a:pt x="1748" y="1"/>
                  </a:lnTo>
                  <a:close/>
                </a:path>
              </a:pathLst>
            </a:custGeom>
            <a:solidFill>
              <a:srgbClr val="0CCFC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649" name="Google Shape;649;p6"/>
            <p:cNvSpPr/>
            <p:nvPr/>
          </p:nvSpPr>
          <p:spPr>
            <a:xfrm>
              <a:off x="1773725" y="3964650"/>
              <a:ext cx="433475" cy="319225"/>
            </a:xfrm>
            <a:custGeom>
              <a:rect b="b" l="l" r="r" t="t"/>
              <a:pathLst>
                <a:path extrusionOk="0" h="12769" w="17339">
                  <a:moveTo>
                    <a:pt x="0" y="0"/>
                  </a:moveTo>
                  <a:lnTo>
                    <a:pt x="12634" y="12769"/>
                  </a:lnTo>
                  <a:lnTo>
                    <a:pt x="17339" y="12769"/>
                  </a:lnTo>
                  <a:lnTo>
                    <a:pt x="4570" y="0"/>
                  </a:lnTo>
                  <a:close/>
                </a:path>
              </a:pathLst>
            </a:custGeom>
            <a:solidFill>
              <a:srgbClr val="0CCFC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650" name="Google Shape;650;p6"/>
            <p:cNvSpPr/>
            <p:nvPr/>
          </p:nvSpPr>
          <p:spPr>
            <a:xfrm>
              <a:off x="429650" y="2452575"/>
              <a:ext cx="275550" cy="305800"/>
            </a:xfrm>
            <a:custGeom>
              <a:rect b="b" l="l" r="r" t="t"/>
              <a:pathLst>
                <a:path extrusionOk="0" h="12232" w="11022">
                  <a:moveTo>
                    <a:pt x="1748" y="1"/>
                  </a:moveTo>
                  <a:lnTo>
                    <a:pt x="0" y="2957"/>
                  </a:lnTo>
                  <a:lnTo>
                    <a:pt x="9274" y="12232"/>
                  </a:lnTo>
                  <a:lnTo>
                    <a:pt x="11022" y="9275"/>
                  </a:lnTo>
                  <a:lnTo>
                    <a:pt x="1748" y="1"/>
                  </a:lnTo>
                  <a:close/>
                </a:path>
              </a:pathLst>
            </a:custGeom>
            <a:solidFill>
              <a:srgbClr val="0DCDCE"/>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651" name="Google Shape;651;p6"/>
            <p:cNvSpPr/>
            <p:nvPr/>
          </p:nvSpPr>
          <p:spPr>
            <a:xfrm>
              <a:off x="1871150" y="3964650"/>
              <a:ext cx="433500" cy="319225"/>
            </a:xfrm>
            <a:custGeom>
              <a:rect b="b" l="l" r="r" t="t"/>
              <a:pathLst>
                <a:path extrusionOk="0" h="12769" w="17340">
                  <a:moveTo>
                    <a:pt x="1" y="0"/>
                  </a:moveTo>
                  <a:lnTo>
                    <a:pt x="12635" y="12769"/>
                  </a:lnTo>
                  <a:lnTo>
                    <a:pt x="17340" y="12769"/>
                  </a:lnTo>
                  <a:lnTo>
                    <a:pt x="4571" y="0"/>
                  </a:lnTo>
                  <a:close/>
                </a:path>
              </a:pathLst>
            </a:custGeom>
            <a:solidFill>
              <a:srgbClr val="0DCDCE"/>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652" name="Google Shape;652;p6"/>
            <p:cNvSpPr/>
            <p:nvPr/>
          </p:nvSpPr>
          <p:spPr>
            <a:xfrm>
              <a:off x="1965250" y="3964650"/>
              <a:ext cx="436850" cy="319225"/>
            </a:xfrm>
            <a:custGeom>
              <a:rect b="b" l="l" r="r" t="t"/>
              <a:pathLst>
                <a:path extrusionOk="0" h="12769" w="17474">
                  <a:moveTo>
                    <a:pt x="0" y="0"/>
                  </a:moveTo>
                  <a:lnTo>
                    <a:pt x="12769" y="12769"/>
                  </a:lnTo>
                  <a:lnTo>
                    <a:pt x="17473" y="12769"/>
                  </a:lnTo>
                  <a:lnTo>
                    <a:pt x="4705" y="0"/>
                  </a:lnTo>
                  <a:close/>
                </a:path>
              </a:pathLst>
            </a:custGeom>
            <a:solidFill>
              <a:srgbClr val="0ECCC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653" name="Google Shape;653;p6"/>
            <p:cNvSpPr/>
            <p:nvPr/>
          </p:nvSpPr>
          <p:spPr>
            <a:xfrm>
              <a:off x="466600" y="2392100"/>
              <a:ext cx="272200" cy="305800"/>
            </a:xfrm>
            <a:custGeom>
              <a:rect b="b" l="l" r="r" t="t"/>
              <a:pathLst>
                <a:path extrusionOk="0" h="12232" w="10888">
                  <a:moveTo>
                    <a:pt x="1614" y="0"/>
                  </a:moveTo>
                  <a:lnTo>
                    <a:pt x="1" y="2957"/>
                  </a:lnTo>
                  <a:lnTo>
                    <a:pt x="9275" y="12231"/>
                  </a:lnTo>
                  <a:lnTo>
                    <a:pt x="10888" y="9274"/>
                  </a:lnTo>
                  <a:lnTo>
                    <a:pt x="1614" y="0"/>
                  </a:lnTo>
                  <a:close/>
                </a:path>
              </a:pathLst>
            </a:custGeom>
            <a:solidFill>
              <a:srgbClr val="0ECCC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654" name="Google Shape;654;p6"/>
            <p:cNvSpPr/>
            <p:nvPr/>
          </p:nvSpPr>
          <p:spPr>
            <a:xfrm>
              <a:off x="2062700" y="3964650"/>
              <a:ext cx="433475" cy="319225"/>
            </a:xfrm>
            <a:custGeom>
              <a:rect b="b" l="l" r="r" t="t"/>
              <a:pathLst>
                <a:path extrusionOk="0" h="12769" w="17339">
                  <a:moveTo>
                    <a:pt x="0" y="0"/>
                  </a:moveTo>
                  <a:lnTo>
                    <a:pt x="12769" y="12769"/>
                  </a:lnTo>
                  <a:lnTo>
                    <a:pt x="17339" y="12769"/>
                  </a:lnTo>
                  <a:lnTo>
                    <a:pt x="4704" y="0"/>
                  </a:lnTo>
                  <a:close/>
                </a:path>
              </a:pathLst>
            </a:custGeom>
            <a:solidFill>
              <a:srgbClr val="10CAC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655" name="Google Shape;655;p6"/>
            <p:cNvSpPr/>
            <p:nvPr/>
          </p:nvSpPr>
          <p:spPr>
            <a:xfrm>
              <a:off x="500200" y="2328250"/>
              <a:ext cx="275575" cy="309150"/>
            </a:xfrm>
            <a:custGeom>
              <a:rect b="b" l="l" r="r" t="t"/>
              <a:pathLst>
                <a:path extrusionOk="0" h="12366" w="11023">
                  <a:moveTo>
                    <a:pt x="1748" y="1"/>
                  </a:moveTo>
                  <a:lnTo>
                    <a:pt x="1" y="2957"/>
                  </a:lnTo>
                  <a:lnTo>
                    <a:pt x="9275" y="12366"/>
                  </a:lnTo>
                  <a:lnTo>
                    <a:pt x="11022" y="9409"/>
                  </a:lnTo>
                  <a:lnTo>
                    <a:pt x="1748" y="1"/>
                  </a:lnTo>
                  <a:close/>
                </a:path>
              </a:pathLst>
            </a:custGeom>
            <a:solidFill>
              <a:srgbClr val="10CAC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656" name="Google Shape;656;p6"/>
            <p:cNvSpPr/>
            <p:nvPr/>
          </p:nvSpPr>
          <p:spPr>
            <a:xfrm>
              <a:off x="537175" y="2267775"/>
              <a:ext cx="275550" cy="305800"/>
            </a:xfrm>
            <a:custGeom>
              <a:rect b="b" l="l" r="r" t="t"/>
              <a:pathLst>
                <a:path extrusionOk="0" h="12232" w="11022">
                  <a:moveTo>
                    <a:pt x="1613" y="0"/>
                  </a:moveTo>
                  <a:lnTo>
                    <a:pt x="0" y="2957"/>
                  </a:lnTo>
                  <a:lnTo>
                    <a:pt x="9274" y="12231"/>
                  </a:lnTo>
                  <a:lnTo>
                    <a:pt x="11022" y="9274"/>
                  </a:lnTo>
                  <a:lnTo>
                    <a:pt x="1613" y="0"/>
                  </a:lnTo>
                  <a:close/>
                </a:path>
              </a:pathLst>
            </a:custGeom>
            <a:solidFill>
              <a:srgbClr val="11C8D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657" name="Google Shape;657;p6"/>
            <p:cNvSpPr/>
            <p:nvPr/>
          </p:nvSpPr>
          <p:spPr>
            <a:xfrm>
              <a:off x="2160150" y="3964650"/>
              <a:ext cx="433475" cy="319225"/>
            </a:xfrm>
            <a:custGeom>
              <a:rect b="b" l="l" r="r" t="t"/>
              <a:pathLst>
                <a:path extrusionOk="0" h="12769" w="17339">
                  <a:moveTo>
                    <a:pt x="0" y="0"/>
                  </a:moveTo>
                  <a:lnTo>
                    <a:pt x="12769" y="12769"/>
                  </a:lnTo>
                  <a:lnTo>
                    <a:pt x="17339" y="12769"/>
                  </a:lnTo>
                  <a:lnTo>
                    <a:pt x="4704" y="0"/>
                  </a:lnTo>
                  <a:close/>
                </a:path>
              </a:pathLst>
            </a:custGeom>
            <a:solidFill>
              <a:srgbClr val="11C8D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658" name="Google Shape;658;p6"/>
            <p:cNvSpPr/>
            <p:nvPr/>
          </p:nvSpPr>
          <p:spPr>
            <a:xfrm>
              <a:off x="570775" y="2207275"/>
              <a:ext cx="275550" cy="305800"/>
            </a:xfrm>
            <a:custGeom>
              <a:rect b="b" l="l" r="r" t="t"/>
              <a:pathLst>
                <a:path extrusionOk="0" h="12232" w="11022">
                  <a:moveTo>
                    <a:pt x="1748" y="1"/>
                  </a:moveTo>
                  <a:lnTo>
                    <a:pt x="0" y="2958"/>
                  </a:lnTo>
                  <a:lnTo>
                    <a:pt x="9409" y="12232"/>
                  </a:lnTo>
                  <a:lnTo>
                    <a:pt x="11022" y="9275"/>
                  </a:lnTo>
                  <a:lnTo>
                    <a:pt x="1748" y="1"/>
                  </a:lnTo>
                  <a:close/>
                </a:path>
              </a:pathLst>
            </a:custGeom>
            <a:solidFill>
              <a:srgbClr val="12C7D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659" name="Google Shape;659;p6"/>
            <p:cNvSpPr/>
            <p:nvPr/>
          </p:nvSpPr>
          <p:spPr>
            <a:xfrm>
              <a:off x="2257575" y="3964650"/>
              <a:ext cx="433500" cy="319225"/>
            </a:xfrm>
            <a:custGeom>
              <a:rect b="b" l="l" r="r" t="t"/>
              <a:pathLst>
                <a:path extrusionOk="0" h="12769" w="17340">
                  <a:moveTo>
                    <a:pt x="1" y="0"/>
                  </a:moveTo>
                  <a:lnTo>
                    <a:pt x="12770" y="12769"/>
                  </a:lnTo>
                  <a:lnTo>
                    <a:pt x="17339" y="12769"/>
                  </a:lnTo>
                  <a:lnTo>
                    <a:pt x="4705" y="0"/>
                  </a:lnTo>
                  <a:close/>
                </a:path>
              </a:pathLst>
            </a:custGeom>
            <a:solidFill>
              <a:srgbClr val="12C7D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660" name="Google Shape;660;p6"/>
            <p:cNvSpPr/>
            <p:nvPr/>
          </p:nvSpPr>
          <p:spPr>
            <a:xfrm>
              <a:off x="2355025" y="3964650"/>
              <a:ext cx="383100" cy="319225"/>
            </a:xfrm>
            <a:custGeom>
              <a:rect b="b" l="l" r="r" t="t"/>
              <a:pathLst>
                <a:path extrusionOk="0" h="12769" w="15324">
                  <a:moveTo>
                    <a:pt x="1" y="0"/>
                  </a:moveTo>
                  <a:lnTo>
                    <a:pt x="12769" y="12769"/>
                  </a:lnTo>
                  <a:lnTo>
                    <a:pt x="14248" y="12769"/>
                  </a:lnTo>
                  <a:lnTo>
                    <a:pt x="15323" y="10753"/>
                  </a:lnTo>
                  <a:lnTo>
                    <a:pt x="4570" y="0"/>
                  </a:lnTo>
                  <a:close/>
                </a:path>
              </a:pathLst>
            </a:custGeom>
            <a:solidFill>
              <a:srgbClr val="13C5D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661" name="Google Shape;661;p6"/>
            <p:cNvSpPr/>
            <p:nvPr/>
          </p:nvSpPr>
          <p:spPr>
            <a:xfrm>
              <a:off x="607725" y="2146800"/>
              <a:ext cx="275575" cy="305800"/>
            </a:xfrm>
            <a:custGeom>
              <a:rect b="b" l="l" r="r" t="t"/>
              <a:pathLst>
                <a:path extrusionOk="0" h="12232" w="11023">
                  <a:moveTo>
                    <a:pt x="1614" y="1"/>
                  </a:moveTo>
                  <a:lnTo>
                    <a:pt x="1" y="2823"/>
                  </a:lnTo>
                  <a:lnTo>
                    <a:pt x="9275" y="12232"/>
                  </a:lnTo>
                  <a:lnTo>
                    <a:pt x="11022" y="9275"/>
                  </a:lnTo>
                  <a:lnTo>
                    <a:pt x="1614" y="1"/>
                  </a:lnTo>
                  <a:close/>
                </a:path>
              </a:pathLst>
            </a:custGeom>
            <a:solidFill>
              <a:srgbClr val="13C5D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662" name="Google Shape;662;p6"/>
            <p:cNvSpPr/>
            <p:nvPr/>
          </p:nvSpPr>
          <p:spPr>
            <a:xfrm>
              <a:off x="2452475" y="3941125"/>
              <a:ext cx="322600" cy="305800"/>
            </a:xfrm>
            <a:custGeom>
              <a:rect b="b" l="l" r="r" t="t"/>
              <a:pathLst>
                <a:path extrusionOk="0" h="12232" w="12904">
                  <a:moveTo>
                    <a:pt x="3495" y="1"/>
                  </a:moveTo>
                  <a:lnTo>
                    <a:pt x="2957" y="941"/>
                  </a:lnTo>
                  <a:lnTo>
                    <a:pt x="0" y="941"/>
                  </a:lnTo>
                  <a:lnTo>
                    <a:pt x="11156" y="12232"/>
                  </a:lnTo>
                  <a:lnTo>
                    <a:pt x="12904" y="9275"/>
                  </a:lnTo>
                  <a:lnTo>
                    <a:pt x="3495" y="1"/>
                  </a:lnTo>
                  <a:close/>
                </a:path>
              </a:pathLst>
            </a:custGeom>
            <a:solidFill>
              <a:srgbClr val="14C3D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663" name="Google Shape;663;p6"/>
            <p:cNvSpPr/>
            <p:nvPr/>
          </p:nvSpPr>
          <p:spPr>
            <a:xfrm>
              <a:off x="641325" y="2082950"/>
              <a:ext cx="275575" cy="305800"/>
            </a:xfrm>
            <a:custGeom>
              <a:rect b="b" l="l" r="r" t="t"/>
              <a:pathLst>
                <a:path extrusionOk="0" h="12232" w="11023">
                  <a:moveTo>
                    <a:pt x="1748" y="1"/>
                  </a:moveTo>
                  <a:lnTo>
                    <a:pt x="1" y="2958"/>
                  </a:lnTo>
                  <a:lnTo>
                    <a:pt x="9409" y="12232"/>
                  </a:lnTo>
                  <a:lnTo>
                    <a:pt x="11022" y="9409"/>
                  </a:lnTo>
                  <a:lnTo>
                    <a:pt x="1748" y="1"/>
                  </a:lnTo>
                  <a:close/>
                </a:path>
              </a:pathLst>
            </a:custGeom>
            <a:solidFill>
              <a:srgbClr val="14C3D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664" name="Google Shape;664;p6"/>
            <p:cNvSpPr/>
            <p:nvPr/>
          </p:nvSpPr>
          <p:spPr>
            <a:xfrm>
              <a:off x="678300" y="2022475"/>
              <a:ext cx="275550" cy="305800"/>
            </a:xfrm>
            <a:custGeom>
              <a:rect b="b" l="l" r="r" t="t"/>
              <a:pathLst>
                <a:path extrusionOk="0" h="12232" w="11022">
                  <a:moveTo>
                    <a:pt x="1748" y="1"/>
                  </a:moveTo>
                  <a:lnTo>
                    <a:pt x="0" y="2957"/>
                  </a:lnTo>
                  <a:lnTo>
                    <a:pt x="9274" y="12232"/>
                  </a:lnTo>
                  <a:lnTo>
                    <a:pt x="11022" y="9275"/>
                  </a:lnTo>
                  <a:lnTo>
                    <a:pt x="1748" y="1"/>
                  </a:lnTo>
                  <a:close/>
                </a:path>
              </a:pathLst>
            </a:custGeom>
            <a:solidFill>
              <a:srgbClr val="15C1D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665" name="Google Shape;665;p6"/>
            <p:cNvSpPr/>
            <p:nvPr/>
          </p:nvSpPr>
          <p:spPr>
            <a:xfrm>
              <a:off x="2533125" y="3877275"/>
              <a:ext cx="275550" cy="309175"/>
            </a:xfrm>
            <a:custGeom>
              <a:rect b="b" l="l" r="r" t="t"/>
              <a:pathLst>
                <a:path extrusionOk="0" h="12367" w="11022">
                  <a:moveTo>
                    <a:pt x="1748" y="1"/>
                  </a:moveTo>
                  <a:lnTo>
                    <a:pt x="0" y="2958"/>
                  </a:lnTo>
                  <a:lnTo>
                    <a:pt x="9409" y="12366"/>
                  </a:lnTo>
                  <a:lnTo>
                    <a:pt x="11022" y="9409"/>
                  </a:lnTo>
                  <a:lnTo>
                    <a:pt x="1748" y="1"/>
                  </a:lnTo>
                  <a:close/>
                </a:path>
              </a:pathLst>
            </a:custGeom>
            <a:solidFill>
              <a:srgbClr val="15C1D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666" name="Google Shape;666;p6"/>
            <p:cNvSpPr/>
            <p:nvPr/>
          </p:nvSpPr>
          <p:spPr>
            <a:xfrm>
              <a:off x="2570075" y="3816800"/>
              <a:ext cx="275575" cy="305800"/>
            </a:xfrm>
            <a:custGeom>
              <a:rect b="b" l="l" r="r" t="t"/>
              <a:pathLst>
                <a:path extrusionOk="0" h="12232" w="11023">
                  <a:moveTo>
                    <a:pt x="1614" y="1"/>
                  </a:moveTo>
                  <a:lnTo>
                    <a:pt x="1" y="2957"/>
                  </a:lnTo>
                  <a:lnTo>
                    <a:pt x="9275" y="12232"/>
                  </a:lnTo>
                  <a:lnTo>
                    <a:pt x="11022" y="9275"/>
                  </a:lnTo>
                  <a:lnTo>
                    <a:pt x="1614" y="1"/>
                  </a:lnTo>
                  <a:close/>
                </a:path>
              </a:pathLst>
            </a:custGeom>
            <a:solidFill>
              <a:srgbClr val="16C0D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667" name="Google Shape;667;p6"/>
            <p:cNvSpPr/>
            <p:nvPr/>
          </p:nvSpPr>
          <p:spPr>
            <a:xfrm>
              <a:off x="711900" y="1962000"/>
              <a:ext cx="275550" cy="305800"/>
            </a:xfrm>
            <a:custGeom>
              <a:rect b="b" l="l" r="r" t="t"/>
              <a:pathLst>
                <a:path extrusionOk="0" h="12232" w="11022">
                  <a:moveTo>
                    <a:pt x="1748" y="0"/>
                  </a:moveTo>
                  <a:lnTo>
                    <a:pt x="0" y="2957"/>
                  </a:lnTo>
                  <a:lnTo>
                    <a:pt x="9409" y="12231"/>
                  </a:lnTo>
                  <a:lnTo>
                    <a:pt x="11022" y="9274"/>
                  </a:lnTo>
                  <a:lnTo>
                    <a:pt x="1748" y="0"/>
                  </a:lnTo>
                  <a:close/>
                </a:path>
              </a:pathLst>
            </a:custGeom>
            <a:solidFill>
              <a:srgbClr val="16C0D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668" name="Google Shape;668;p6"/>
            <p:cNvSpPr/>
            <p:nvPr/>
          </p:nvSpPr>
          <p:spPr>
            <a:xfrm>
              <a:off x="2603675" y="3756325"/>
              <a:ext cx="275575" cy="305800"/>
            </a:xfrm>
            <a:custGeom>
              <a:rect b="b" l="l" r="r" t="t"/>
              <a:pathLst>
                <a:path extrusionOk="0" h="12232" w="11023">
                  <a:moveTo>
                    <a:pt x="1748" y="0"/>
                  </a:moveTo>
                  <a:lnTo>
                    <a:pt x="1" y="2957"/>
                  </a:lnTo>
                  <a:lnTo>
                    <a:pt x="9409" y="12231"/>
                  </a:lnTo>
                  <a:lnTo>
                    <a:pt x="11022" y="9274"/>
                  </a:lnTo>
                  <a:lnTo>
                    <a:pt x="1748" y="0"/>
                  </a:lnTo>
                  <a:close/>
                </a:path>
              </a:pathLst>
            </a:custGeom>
            <a:solidFill>
              <a:srgbClr val="17BED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669" name="Google Shape;669;p6"/>
            <p:cNvSpPr/>
            <p:nvPr/>
          </p:nvSpPr>
          <p:spPr>
            <a:xfrm>
              <a:off x="748850" y="1898150"/>
              <a:ext cx="275575" cy="309150"/>
            </a:xfrm>
            <a:custGeom>
              <a:rect b="b" l="l" r="r" t="t"/>
              <a:pathLst>
                <a:path extrusionOk="0" h="12366" w="11023">
                  <a:moveTo>
                    <a:pt x="1748" y="0"/>
                  </a:moveTo>
                  <a:lnTo>
                    <a:pt x="1" y="2957"/>
                  </a:lnTo>
                  <a:lnTo>
                    <a:pt x="9275" y="12366"/>
                  </a:lnTo>
                  <a:lnTo>
                    <a:pt x="11022" y="9409"/>
                  </a:lnTo>
                  <a:lnTo>
                    <a:pt x="1748" y="0"/>
                  </a:lnTo>
                  <a:close/>
                </a:path>
              </a:pathLst>
            </a:custGeom>
            <a:solidFill>
              <a:srgbClr val="17BED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670" name="Google Shape;670;p6"/>
            <p:cNvSpPr/>
            <p:nvPr/>
          </p:nvSpPr>
          <p:spPr>
            <a:xfrm>
              <a:off x="2640650" y="3692475"/>
              <a:ext cx="275550" cy="309150"/>
            </a:xfrm>
            <a:custGeom>
              <a:rect b="b" l="l" r="r" t="t"/>
              <a:pathLst>
                <a:path extrusionOk="0" h="12366" w="11022">
                  <a:moveTo>
                    <a:pt x="1748" y="0"/>
                  </a:moveTo>
                  <a:lnTo>
                    <a:pt x="0" y="2957"/>
                  </a:lnTo>
                  <a:lnTo>
                    <a:pt x="9274" y="12366"/>
                  </a:lnTo>
                  <a:lnTo>
                    <a:pt x="11022" y="9409"/>
                  </a:lnTo>
                  <a:lnTo>
                    <a:pt x="1748" y="0"/>
                  </a:lnTo>
                  <a:close/>
                </a:path>
              </a:pathLst>
            </a:custGeom>
            <a:solidFill>
              <a:srgbClr val="18BCD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671" name="Google Shape;671;p6"/>
            <p:cNvSpPr/>
            <p:nvPr/>
          </p:nvSpPr>
          <p:spPr>
            <a:xfrm>
              <a:off x="785825" y="1837675"/>
              <a:ext cx="275550" cy="305800"/>
            </a:xfrm>
            <a:custGeom>
              <a:rect b="b" l="l" r="r" t="t"/>
              <a:pathLst>
                <a:path extrusionOk="0" h="12232" w="11022">
                  <a:moveTo>
                    <a:pt x="1613" y="0"/>
                  </a:moveTo>
                  <a:lnTo>
                    <a:pt x="0" y="2957"/>
                  </a:lnTo>
                  <a:lnTo>
                    <a:pt x="9275" y="12231"/>
                  </a:lnTo>
                  <a:lnTo>
                    <a:pt x="11022" y="9274"/>
                  </a:lnTo>
                  <a:lnTo>
                    <a:pt x="1613" y="0"/>
                  </a:lnTo>
                  <a:close/>
                </a:path>
              </a:pathLst>
            </a:custGeom>
            <a:solidFill>
              <a:srgbClr val="18BCD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672" name="Google Shape;672;p6"/>
            <p:cNvSpPr/>
            <p:nvPr/>
          </p:nvSpPr>
          <p:spPr>
            <a:xfrm>
              <a:off x="2677600" y="3632000"/>
              <a:ext cx="275575" cy="305800"/>
            </a:xfrm>
            <a:custGeom>
              <a:rect b="b" l="l" r="r" t="t"/>
              <a:pathLst>
                <a:path extrusionOk="0" h="12232" w="11023">
                  <a:moveTo>
                    <a:pt x="1614" y="0"/>
                  </a:moveTo>
                  <a:lnTo>
                    <a:pt x="1" y="2957"/>
                  </a:lnTo>
                  <a:lnTo>
                    <a:pt x="9275" y="12231"/>
                  </a:lnTo>
                  <a:lnTo>
                    <a:pt x="11022" y="9274"/>
                  </a:lnTo>
                  <a:lnTo>
                    <a:pt x="1614" y="0"/>
                  </a:lnTo>
                  <a:close/>
                </a:path>
              </a:pathLst>
            </a:custGeom>
            <a:solidFill>
              <a:srgbClr val="19BBD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673" name="Google Shape;673;p6"/>
            <p:cNvSpPr/>
            <p:nvPr/>
          </p:nvSpPr>
          <p:spPr>
            <a:xfrm>
              <a:off x="819425" y="1777175"/>
              <a:ext cx="275550" cy="305800"/>
            </a:xfrm>
            <a:custGeom>
              <a:rect b="b" l="l" r="r" t="t"/>
              <a:pathLst>
                <a:path extrusionOk="0" h="12232" w="11022">
                  <a:moveTo>
                    <a:pt x="1748" y="1"/>
                  </a:moveTo>
                  <a:lnTo>
                    <a:pt x="0" y="2958"/>
                  </a:lnTo>
                  <a:lnTo>
                    <a:pt x="9275" y="12232"/>
                  </a:lnTo>
                  <a:lnTo>
                    <a:pt x="11022" y="9275"/>
                  </a:lnTo>
                  <a:lnTo>
                    <a:pt x="1748" y="1"/>
                  </a:lnTo>
                  <a:close/>
                </a:path>
              </a:pathLst>
            </a:custGeom>
            <a:solidFill>
              <a:srgbClr val="19BBD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674" name="Google Shape;674;p6"/>
            <p:cNvSpPr/>
            <p:nvPr/>
          </p:nvSpPr>
          <p:spPr>
            <a:xfrm>
              <a:off x="2711200" y="3571500"/>
              <a:ext cx="275575" cy="305800"/>
            </a:xfrm>
            <a:custGeom>
              <a:rect b="b" l="l" r="r" t="t"/>
              <a:pathLst>
                <a:path extrusionOk="0" h="12232" w="11023">
                  <a:moveTo>
                    <a:pt x="1748" y="1"/>
                  </a:moveTo>
                  <a:lnTo>
                    <a:pt x="1" y="2958"/>
                  </a:lnTo>
                  <a:lnTo>
                    <a:pt x="9275" y="12232"/>
                  </a:lnTo>
                  <a:lnTo>
                    <a:pt x="11022" y="9275"/>
                  </a:lnTo>
                  <a:lnTo>
                    <a:pt x="1748" y="1"/>
                  </a:lnTo>
                  <a:close/>
                </a:path>
              </a:pathLst>
            </a:custGeom>
            <a:solidFill>
              <a:srgbClr val="1BB9D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675" name="Google Shape;675;p6"/>
            <p:cNvSpPr/>
            <p:nvPr/>
          </p:nvSpPr>
          <p:spPr>
            <a:xfrm>
              <a:off x="856375" y="1713350"/>
              <a:ext cx="275575" cy="309150"/>
            </a:xfrm>
            <a:custGeom>
              <a:rect b="b" l="l" r="r" t="t"/>
              <a:pathLst>
                <a:path extrusionOk="0" h="12366" w="11023">
                  <a:moveTo>
                    <a:pt x="1614" y="0"/>
                  </a:moveTo>
                  <a:lnTo>
                    <a:pt x="1" y="2957"/>
                  </a:lnTo>
                  <a:lnTo>
                    <a:pt x="9275" y="12366"/>
                  </a:lnTo>
                  <a:lnTo>
                    <a:pt x="11022" y="9409"/>
                  </a:lnTo>
                  <a:lnTo>
                    <a:pt x="1614" y="0"/>
                  </a:lnTo>
                  <a:close/>
                </a:path>
              </a:pathLst>
            </a:custGeom>
            <a:solidFill>
              <a:srgbClr val="1BB9D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676" name="Google Shape;676;p6"/>
            <p:cNvSpPr/>
            <p:nvPr/>
          </p:nvSpPr>
          <p:spPr>
            <a:xfrm>
              <a:off x="890000" y="1652850"/>
              <a:ext cx="275550" cy="305800"/>
            </a:xfrm>
            <a:custGeom>
              <a:rect b="b" l="l" r="r" t="t"/>
              <a:pathLst>
                <a:path extrusionOk="0" h="12232" w="11022">
                  <a:moveTo>
                    <a:pt x="1747" y="1"/>
                  </a:moveTo>
                  <a:lnTo>
                    <a:pt x="0" y="2958"/>
                  </a:lnTo>
                  <a:lnTo>
                    <a:pt x="9409" y="12232"/>
                  </a:lnTo>
                  <a:lnTo>
                    <a:pt x="11021" y="9275"/>
                  </a:lnTo>
                  <a:lnTo>
                    <a:pt x="1747" y="1"/>
                  </a:lnTo>
                  <a:close/>
                </a:path>
              </a:pathLst>
            </a:custGeom>
            <a:solidFill>
              <a:srgbClr val="1CB7D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677" name="Google Shape;677;p6"/>
            <p:cNvSpPr/>
            <p:nvPr/>
          </p:nvSpPr>
          <p:spPr>
            <a:xfrm>
              <a:off x="2748175" y="3511025"/>
              <a:ext cx="275550" cy="305800"/>
            </a:xfrm>
            <a:custGeom>
              <a:rect b="b" l="l" r="r" t="t"/>
              <a:pathLst>
                <a:path extrusionOk="0" h="12232" w="11022">
                  <a:moveTo>
                    <a:pt x="1613" y="1"/>
                  </a:moveTo>
                  <a:lnTo>
                    <a:pt x="0" y="2823"/>
                  </a:lnTo>
                  <a:lnTo>
                    <a:pt x="9274" y="12232"/>
                  </a:lnTo>
                  <a:lnTo>
                    <a:pt x="11022" y="9275"/>
                  </a:lnTo>
                  <a:lnTo>
                    <a:pt x="1613" y="1"/>
                  </a:lnTo>
                  <a:close/>
                </a:path>
              </a:pathLst>
            </a:custGeom>
            <a:solidFill>
              <a:srgbClr val="1CB7D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678" name="Google Shape;678;p6"/>
            <p:cNvSpPr/>
            <p:nvPr/>
          </p:nvSpPr>
          <p:spPr>
            <a:xfrm>
              <a:off x="2781775" y="3447175"/>
              <a:ext cx="275550" cy="305800"/>
            </a:xfrm>
            <a:custGeom>
              <a:rect b="b" l="l" r="r" t="t"/>
              <a:pathLst>
                <a:path extrusionOk="0" h="12232" w="11022">
                  <a:moveTo>
                    <a:pt x="1748" y="1"/>
                  </a:moveTo>
                  <a:lnTo>
                    <a:pt x="0" y="2958"/>
                  </a:lnTo>
                  <a:lnTo>
                    <a:pt x="9409" y="12232"/>
                  </a:lnTo>
                  <a:lnTo>
                    <a:pt x="11022" y="9409"/>
                  </a:lnTo>
                  <a:lnTo>
                    <a:pt x="1748" y="1"/>
                  </a:lnTo>
                  <a:close/>
                </a:path>
              </a:pathLst>
            </a:custGeom>
            <a:solidFill>
              <a:srgbClr val="1DB5D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679" name="Google Shape;679;p6"/>
            <p:cNvSpPr/>
            <p:nvPr/>
          </p:nvSpPr>
          <p:spPr>
            <a:xfrm>
              <a:off x="926950" y="1592375"/>
              <a:ext cx="275550" cy="305800"/>
            </a:xfrm>
            <a:custGeom>
              <a:rect b="b" l="l" r="r" t="t"/>
              <a:pathLst>
                <a:path extrusionOk="0" h="12232" w="11022">
                  <a:moveTo>
                    <a:pt x="1613" y="1"/>
                  </a:moveTo>
                  <a:lnTo>
                    <a:pt x="1" y="2957"/>
                  </a:lnTo>
                  <a:lnTo>
                    <a:pt x="9275" y="12231"/>
                  </a:lnTo>
                  <a:lnTo>
                    <a:pt x="11022" y="9275"/>
                  </a:lnTo>
                  <a:lnTo>
                    <a:pt x="1613" y="1"/>
                  </a:lnTo>
                  <a:close/>
                </a:path>
              </a:pathLst>
            </a:custGeom>
            <a:solidFill>
              <a:srgbClr val="1DB5D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680" name="Google Shape;680;p6"/>
            <p:cNvSpPr/>
            <p:nvPr/>
          </p:nvSpPr>
          <p:spPr>
            <a:xfrm>
              <a:off x="960550" y="1531900"/>
              <a:ext cx="275550" cy="305800"/>
            </a:xfrm>
            <a:custGeom>
              <a:rect b="b" l="l" r="r" t="t"/>
              <a:pathLst>
                <a:path extrusionOk="0" h="12232" w="11022">
                  <a:moveTo>
                    <a:pt x="1748" y="0"/>
                  </a:moveTo>
                  <a:lnTo>
                    <a:pt x="1" y="2823"/>
                  </a:lnTo>
                  <a:lnTo>
                    <a:pt x="9409" y="12231"/>
                  </a:lnTo>
                  <a:lnTo>
                    <a:pt x="11022" y="9274"/>
                  </a:lnTo>
                  <a:lnTo>
                    <a:pt x="1748" y="0"/>
                  </a:lnTo>
                  <a:close/>
                </a:path>
              </a:pathLst>
            </a:custGeom>
            <a:solidFill>
              <a:srgbClr val="1EB4D7"/>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681" name="Google Shape;681;p6"/>
            <p:cNvSpPr/>
            <p:nvPr/>
          </p:nvSpPr>
          <p:spPr>
            <a:xfrm>
              <a:off x="2818725" y="3386700"/>
              <a:ext cx="275575" cy="305800"/>
            </a:xfrm>
            <a:custGeom>
              <a:rect b="b" l="l" r="r" t="t"/>
              <a:pathLst>
                <a:path extrusionOk="0" h="12232" w="11023">
                  <a:moveTo>
                    <a:pt x="1614" y="1"/>
                  </a:moveTo>
                  <a:lnTo>
                    <a:pt x="1" y="2957"/>
                  </a:lnTo>
                  <a:lnTo>
                    <a:pt x="9275" y="12231"/>
                  </a:lnTo>
                  <a:lnTo>
                    <a:pt x="11022" y="9275"/>
                  </a:lnTo>
                  <a:lnTo>
                    <a:pt x="1614" y="1"/>
                  </a:lnTo>
                  <a:close/>
                </a:path>
              </a:pathLst>
            </a:custGeom>
            <a:solidFill>
              <a:srgbClr val="1EB4D7"/>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682" name="Google Shape;682;p6"/>
            <p:cNvSpPr/>
            <p:nvPr/>
          </p:nvSpPr>
          <p:spPr>
            <a:xfrm>
              <a:off x="997525" y="1468050"/>
              <a:ext cx="322600" cy="305800"/>
            </a:xfrm>
            <a:custGeom>
              <a:rect b="b" l="l" r="r" t="t"/>
              <a:pathLst>
                <a:path extrusionOk="0" h="12232" w="12904">
                  <a:moveTo>
                    <a:pt x="1747" y="0"/>
                  </a:moveTo>
                  <a:lnTo>
                    <a:pt x="0" y="2957"/>
                  </a:lnTo>
                  <a:lnTo>
                    <a:pt x="9274" y="12231"/>
                  </a:lnTo>
                  <a:lnTo>
                    <a:pt x="9946" y="11291"/>
                  </a:lnTo>
                  <a:lnTo>
                    <a:pt x="12903" y="11291"/>
                  </a:lnTo>
                  <a:lnTo>
                    <a:pt x="1747" y="0"/>
                  </a:lnTo>
                  <a:close/>
                </a:path>
              </a:pathLst>
            </a:custGeom>
            <a:solidFill>
              <a:srgbClr val="1FB2D7"/>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683" name="Google Shape;683;p6"/>
            <p:cNvSpPr/>
            <p:nvPr/>
          </p:nvSpPr>
          <p:spPr>
            <a:xfrm>
              <a:off x="2852325" y="3326225"/>
              <a:ext cx="275575" cy="305800"/>
            </a:xfrm>
            <a:custGeom>
              <a:rect b="b" l="l" r="r" t="t"/>
              <a:pathLst>
                <a:path extrusionOk="0" h="12232" w="11023">
                  <a:moveTo>
                    <a:pt x="1748" y="0"/>
                  </a:moveTo>
                  <a:lnTo>
                    <a:pt x="1" y="2957"/>
                  </a:lnTo>
                  <a:lnTo>
                    <a:pt x="9409" y="12231"/>
                  </a:lnTo>
                  <a:lnTo>
                    <a:pt x="11022" y="9274"/>
                  </a:lnTo>
                  <a:lnTo>
                    <a:pt x="1748" y="0"/>
                  </a:lnTo>
                  <a:close/>
                </a:path>
              </a:pathLst>
            </a:custGeom>
            <a:solidFill>
              <a:srgbClr val="1FB2D7"/>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684" name="Google Shape;684;p6"/>
            <p:cNvSpPr/>
            <p:nvPr/>
          </p:nvSpPr>
          <p:spPr>
            <a:xfrm>
              <a:off x="1034475" y="1431100"/>
              <a:ext cx="383075" cy="319225"/>
            </a:xfrm>
            <a:custGeom>
              <a:rect b="b" l="l" r="r" t="t"/>
              <a:pathLst>
                <a:path extrusionOk="0" h="12769" w="15323">
                  <a:moveTo>
                    <a:pt x="1076" y="0"/>
                  </a:moveTo>
                  <a:lnTo>
                    <a:pt x="1" y="2016"/>
                  </a:lnTo>
                  <a:lnTo>
                    <a:pt x="10619" y="12769"/>
                  </a:lnTo>
                  <a:lnTo>
                    <a:pt x="15323" y="12769"/>
                  </a:lnTo>
                  <a:lnTo>
                    <a:pt x="2554" y="0"/>
                  </a:lnTo>
                  <a:close/>
                </a:path>
              </a:pathLst>
            </a:custGeom>
            <a:solidFill>
              <a:srgbClr val="20B0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685" name="Google Shape;685;p6"/>
            <p:cNvSpPr/>
            <p:nvPr/>
          </p:nvSpPr>
          <p:spPr>
            <a:xfrm>
              <a:off x="2889300" y="3262375"/>
              <a:ext cx="275550" cy="309150"/>
            </a:xfrm>
            <a:custGeom>
              <a:rect b="b" l="l" r="r" t="t"/>
              <a:pathLst>
                <a:path extrusionOk="0" h="12366" w="11022">
                  <a:moveTo>
                    <a:pt x="1748" y="0"/>
                  </a:moveTo>
                  <a:lnTo>
                    <a:pt x="0" y="2957"/>
                  </a:lnTo>
                  <a:lnTo>
                    <a:pt x="9274" y="12366"/>
                  </a:lnTo>
                  <a:lnTo>
                    <a:pt x="11022" y="9409"/>
                  </a:lnTo>
                  <a:lnTo>
                    <a:pt x="1748" y="0"/>
                  </a:lnTo>
                  <a:close/>
                </a:path>
              </a:pathLst>
            </a:custGeom>
            <a:solidFill>
              <a:srgbClr val="20B0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686" name="Google Shape;686;p6"/>
            <p:cNvSpPr/>
            <p:nvPr/>
          </p:nvSpPr>
          <p:spPr>
            <a:xfrm>
              <a:off x="1078150" y="1431100"/>
              <a:ext cx="436850" cy="319225"/>
            </a:xfrm>
            <a:custGeom>
              <a:rect b="b" l="l" r="r" t="t"/>
              <a:pathLst>
                <a:path extrusionOk="0" h="12769" w="17474">
                  <a:moveTo>
                    <a:pt x="1" y="0"/>
                  </a:moveTo>
                  <a:lnTo>
                    <a:pt x="12770" y="12769"/>
                  </a:lnTo>
                  <a:lnTo>
                    <a:pt x="17474" y="12769"/>
                  </a:lnTo>
                  <a:lnTo>
                    <a:pt x="4705" y="0"/>
                  </a:lnTo>
                  <a:close/>
                </a:path>
              </a:pathLst>
            </a:custGeom>
            <a:solidFill>
              <a:srgbClr val="21AED9"/>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687" name="Google Shape;687;p6"/>
            <p:cNvSpPr/>
            <p:nvPr/>
          </p:nvSpPr>
          <p:spPr>
            <a:xfrm>
              <a:off x="2926250" y="3201900"/>
              <a:ext cx="272200" cy="305800"/>
            </a:xfrm>
            <a:custGeom>
              <a:rect b="b" l="l" r="r" t="t"/>
              <a:pathLst>
                <a:path extrusionOk="0" h="12232" w="10888">
                  <a:moveTo>
                    <a:pt x="1614" y="0"/>
                  </a:moveTo>
                  <a:lnTo>
                    <a:pt x="1" y="2957"/>
                  </a:lnTo>
                  <a:lnTo>
                    <a:pt x="9275" y="12231"/>
                  </a:lnTo>
                  <a:lnTo>
                    <a:pt x="10888" y="9274"/>
                  </a:lnTo>
                  <a:lnTo>
                    <a:pt x="1614" y="0"/>
                  </a:lnTo>
                  <a:close/>
                </a:path>
              </a:pathLst>
            </a:custGeom>
            <a:solidFill>
              <a:srgbClr val="21AED9"/>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688" name="Google Shape;688;p6"/>
            <p:cNvSpPr/>
            <p:nvPr/>
          </p:nvSpPr>
          <p:spPr>
            <a:xfrm>
              <a:off x="1175600" y="1431100"/>
              <a:ext cx="436850" cy="319225"/>
            </a:xfrm>
            <a:custGeom>
              <a:rect b="b" l="l" r="r" t="t"/>
              <a:pathLst>
                <a:path extrusionOk="0" h="12769" w="17474">
                  <a:moveTo>
                    <a:pt x="1" y="0"/>
                  </a:moveTo>
                  <a:lnTo>
                    <a:pt x="12769" y="12769"/>
                  </a:lnTo>
                  <a:lnTo>
                    <a:pt x="17474" y="12769"/>
                  </a:lnTo>
                  <a:lnTo>
                    <a:pt x="4705" y="0"/>
                  </a:lnTo>
                  <a:close/>
                </a:path>
              </a:pathLst>
            </a:custGeom>
            <a:solidFill>
              <a:srgbClr val="22ADD9"/>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689" name="Google Shape;689;p6"/>
            <p:cNvSpPr/>
            <p:nvPr/>
          </p:nvSpPr>
          <p:spPr>
            <a:xfrm>
              <a:off x="2959850" y="3141400"/>
              <a:ext cx="275575" cy="305800"/>
            </a:xfrm>
            <a:custGeom>
              <a:rect b="b" l="l" r="r" t="t"/>
              <a:pathLst>
                <a:path extrusionOk="0" h="12232" w="11023">
                  <a:moveTo>
                    <a:pt x="1748" y="1"/>
                  </a:moveTo>
                  <a:lnTo>
                    <a:pt x="1" y="2958"/>
                  </a:lnTo>
                  <a:lnTo>
                    <a:pt x="9275" y="12232"/>
                  </a:lnTo>
                  <a:lnTo>
                    <a:pt x="11022" y="9275"/>
                  </a:lnTo>
                  <a:lnTo>
                    <a:pt x="1748" y="1"/>
                  </a:lnTo>
                  <a:close/>
                </a:path>
              </a:pathLst>
            </a:custGeom>
            <a:solidFill>
              <a:srgbClr val="22ADD9"/>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690" name="Google Shape;690;p6"/>
            <p:cNvSpPr/>
            <p:nvPr/>
          </p:nvSpPr>
          <p:spPr>
            <a:xfrm>
              <a:off x="2996825" y="3077575"/>
              <a:ext cx="275550" cy="309150"/>
            </a:xfrm>
            <a:custGeom>
              <a:rect b="b" l="l" r="r" t="t"/>
              <a:pathLst>
                <a:path extrusionOk="0" h="12366" w="11022">
                  <a:moveTo>
                    <a:pt x="1613" y="0"/>
                  </a:moveTo>
                  <a:lnTo>
                    <a:pt x="0" y="2957"/>
                  </a:lnTo>
                  <a:lnTo>
                    <a:pt x="9275" y="12366"/>
                  </a:lnTo>
                  <a:lnTo>
                    <a:pt x="11022" y="9409"/>
                  </a:lnTo>
                  <a:lnTo>
                    <a:pt x="1613" y="0"/>
                  </a:lnTo>
                  <a:close/>
                </a:path>
              </a:pathLst>
            </a:custGeom>
            <a:solidFill>
              <a:srgbClr val="23ABDA"/>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691" name="Google Shape;691;p6"/>
            <p:cNvSpPr/>
            <p:nvPr/>
          </p:nvSpPr>
          <p:spPr>
            <a:xfrm>
              <a:off x="1273050" y="1431100"/>
              <a:ext cx="433500" cy="319225"/>
            </a:xfrm>
            <a:custGeom>
              <a:rect b="b" l="l" r="r" t="t"/>
              <a:pathLst>
                <a:path extrusionOk="0" h="12769" w="17340">
                  <a:moveTo>
                    <a:pt x="0" y="0"/>
                  </a:moveTo>
                  <a:lnTo>
                    <a:pt x="12769" y="12769"/>
                  </a:lnTo>
                  <a:lnTo>
                    <a:pt x="17339" y="12769"/>
                  </a:lnTo>
                  <a:lnTo>
                    <a:pt x="4705" y="0"/>
                  </a:lnTo>
                  <a:close/>
                </a:path>
              </a:pathLst>
            </a:custGeom>
            <a:solidFill>
              <a:srgbClr val="23ABDA"/>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692" name="Google Shape;692;p6"/>
            <p:cNvSpPr/>
            <p:nvPr/>
          </p:nvSpPr>
          <p:spPr>
            <a:xfrm>
              <a:off x="1370500" y="1431100"/>
              <a:ext cx="433475" cy="319225"/>
            </a:xfrm>
            <a:custGeom>
              <a:rect b="b" l="l" r="r" t="t"/>
              <a:pathLst>
                <a:path extrusionOk="0" h="12769" w="17339">
                  <a:moveTo>
                    <a:pt x="0" y="0"/>
                  </a:moveTo>
                  <a:lnTo>
                    <a:pt x="12769" y="12769"/>
                  </a:lnTo>
                  <a:lnTo>
                    <a:pt x="17339" y="12769"/>
                  </a:lnTo>
                  <a:lnTo>
                    <a:pt x="4705" y="0"/>
                  </a:lnTo>
                  <a:close/>
                </a:path>
              </a:pathLst>
            </a:custGeom>
            <a:solidFill>
              <a:srgbClr val="25A9DA"/>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693" name="Google Shape;693;p6"/>
            <p:cNvSpPr/>
            <p:nvPr/>
          </p:nvSpPr>
          <p:spPr>
            <a:xfrm>
              <a:off x="3030425" y="3017075"/>
              <a:ext cx="275550" cy="305800"/>
            </a:xfrm>
            <a:custGeom>
              <a:rect b="b" l="l" r="r" t="t"/>
              <a:pathLst>
                <a:path extrusionOk="0" h="12232" w="11022">
                  <a:moveTo>
                    <a:pt x="1748" y="1"/>
                  </a:moveTo>
                  <a:lnTo>
                    <a:pt x="1" y="2958"/>
                  </a:lnTo>
                  <a:lnTo>
                    <a:pt x="9409" y="12232"/>
                  </a:lnTo>
                  <a:lnTo>
                    <a:pt x="11022" y="9275"/>
                  </a:lnTo>
                  <a:lnTo>
                    <a:pt x="1748" y="1"/>
                  </a:lnTo>
                  <a:close/>
                </a:path>
              </a:pathLst>
            </a:custGeom>
            <a:solidFill>
              <a:srgbClr val="25A9DA"/>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694" name="Google Shape;694;p6"/>
            <p:cNvSpPr/>
            <p:nvPr/>
          </p:nvSpPr>
          <p:spPr>
            <a:xfrm>
              <a:off x="1467950" y="1431100"/>
              <a:ext cx="433475" cy="319225"/>
            </a:xfrm>
            <a:custGeom>
              <a:rect b="b" l="l" r="r" t="t"/>
              <a:pathLst>
                <a:path extrusionOk="0" h="12769" w="17339">
                  <a:moveTo>
                    <a:pt x="0" y="0"/>
                  </a:moveTo>
                  <a:lnTo>
                    <a:pt x="12769" y="12769"/>
                  </a:lnTo>
                  <a:lnTo>
                    <a:pt x="17339" y="12769"/>
                  </a:lnTo>
                  <a:lnTo>
                    <a:pt x="4570" y="0"/>
                  </a:lnTo>
                  <a:close/>
                </a:path>
              </a:pathLst>
            </a:custGeom>
            <a:solidFill>
              <a:srgbClr val="26A8D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695" name="Google Shape;695;p6"/>
            <p:cNvSpPr/>
            <p:nvPr/>
          </p:nvSpPr>
          <p:spPr>
            <a:xfrm>
              <a:off x="3067375" y="2956600"/>
              <a:ext cx="275575" cy="305800"/>
            </a:xfrm>
            <a:custGeom>
              <a:rect b="b" l="l" r="r" t="t"/>
              <a:pathLst>
                <a:path extrusionOk="0" h="12232" w="11023">
                  <a:moveTo>
                    <a:pt x="1614" y="0"/>
                  </a:moveTo>
                  <a:lnTo>
                    <a:pt x="1" y="2957"/>
                  </a:lnTo>
                  <a:lnTo>
                    <a:pt x="9275" y="12231"/>
                  </a:lnTo>
                  <a:lnTo>
                    <a:pt x="11022" y="9275"/>
                  </a:lnTo>
                  <a:lnTo>
                    <a:pt x="1614" y="0"/>
                  </a:lnTo>
                  <a:close/>
                </a:path>
              </a:pathLst>
            </a:custGeom>
            <a:solidFill>
              <a:srgbClr val="26A8D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696" name="Google Shape;696;p6"/>
            <p:cNvSpPr/>
            <p:nvPr/>
          </p:nvSpPr>
          <p:spPr>
            <a:xfrm>
              <a:off x="1565375" y="1431100"/>
              <a:ext cx="433500" cy="319225"/>
            </a:xfrm>
            <a:custGeom>
              <a:rect b="b" l="l" r="r" t="t"/>
              <a:pathLst>
                <a:path extrusionOk="0" h="12769" w="17340">
                  <a:moveTo>
                    <a:pt x="1" y="0"/>
                  </a:moveTo>
                  <a:lnTo>
                    <a:pt x="12635" y="12769"/>
                  </a:lnTo>
                  <a:lnTo>
                    <a:pt x="17339" y="12769"/>
                  </a:lnTo>
                  <a:lnTo>
                    <a:pt x="4571" y="0"/>
                  </a:lnTo>
                  <a:close/>
                </a:path>
              </a:pathLst>
            </a:custGeom>
            <a:solidFill>
              <a:srgbClr val="27A6D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697" name="Google Shape;697;p6"/>
            <p:cNvSpPr/>
            <p:nvPr/>
          </p:nvSpPr>
          <p:spPr>
            <a:xfrm>
              <a:off x="3101000" y="2896125"/>
              <a:ext cx="275550" cy="305800"/>
            </a:xfrm>
            <a:custGeom>
              <a:rect b="b" l="l" r="r" t="t"/>
              <a:pathLst>
                <a:path extrusionOk="0" h="12232" w="11022">
                  <a:moveTo>
                    <a:pt x="1747" y="0"/>
                  </a:moveTo>
                  <a:lnTo>
                    <a:pt x="0" y="2823"/>
                  </a:lnTo>
                  <a:lnTo>
                    <a:pt x="9409" y="12231"/>
                  </a:lnTo>
                  <a:lnTo>
                    <a:pt x="11021" y="9274"/>
                  </a:lnTo>
                  <a:lnTo>
                    <a:pt x="1747" y="0"/>
                  </a:lnTo>
                  <a:close/>
                </a:path>
              </a:pathLst>
            </a:custGeom>
            <a:solidFill>
              <a:srgbClr val="27A6D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698" name="Google Shape;698;p6"/>
            <p:cNvSpPr/>
            <p:nvPr/>
          </p:nvSpPr>
          <p:spPr>
            <a:xfrm>
              <a:off x="3137950" y="2802025"/>
              <a:ext cx="275550" cy="336050"/>
            </a:xfrm>
            <a:custGeom>
              <a:rect b="b" l="l" r="r" t="t"/>
              <a:pathLst>
                <a:path extrusionOk="0" h="13442" w="11022">
                  <a:moveTo>
                    <a:pt x="404" y="1"/>
                  </a:moveTo>
                  <a:lnTo>
                    <a:pt x="1" y="404"/>
                  </a:lnTo>
                  <a:lnTo>
                    <a:pt x="1076" y="2286"/>
                  </a:lnTo>
                  <a:lnTo>
                    <a:pt x="1" y="4167"/>
                  </a:lnTo>
                  <a:lnTo>
                    <a:pt x="9275" y="13441"/>
                  </a:lnTo>
                  <a:lnTo>
                    <a:pt x="11022" y="10619"/>
                  </a:lnTo>
                  <a:lnTo>
                    <a:pt x="404" y="1"/>
                  </a:lnTo>
                  <a:close/>
                </a:path>
              </a:pathLst>
            </a:custGeom>
            <a:solidFill>
              <a:srgbClr val="28A4D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699" name="Google Shape;699;p6"/>
            <p:cNvSpPr/>
            <p:nvPr/>
          </p:nvSpPr>
          <p:spPr>
            <a:xfrm>
              <a:off x="1662825" y="1431100"/>
              <a:ext cx="433500" cy="319225"/>
            </a:xfrm>
            <a:custGeom>
              <a:rect b="b" l="l" r="r" t="t"/>
              <a:pathLst>
                <a:path extrusionOk="0" h="12769" w="17340">
                  <a:moveTo>
                    <a:pt x="1" y="0"/>
                  </a:moveTo>
                  <a:lnTo>
                    <a:pt x="12635" y="12769"/>
                  </a:lnTo>
                  <a:lnTo>
                    <a:pt x="17339" y="12769"/>
                  </a:lnTo>
                  <a:lnTo>
                    <a:pt x="4571" y="0"/>
                  </a:lnTo>
                  <a:close/>
                </a:path>
              </a:pathLst>
            </a:custGeom>
            <a:solidFill>
              <a:srgbClr val="28A4D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700" name="Google Shape;700;p6"/>
            <p:cNvSpPr/>
            <p:nvPr/>
          </p:nvSpPr>
          <p:spPr>
            <a:xfrm>
              <a:off x="3006900" y="2573550"/>
              <a:ext cx="440200" cy="504050"/>
            </a:xfrm>
            <a:custGeom>
              <a:rect b="b" l="l" r="r" t="t"/>
              <a:pathLst>
                <a:path extrusionOk="0" h="20162" w="17608">
                  <a:moveTo>
                    <a:pt x="404" y="0"/>
                  </a:moveTo>
                  <a:lnTo>
                    <a:pt x="1" y="269"/>
                  </a:lnTo>
                  <a:lnTo>
                    <a:pt x="5243" y="9543"/>
                  </a:lnTo>
                  <a:lnTo>
                    <a:pt x="15995" y="20161"/>
                  </a:lnTo>
                  <a:lnTo>
                    <a:pt x="17608" y="17204"/>
                  </a:lnTo>
                  <a:lnTo>
                    <a:pt x="404" y="0"/>
                  </a:lnTo>
                  <a:close/>
                </a:path>
              </a:pathLst>
            </a:custGeom>
            <a:solidFill>
              <a:srgbClr val="29A2D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701" name="Google Shape;701;p6"/>
            <p:cNvSpPr/>
            <p:nvPr/>
          </p:nvSpPr>
          <p:spPr>
            <a:xfrm>
              <a:off x="1760275" y="1431100"/>
              <a:ext cx="433500" cy="319225"/>
            </a:xfrm>
            <a:custGeom>
              <a:rect b="b" l="l" r="r" t="t"/>
              <a:pathLst>
                <a:path extrusionOk="0" h="12769" w="17340">
                  <a:moveTo>
                    <a:pt x="1" y="0"/>
                  </a:moveTo>
                  <a:lnTo>
                    <a:pt x="12635" y="12769"/>
                  </a:lnTo>
                  <a:lnTo>
                    <a:pt x="17339" y="12769"/>
                  </a:lnTo>
                  <a:lnTo>
                    <a:pt x="4570" y="0"/>
                  </a:lnTo>
                  <a:close/>
                </a:path>
              </a:pathLst>
            </a:custGeom>
            <a:solidFill>
              <a:srgbClr val="29A2D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702" name="Google Shape;702;p6"/>
            <p:cNvSpPr/>
            <p:nvPr/>
          </p:nvSpPr>
          <p:spPr>
            <a:xfrm>
              <a:off x="1854350" y="1431100"/>
              <a:ext cx="436850" cy="319225"/>
            </a:xfrm>
            <a:custGeom>
              <a:rect b="b" l="l" r="r" t="t"/>
              <a:pathLst>
                <a:path extrusionOk="0" h="12769" w="17474">
                  <a:moveTo>
                    <a:pt x="1" y="0"/>
                  </a:moveTo>
                  <a:lnTo>
                    <a:pt x="12770" y="12769"/>
                  </a:lnTo>
                  <a:lnTo>
                    <a:pt x="17474" y="12769"/>
                  </a:lnTo>
                  <a:lnTo>
                    <a:pt x="4705" y="0"/>
                  </a:lnTo>
                  <a:close/>
                </a:path>
              </a:pathLst>
            </a:custGeom>
            <a:solidFill>
              <a:srgbClr val="2AA1D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703" name="Google Shape;703;p6"/>
            <p:cNvSpPr/>
            <p:nvPr/>
          </p:nvSpPr>
          <p:spPr>
            <a:xfrm>
              <a:off x="2872500" y="2345050"/>
              <a:ext cx="611575" cy="672050"/>
            </a:xfrm>
            <a:custGeom>
              <a:rect b="b" l="l" r="r" t="t"/>
              <a:pathLst>
                <a:path extrusionOk="0" h="26882" w="24463">
                  <a:moveTo>
                    <a:pt x="538" y="1"/>
                  </a:moveTo>
                  <a:lnTo>
                    <a:pt x="0" y="269"/>
                  </a:lnTo>
                  <a:lnTo>
                    <a:pt x="5377" y="9409"/>
                  </a:lnTo>
                  <a:lnTo>
                    <a:pt x="22715" y="26882"/>
                  </a:lnTo>
                  <a:lnTo>
                    <a:pt x="24462" y="23925"/>
                  </a:lnTo>
                  <a:lnTo>
                    <a:pt x="538" y="1"/>
                  </a:lnTo>
                  <a:close/>
                </a:path>
              </a:pathLst>
            </a:custGeom>
            <a:solidFill>
              <a:srgbClr val="2AA1D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704" name="Google Shape;704;p6"/>
            <p:cNvSpPr/>
            <p:nvPr/>
          </p:nvSpPr>
          <p:spPr>
            <a:xfrm>
              <a:off x="2741450" y="2113200"/>
              <a:ext cx="779575" cy="843425"/>
            </a:xfrm>
            <a:custGeom>
              <a:rect b="b" l="l" r="r" t="t"/>
              <a:pathLst>
                <a:path extrusionOk="0" h="33737" w="31183">
                  <a:moveTo>
                    <a:pt x="404" y="0"/>
                  </a:moveTo>
                  <a:lnTo>
                    <a:pt x="0" y="404"/>
                  </a:lnTo>
                  <a:lnTo>
                    <a:pt x="5242" y="9543"/>
                  </a:lnTo>
                  <a:lnTo>
                    <a:pt x="29436" y="33736"/>
                  </a:lnTo>
                  <a:lnTo>
                    <a:pt x="31183" y="30780"/>
                  </a:lnTo>
                  <a:lnTo>
                    <a:pt x="404" y="0"/>
                  </a:lnTo>
                  <a:close/>
                </a:path>
              </a:pathLst>
            </a:custGeom>
            <a:solidFill>
              <a:srgbClr val="2B9FDE"/>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705" name="Google Shape;705;p6"/>
            <p:cNvSpPr/>
            <p:nvPr/>
          </p:nvSpPr>
          <p:spPr>
            <a:xfrm>
              <a:off x="1951800" y="1431100"/>
              <a:ext cx="433500" cy="319225"/>
            </a:xfrm>
            <a:custGeom>
              <a:rect b="b" l="l" r="r" t="t"/>
              <a:pathLst>
                <a:path extrusionOk="0" h="12769" w="17340">
                  <a:moveTo>
                    <a:pt x="1" y="0"/>
                  </a:moveTo>
                  <a:lnTo>
                    <a:pt x="12769" y="12769"/>
                  </a:lnTo>
                  <a:lnTo>
                    <a:pt x="17339" y="12769"/>
                  </a:lnTo>
                  <a:lnTo>
                    <a:pt x="4705" y="0"/>
                  </a:lnTo>
                  <a:close/>
                </a:path>
              </a:pathLst>
            </a:custGeom>
            <a:solidFill>
              <a:srgbClr val="2B9FDE"/>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706" name="Google Shape;706;p6"/>
            <p:cNvSpPr/>
            <p:nvPr/>
          </p:nvSpPr>
          <p:spPr>
            <a:xfrm>
              <a:off x="2049250" y="1431100"/>
              <a:ext cx="433500" cy="319225"/>
            </a:xfrm>
            <a:custGeom>
              <a:rect b="b" l="l" r="r" t="t"/>
              <a:pathLst>
                <a:path extrusionOk="0" h="12769" w="17340">
                  <a:moveTo>
                    <a:pt x="1" y="0"/>
                  </a:moveTo>
                  <a:lnTo>
                    <a:pt x="12769" y="12769"/>
                  </a:lnTo>
                  <a:lnTo>
                    <a:pt x="17339" y="12769"/>
                  </a:lnTo>
                  <a:lnTo>
                    <a:pt x="4705" y="0"/>
                  </a:lnTo>
                  <a:close/>
                </a:path>
              </a:pathLst>
            </a:custGeom>
            <a:solidFill>
              <a:srgbClr val="2C9DDE"/>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707" name="Google Shape;707;p6"/>
            <p:cNvSpPr/>
            <p:nvPr/>
          </p:nvSpPr>
          <p:spPr>
            <a:xfrm>
              <a:off x="2610400" y="1884700"/>
              <a:ext cx="924075" cy="1008075"/>
            </a:xfrm>
            <a:custGeom>
              <a:rect b="b" l="l" r="r" t="t"/>
              <a:pathLst>
                <a:path extrusionOk="0" h="40323" w="36963">
                  <a:moveTo>
                    <a:pt x="404" y="1"/>
                  </a:moveTo>
                  <a:lnTo>
                    <a:pt x="1" y="270"/>
                  </a:lnTo>
                  <a:lnTo>
                    <a:pt x="5242" y="9544"/>
                  </a:lnTo>
                  <a:lnTo>
                    <a:pt x="36022" y="40323"/>
                  </a:lnTo>
                  <a:lnTo>
                    <a:pt x="36963" y="38979"/>
                  </a:lnTo>
                  <a:lnTo>
                    <a:pt x="33737" y="33334"/>
                  </a:lnTo>
                  <a:lnTo>
                    <a:pt x="404" y="1"/>
                  </a:lnTo>
                  <a:close/>
                </a:path>
              </a:pathLst>
            </a:custGeom>
            <a:solidFill>
              <a:srgbClr val="2C9DDE"/>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708" name="Google Shape;708;p6"/>
            <p:cNvSpPr/>
            <p:nvPr/>
          </p:nvSpPr>
          <p:spPr>
            <a:xfrm>
              <a:off x="2146700" y="1431100"/>
              <a:ext cx="1307125" cy="1297025"/>
            </a:xfrm>
            <a:custGeom>
              <a:rect b="b" l="l" r="r" t="t"/>
              <a:pathLst>
                <a:path extrusionOk="0" h="51881" w="52285">
                  <a:moveTo>
                    <a:pt x="0" y="0"/>
                  </a:moveTo>
                  <a:lnTo>
                    <a:pt x="12769" y="12769"/>
                  </a:lnTo>
                  <a:lnTo>
                    <a:pt x="15188" y="12769"/>
                  </a:lnTo>
                  <a:lnTo>
                    <a:pt x="18549" y="18548"/>
                  </a:lnTo>
                  <a:lnTo>
                    <a:pt x="51882" y="51881"/>
                  </a:lnTo>
                  <a:lnTo>
                    <a:pt x="52285" y="51478"/>
                  </a:lnTo>
                  <a:lnTo>
                    <a:pt x="46909" y="42338"/>
                  </a:lnTo>
                  <a:lnTo>
                    <a:pt x="4570" y="0"/>
                  </a:lnTo>
                  <a:close/>
                </a:path>
              </a:pathLst>
            </a:custGeom>
            <a:solidFill>
              <a:srgbClr val="2D9CD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709" name="Google Shape;709;p6"/>
            <p:cNvSpPr/>
            <p:nvPr/>
          </p:nvSpPr>
          <p:spPr>
            <a:xfrm>
              <a:off x="2244150" y="1431100"/>
              <a:ext cx="1075275" cy="1065175"/>
            </a:xfrm>
            <a:custGeom>
              <a:rect b="b" l="l" r="r" t="t"/>
              <a:pathLst>
                <a:path extrusionOk="0" h="42607" w="43011">
                  <a:moveTo>
                    <a:pt x="0" y="0"/>
                  </a:moveTo>
                  <a:lnTo>
                    <a:pt x="42607" y="42607"/>
                  </a:lnTo>
                  <a:lnTo>
                    <a:pt x="43011" y="42338"/>
                  </a:lnTo>
                  <a:lnTo>
                    <a:pt x="37769" y="33064"/>
                  </a:lnTo>
                  <a:lnTo>
                    <a:pt x="4570" y="0"/>
                  </a:lnTo>
                  <a:close/>
                </a:path>
              </a:pathLst>
            </a:custGeom>
            <a:solidFill>
              <a:srgbClr val="2F9AE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710" name="Google Shape;710;p6"/>
            <p:cNvSpPr/>
            <p:nvPr/>
          </p:nvSpPr>
          <p:spPr>
            <a:xfrm>
              <a:off x="2341575" y="1431100"/>
              <a:ext cx="846800" cy="836700"/>
            </a:xfrm>
            <a:custGeom>
              <a:rect b="b" l="l" r="r" t="t"/>
              <a:pathLst>
                <a:path extrusionOk="0" h="33468" w="33872">
                  <a:moveTo>
                    <a:pt x="1" y="0"/>
                  </a:moveTo>
                  <a:lnTo>
                    <a:pt x="33468" y="33467"/>
                  </a:lnTo>
                  <a:lnTo>
                    <a:pt x="33872" y="33198"/>
                  </a:lnTo>
                  <a:lnTo>
                    <a:pt x="28495" y="23924"/>
                  </a:lnTo>
                  <a:lnTo>
                    <a:pt x="4571" y="0"/>
                  </a:lnTo>
                  <a:close/>
                </a:path>
              </a:pathLst>
            </a:custGeom>
            <a:solidFill>
              <a:srgbClr val="3098E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711" name="Google Shape;711;p6"/>
            <p:cNvSpPr/>
            <p:nvPr/>
          </p:nvSpPr>
          <p:spPr>
            <a:xfrm>
              <a:off x="2439025" y="1431100"/>
              <a:ext cx="618300" cy="608200"/>
            </a:xfrm>
            <a:custGeom>
              <a:rect b="b" l="l" r="r" t="t"/>
              <a:pathLst>
                <a:path extrusionOk="0" h="24328" w="24732">
                  <a:moveTo>
                    <a:pt x="1" y="0"/>
                  </a:moveTo>
                  <a:lnTo>
                    <a:pt x="24194" y="24328"/>
                  </a:lnTo>
                  <a:lnTo>
                    <a:pt x="24732" y="23924"/>
                  </a:lnTo>
                  <a:lnTo>
                    <a:pt x="19355" y="14785"/>
                  </a:lnTo>
                  <a:lnTo>
                    <a:pt x="4571" y="0"/>
                  </a:lnTo>
                  <a:close/>
                </a:path>
              </a:pathLst>
            </a:custGeom>
            <a:solidFill>
              <a:srgbClr val="3196E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712" name="Google Shape;712;p6"/>
            <p:cNvSpPr/>
            <p:nvPr/>
          </p:nvSpPr>
          <p:spPr>
            <a:xfrm>
              <a:off x="2533125" y="1431100"/>
              <a:ext cx="389800" cy="376350"/>
            </a:xfrm>
            <a:custGeom>
              <a:rect b="b" l="l" r="r" t="t"/>
              <a:pathLst>
                <a:path extrusionOk="0" h="15054" w="15592">
                  <a:moveTo>
                    <a:pt x="0" y="0"/>
                  </a:moveTo>
                  <a:lnTo>
                    <a:pt x="15188" y="15054"/>
                  </a:lnTo>
                  <a:lnTo>
                    <a:pt x="15591" y="14785"/>
                  </a:lnTo>
                  <a:lnTo>
                    <a:pt x="10350" y="5645"/>
                  </a:lnTo>
                  <a:lnTo>
                    <a:pt x="4704" y="0"/>
                  </a:lnTo>
                  <a:close/>
                </a:path>
              </a:pathLst>
            </a:custGeom>
            <a:solidFill>
              <a:srgbClr val="3295E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713" name="Google Shape;713;p6"/>
            <p:cNvSpPr/>
            <p:nvPr/>
          </p:nvSpPr>
          <p:spPr>
            <a:xfrm>
              <a:off x="2630575" y="1431100"/>
              <a:ext cx="161300" cy="147850"/>
            </a:xfrm>
            <a:custGeom>
              <a:rect b="b" l="l" r="r" t="t"/>
              <a:pathLst>
                <a:path extrusionOk="0" h="5914" w="6452">
                  <a:moveTo>
                    <a:pt x="0" y="0"/>
                  </a:moveTo>
                  <a:lnTo>
                    <a:pt x="6048" y="5914"/>
                  </a:lnTo>
                  <a:lnTo>
                    <a:pt x="6452" y="5645"/>
                  </a:lnTo>
                  <a:lnTo>
                    <a:pt x="3226" y="0"/>
                  </a:lnTo>
                  <a:close/>
                </a:path>
              </a:pathLst>
            </a:custGeom>
            <a:solidFill>
              <a:srgbClr val="3393E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grpSp>
      <p:sp>
        <p:nvSpPr>
          <p:cNvPr id="714" name="Google Shape;714;p6"/>
          <p:cNvSpPr/>
          <p:nvPr/>
        </p:nvSpPr>
        <p:spPr>
          <a:xfrm flipH="1" rot="10800000">
            <a:off x="8486774" y="4230775"/>
            <a:ext cx="819900" cy="710100"/>
          </a:xfrm>
          <a:prstGeom prst="hexagon">
            <a:avLst>
              <a:gd fmla="val 28678" name="adj"/>
              <a:gd fmla="val 115470" name="vf"/>
            </a:avLst>
          </a:prstGeom>
          <a:noFill/>
          <a:ln cap="flat" cmpd="sng" w="9525">
            <a:solidFill>
              <a:srgbClr val="184769"/>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715" name="Google Shape;715;p6"/>
          <p:cNvSpPr/>
          <p:nvPr/>
        </p:nvSpPr>
        <p:spPr>
          <a:xfrm flipH="1" rot="10800000">
            <a:off x="8124824" y="4615700"/>
            <a:ext cx="428700" cy="371100"/>
          </a:xfrm>
          <a:prstGeom prst="hexagon">
            <a:avLst>
              <a:gd fmla="val 28678" name="adj"/>
              <a:gd fmla="val 115470" name="vf"/>
            </a:avLst>
          </a:prstGeom>
          <a:solidFill>
            <a:srgbClr val="3292E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716" name="Google Shape;716;p6"/>
          <p:cNvSpPr/>
          <p:nvPr/>
        </p:nvSpPr>
        <p:spPr>
          <a:xfrm flipH="1" rot="10800000">
            <a:off x="7821348" y="2935400"/>
            <a:ext cx="819900" cy="709800"/>
          </a:xfrm>
          <a:prstGeom prst="hexagon">
            <a:avLst>
              <a:gd fmla="val 28678" name="adj"/>
              <a:gd fmla="val 115470" name="vf"/>
            </a:avLst>
          </a:prstGeom>
          <a:solidFill>
            <a:srgbClr val="184769"/>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717" name="Google Shape;717;p6"/>
          <p:cNvSpPr/>
          <p:nvPr/>
        </p:nvSpPr>
        <p:spPr>
          <a:xfrm flipH="1" rot="10800000">
            <a:off x="8486775" y="3512175"/>
            <a:ext cx="358800" cy="310500"/>
          </a:xfrm>
          <a:prstGeom prst="hexagon">
            <a:avLst>
              <a:gd fmla="val 28678" name="adj"/>
              <a:gd fmla="val 115470" name="vf"/>
            </a:avLst>
          </a:prstGeom>
          <a:noFill/>
          <a:ln cap="flat" cmpd="sng" w="19050">
            <a:solidFill>
              <a:srgbClr val="00E1C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718" name="Google Shape;718;p6"/>
          <p:cNvSpPr/>
          <p:nvPr/>
        </p:nvSpPr>
        <p:spPr>
          <a:xfrm>
            <a:off x="8772688" y="4461808"/>
            <a:ext cx="248073" cy="248058"/>
          </a:xfrm>
          <a:custGeom>
            <a:rect b="b" l="l" r="r" t="t"/>
            <a:pathLst>
              <a:path extrusionOk="0" h="16999" w="17000">
                <a:moveTo>
                  <a:pt x="8769" y="5740"/>
                </a:moveTo>
                <a:lnTo>
                  <a:pt x="9037" y="5788"/>
                </a:lnTo>
                <a:lnTo>
                  <a:pt x="9282" y="5862"/>
                </a:lnTo>
                <a:lnTo>
                  <a:pt x="9550" y="5935"/>
                </a:lnTo>
                <a:lnTo>
                  <a:pt x="9794" y="6057"/>
                </a:lnTo>
                <a:lnTo>
                  <a:pt x="10014" y="6204"/>
                </a:lnTo>
                <a:lnTo>
                  <a:pt x="10234" y="6350"/>
                </a:lnTo>
                <a:lnTo>
                  <a:pt x="10454" y="6546"/>
                </a:lnTo>
                <a:lnTo>
                  <a:pt x="10649" y="6765"/>
                </a:lnTo>
                <a:lnTo>
                  <a:pt x="10796" y="6985"/>
                </a:lnTo>
                <a:lnTo>
                  <a:pt x="10942" y="7205"/>
                </a:lnTo>
                <a:lnTo>
                  <a:pt x="11064" y="7449"/>
                </a:lnTo>
                <a:lnTo>
                  <a:pt x="11138" y="7718"/>
                </a:lnTo>
                <a:lnTo>
                  <a:pt x="11211" y="7962"/>
                </a:lnTo>
                <a:lnTo>
                  <a:pt x="11260" y="8231"/>
                </a:lnTo>
                <a:lnTo>
                  <a:pt x="11260" y="8499"/>
                </a:lnTo>
                <a:lnTo>
                  <a:pt x="11260" y="8768"/>
                </a:lnTo>
                <a:lnTo>
                  <a:pt x="11211" y="9037"/>
                </a:lnTo>
                <a:lnTo>
                  <a:pt x="11138" y="9281"/>
                </a:lnTo>
                <a:lnTo>
                  <a:pt x="11064" y="9550"/>
                </a:lnTo>
                <a:lnTo>
                  <a:pt x="10942" y="9794"/>
                </a:lnTo>
                <a:lnTo>
                  <a:pt x="10796" y="10014"/>
                </a:lnTo>
                <a:lnTo>
                  <a:pt x="10649" y="10233"/>
                </a:lnTo>
                <a:lnTo>
                  <a:pt x="10454" y="10453"/>
                </a:lnTo>
                <a:lnTo>
                  <a:pt x="10234" y="10649"/>
                </a:lnTo>
                <a:lnTo>
                  <a:pt x="10014" y="10795"/>
                </a:lnTo>
                <a:lnTo>
                  <a:pt x="9794" y="10942"/>
                </a:lnTo>
                <a:lnTo>
                  <a:pt x="9550" y="11064"/>
                </a:lnTo>
                <a:lnTo>
                  <a:pt x="9282" y="11137"/>
                </a:lnTo>
                <a:lnTo>
                  <a:pt x="9037" y="11210"/>
                </a:lnTo>
                <a:lnTo>
                  <a:pt x="8769" y="11259"/>
                </a:lnTo>
                <a:lnTo>
                  <a:pt x="8231" y="11259"/>
                </a:lnTo>
                <a:lnTo>
                  <a:pt x="7963" y="11210"/>
                </a:lnTo>
                <a:lnTo>
                  <a:pt x="7719" y="11137"/>
                </a:lnTo>
                <a:lnTo>
                  <a:pt x="7450" y="11064"/>
                </a:lnTo>
                <a:lnTo>
                  <a:pt x="7206" y="10942"/>
                </a:lnTo>
                <a:lnTo>
                  <a:pt x="6986" y="10795"/>
                </a:lnTo>
                <a:lnTo>
                  <a:pt x="6766" y="10649"/>
                </a:lnTo>
                <a:lnTo>
                  <a:pt x="6546" y="10453"/>
                </a:lnTo>
                <a:lnTo>
                  <a:pt x="6351" y="10233"/>
                </a:lnTo>
                <a:lnTo>
                  <a:pt x="6204" y="10014"/>
                </a:lnTo>
                <a:lnTo>
                  <a:pt x="6058" y="9794"/>
                </a:lnTo>
                <a:lnTo>
                  <a:pt x="5936" y="9550"/>
                </a:lnTo>
                <a:lnTo>
                  <a:pt x="5862" y="9281"/>
                </a:lnTo>
                <a:lnTo>
                  <a:pt x="5789" y="9037"/>
                </a:lnTo>
                <a:lnTo>
                  <a:pt x="5740" y="8768"/>
                </a:lnTo>
                <a:lnTo>
                  <a:pt x="5740" y="8499"/>
                </a:lnTo>
                <a:lnTo>
                  <a:pt x="5740" y="8231"/>
                </a:lnTo>
                <a:lnTo>
                  <a:pt x="5789" y="7962"/>
                </a:lnTo>
                <a:lnTo>
                  <a:pt x="5862" y="7718"/>
                </a:lnTo>
                <a:lnTo>
                  <a:pt x="5936" y="7449"/>
                </a:lnTo>
                <a:lnTo>
                  <a:pt x="6058" y="7205"/>
                </a:lnTo>
                <a:lnTo>
                  <a:pt x="6204" y="6985"/>
                </a:lnTo>
                <a:lnTo>
                  <a:pt x="6351" y="6765"/>
                </a:lnTo>
                <a:lnTo>
                  <a:pt x="6546" y="6546"/>
                </a:lnTo>
                <a:lnTo>
                  <a:pt x="6766" y="6350"/>
                </a:lnTo>
                <a:lnTo>
                  <a:pt x="6986" y="6204"/>
                </a:lnTo>
                <a:lnTo>
                  <a:pt x="7206" y="6057"/>
                </a:lnTo>
                <a:lnTo>
                  <a:pt x="7450" y="5935"/>
                </a:lnTo>
                <a:lnTo>
                  <a:pt x="7719" y="5862"/>
                </a:lnTo>
                <a:lnTo>
                  <a:pt x="7963" y="5788"/>
                </a:lnTo>
                <a:lnTo>
                  <a:pt x="8231" y="5740"/>
                </a:lnTo>
                <a:close/>
                <a:moveTo>
                  <a:pt x="7914" y="0"/>
                </a:moveTo>
                <a:lnTo>
                  <a:pt x="7743" y="25"/>
                </a:lnTo>
                <a:lnTo>
                  <a:pt x="7596" y="73"/>
                </a:lnTo>
                <a:lnTo>
                  <a:pt x="7474" y="147"/>
                </a:lnTo>
                <a:lnTo>
                  <a:pt x="7328" y="244"/>
                </a:lnTo>
                <a:lnTo>
                  <a:pt x="7230" y="342"/>
                </a:lnTo>
                <a:lnTo>
                  <a:pt x="7132" y="489"/>
                </a:lnTo>
                <a:lnTo>
                  <a:pt x="7084" y="635"/>
                </a:lnTo>
                <a:lnTo>
                  <a:pt x="7035" y="782"/>
                </a:lnTo>
                <a:lnTo>
                  <a:pt x="6839" y="2540"/>
                </a:lnTo>
                <a:lnTo>
                  <a:pt x="6497" y="2638"/>
                </a:lnTo>
                <a:lnTo>
                  <a:pt x="6131" y="2784"/>
                </a:lnTo>
                <a:lnTo>
                  <a:pt x="5789" y="2931"/>
                </a:lnTo>
                <a:lnTo>
                  <a:pt x="5447" y="3102"/>
                </a:lnTo>
                <a:lnTo>
                  <a:pt x="4079" y="2027"/>
                </a:lnTo>
                <a:lnTo>
                  <a:pt x="3933" y="1930"/>
                </a:lnTo>
                <a:lnTo>
                  <a:pt x="3786" y="1881"/>
                </a:lnTo>
                <a:lnTo>
                  <a:pt x="3640" y="1832"/>
                </a:lnTo>
                <a:lnTo>
                  <a:pt x="3493" y="1832"/>
                </a:lnTo>
                <a:lnTo>
                  <a:pt x="3322" y="1856"/>
                </a:lnTo>
                <a:lnTo>
                  <a:pt x="3176" y="1905"/>
                </a:lnTo>
                <a:lnTo>
                  <a:pt x="3029" y="1978"/>
                </a:lnTo>
                <a:lnTo>
                  <a:pt x="2907" y="2076"/>
                </a:lnTo>
                <a:lnTo>
                  <a:pt x="2077" y="2907"/>
                </a:lnTo>
                <a:lnTo>
                  <a:pt x="1979" y="3029"/>
                </a:lnTo>
                <a:lnTo>
                  <a:pt x="1906" y="3175"/>
                </a:lnTo>
                <a:lnTo>
                  <a:pt x="1857" y="3322"/>
                </a:lnTo>
                <a:lnTo>
                  <a:pt x="1833" y="3493"/>
                </a:lnTo>
                <a:lnTo>
                  <a:pt x="1833" y="3639"/>
                </a:lnTo>
                <a:lnTo>
                  <a:pt x="1881" y="3786"/>
                </a:lnTo>
                <a:lnTo>
                  <a:pt x="1930" y="3932"/>
                </a:lnTo>
                <a:lnTo>
                  <a:pt x="2028" y="4079"/>
                </a:lnTo>
                <a:lnTo>
                  <a:pt x="3103" y="5447"/>
                </a:lnTo>
                <a:lnTo>
                  <a:pt x="2932" y="5788"/>
                </a:lnTo>
                <a:lnTo>
                  <a:pt x="2785" y="6130"/>
                </a:lnTo>
                <a:lnTo>
                  <a:pt x="2639" y="6497"/>
                </a:lnTo>
                <a:lnTo>
                  <a:pt x="2541" y="6839"/>
                </a:lnTo>
                <a:lnTo>
                  <a:pt x="782" y="7034"/>
                </a:lnTo>
                <a:lnTo>
                  <a:pt x="636" y="7083"/>
                </a:lnTo>
                <a:lnTo>
                  <a:pt x="489" y="7132"/>
                </a:lnTo>
                <a:lnTo>
                  <a:pt x="343" y="7229"/>
                </a:lnTo>
                <a:lnTo>
                  <a:pt x="245" y="7327"/>
                </a:lnTo>
                <a:lnTo>
                  <a:pt x="147" y="7474"/>
                </a:lnTo>
                <a:lnTo>
                  <a:pt x="74" y="7596"/>
                </a:lnTo>
                <a:lnTo>
                  <a:pt x="25" y="7742"/>
                </a:lnTo>
                <a:lnTo>
                  <a:pt x="1" y="7913"/>
                </a:lnTo>
                <a:lnTo>
                  <a:pt x="1" y="9086"/>
                </a:lnTo>
                <a:lnTo>
                  <a:pt x="25" y="9257"/>
                </a:lnTo>
                <a:lnTo>
                  <a:pt x="74" y="9403"/>
                </a:lnTo>
                <a:lnTo>
                  <a:pt x="147" y="9525"/>
                </a:lnTo>
                <a:lnTo>
                  <a:pt x="245" y="9672"/>
                </a:lnTo>
                <a:lnTo>
                  <a:pt x="343" y="9769"/>
                </a:lnTo>
                <a:lnTo>
                  <a:pt x="489" y="9867"/>
                </a:lnTo>
                <a:lnTo>
                  <a:pt x="636" y="9916"/>
                </a:lnTo>
                <a:lnTo>
                  <a:pt x="782" y="9965"/>
                </a:lnTo>
                <a:lnTo>
                  <a:pt x="2541" y="10160"/>
                </a:lnTo>
                <a:lnTo>
                  <a:pt x="2639" y="10502"/>
                </a:lnTo>
                <a:lnTo>
                  <a:pt x="2785" y="10868"/>
                </a:lnTo>
                <a:lnTo>
                  <a:pt x="2932" y="11210"/>
                </a:lnTo>
                <a:lnTo>
                  <a:pt x="3103" y="11552"/>
                </a:lnTo>
                <a:lnTo>
                  <a:pt x="2028" y="12920"/>
                </a:lnTo>
                <a:lnTo>
                  <a:pt x="1930" y="13067"/>
                </a:lnTo>
                <a:lnTo>
                  <a:pt x="1881" y="13213"/>
                </a:lnTo>
                <a:lnTo>
                  <a:pt x="1833" y="13360"/>
                </a:lnTo>
                <a:lnTo>
                  <a:pt x="1833" y="13506"/>
                </a:lnTo>
                <a:lnTo>
                  <a:pt x="1857" y="13677"/>
                </a:lnTo>
                <a:lnTo>
                  <a:pt x="1906" y="13824"/>
                </a:lnTo>
                <a:lnTo>
                  <a:pt x="1979" y="13970"/>
                </a:lnTo>
                <a:lnTo>
                  <a:pt x="2077" y="14092"/>
                </a:lnTo>
                <a:lnTo>
                  <a:pt x="2907" y="14923"/>
                </a:lnTo>
                <a:lnTo>
                  <a:pt x="3029" y="15020"/>
                </a:lnTo>
                <a:lnTo>
                  <a:pt x="3176" y="15094"/>
                </a:lnTo>
                <a:lnTo>
                  <a:pt x="3322" y="15142"/>
                </a:lnTo>
                <a:lnTo>
                  <a:pt x="3493" y="15167"/>
                </a:lnTo>
                <a:lnTo>
                  <a:pt x="3640" y="15167"/>
                </a:lnTo>
                <a:lnTo>
                  <a:pt x="3786" y="15118"/>
                </a:lnTo>
                <a:lnTo>
                  <a:pt x="3933" y="15069"/>
                </a:lnTo>
                <a:lnTo>
                  <a:pt x="4079" y="14996"/>
                </a:lnTo>
                <a:lnTo>
                  <a:pt x="5447" y="13897"/>
                </a:lnTo>
                <a:lnTo>
                  <a:pt x="5789" y="14068"/>
                </a:lnTo>
                <a:lnTo>
                  <a:pt x="6131" y="14214"/>
                </a:lnTo>
                <a:lnTo>
                  <a:pt x="6497" y="14361"/>
                </a:lnTo>
                <a:lnTo>
                  <a:pt x="6839" y="14459"/>
                </a:lnTo>
                <a:lnTo>
                  <a:pt x="7035" y="16217"/>
                </a:lnTo>
                <a:lnTo>
                  <a:pt x="7084" y="16364"/>
                </a:lnTo>
                <a:lnTo>
                  <a:pt x="7132" y="16510"/>
                </a:lnTo>
                <a:lnTo>
                  <a:pt x="7230" y="16657"/>
                </a:lnTo>
                <a:lnTo>
                  <a:pt x="7328" y="16754"/>
                </a:lnTo>
                <a:lnTo>
                  <a:pt x="7474" y="16852"/>
                </a:lnTo>
                <a:lnTo>
                  <a:pt x="7596" y="16925"/>
                </a:lnTo>
                <a:lnTo>
                  <a:pt x="7743" y="16974"/>
                </a:lnTo>
                <a:lnTo>
                  <a:pt x="7914" y="16999"/>
                </a:lnTo>
                <a:lnTo>
                  <a:pt x="9086" y="16999"/>
                </a:lnTo>
                <a:lnTo>
                  <a:pt x="9257" y="16974"/>
                </a:lnTo>
                <a:lnTo>
                  <a:pt x="9404" y="16925"/>
                </a:lnTo>
                <a:lnTo>
                  <a:pt x="9526" y="16852"/>
                </a:lnTo>
                <a:lnTo>
                  <a:pt x="9672" y="16754"/>
                </a:lnTo>
                <a:lnTo>
                  <a:pt x="9770" y="16657"/>
                </a:lnTo>
                <a:lnTo>
                  <a:pt x="9868" y="16510"/>
                </a:lnTo>
                <a:lnTo>
                  <a:pt x="9917" y="16364"/>
                </a:lnTo>
                <a:lnTo>
                  <a:pt x="9965" y="16217"/>
                </a:lnTo>
                <a:lnTo>
                  <a:pt x="10161" y="14459"/>
                </a:lnTo>
                <a:lnTo>
                  <a:pt x="10503" y="14361"/>
                </a:lnTo>
                <a:lnTo>
                  <a:pt x="10869" y="14214"/>
                </a:lnTo>
                <a:lnTo>
                  <a:pt x="11211" y="14068"/>
                </a:lnTo>
                <a:lnTo>
                  <a:pt x="11553" y="13897"/>
                </a:lnTo>
                <a:lnTo>
                  <a:pt x="12921" y="14996"/>
                </a:lnTo>
                <a:lnTo>
                  <a:pt x="13067" y="15069"/>
                </a:lnTo>
                <a:lnTo>
                  <a:pt x="13214" y="15118"/>
                </a:lnTo>
                <a:lnTo>
                  <a:pt x="13360" y="15167"/>
                </a:lnTo>
                <a:lnTo>
                  <a:pt x="13507" y="15167"/>
                </a:lnTo>
                <a:lnTo>
                  <a:pt x="13678" y="15142"/>
                </a:lnTo>
                <a:lnTo>
                  <a:pt x="13824" y="15094"/>
                </a:lnTo>
                <a:lnTo>
                  <a:pt x="13971" y="15020"/>
                </a:lnTo>
                <a:lnTo>
                  <a:pt x="14093" y="14923"/>
                </a:lnTo>
                <a:lnTo>
                  <a:pt x="14923" y="14092"/>
                </a:lnTo>
                <a:lnTo>
                  <a:pt x="15021" y="13970"/>
                </a:lnTo>
                <a:lnTo>
                  <a:pt x="15094" y="13824"/>
                </a:lnTo>
                <a:lnTo>
                  <a:pt x="15143" y="13677"/>
                </a:lnTo>
                <a:lnTo>
                  <a:pt x="15168" y="13506"/>
                </a:lnTo>
                <a:lnTo>
                  <a:pt x="15168" y="13360"/>
                </a:lnTo>
                <a:lnTo>
                  <a:pt x="15119" y="13213"/>
                </a:lnTo>
                <a:lnTo>
                  <a:pt x="15070" y="13067"/>
                </a:lnTo>
                <a:lnTo>
                  <a:pt x="14997" y="12920"/>
                </a:lnTo>
                <a:lnTo>
                  <a:pt x="13898" y="11552"/>
                </a:lnTo>
                <a:lnTo>
                  <a:pt x="14068" y="11210"/>
                </a:lnTo>
                <a:lnTo>
                  <a:pt x="14215" y="10868"/>
                </a:lnTo>
                <a:lnTo>
                  <a:pt x="14362" y="10502"/>
                </a:lnTo>
                <a:lnTo>
                  <a:pt x="14459" y="10160"/>
                </a:lnTo>
                <a:lnTo>
                  <a:pt x="16218" y="9965"/>
                </a:lnTo>
                <a:lnTo>
                  <a:pt x="16364" y="9916"/>
                </a:lnTo>
                <a:lnTo>
                  <a:pt x="16511" y="9867"/>
                </a:lnTo>
                <a:lnTo>
                  <a:pt x="16657" y="9769"/>
                </a:lnTo>
                <a:lnTo>
                  <a:pt x="16755" y="9672"/>
                </a:lnTo>
                <a:lnTo>
                  <a:pt x="16853" y="9525"/>
                </a:lnTo>
                <a:lnTo>
                  <a:pt x="16926" y="9403"/>
                </a:lnTo>
                <a:lnTo>
                  <a:pt x="16975" y="9257"/>
                </a:lnTo>
                <a:lnTo>
                  <a:pt x="16999" y="9086"/>
                </a:lnTo>
                <a:lnTo>
                  <a:pt x="16999" y="7913"/>
                </a:lnTo>
                <a:lnTo>
                  <a:pt x="16975" y="7742"/>
                </a:lnTo>
                <a:lnTo>
                  <a:pt x="16926" y="7596"/>
                </a:lnTo>
                <a:lnTo>
                  <a:pt x="16853" y="7474"/>
                </a:lnTo>
                <a:lnTo>
                  <a:pt x="16755" y="7327"/>
                </a:lnTo>
                <a:lnTo>
                  <a:pt x="16657" y="7229"/>
                </a:lnTo>
                <a:lnTo>
                  <a:pt x="16511" y="7132"/>
                </a:lnTo>
                <a:lnTo>
                  <a:pt x="16364" y="7083"/>
                </a:lnTo>
                <a:lnTo>
                  <a:pt x="16218" y="7034"/>
                </a:lnTo>
                <a:lnTo>
                  <a:pt x="14459" y="6839"/>
                </a:lnTo>
                <a:lnTo>
                  <a:pt x="14362" y="6497"/>
                </a:lnTo>
                <a:lnTo>
                  <a:pt x="14215" y="6130"/>
                </a:lnTo>
                <a:lnTo>
                  <a:pt x="14068" y="5788"/>
                </a:lnTo>
                <a:lnTo>
                  <a:pt x="13898" y="5447"/>
                </a:lnTo>
                <a:lnTo>
                  <a:pt x="14997" y="4079"/>
                </a:lnTo>
                <a:lnTo>
                  <a:pt x="15070" y="3932"/>
                </a:lnTo>
                <a:lnTo>
                  <a:pt x="15119" y="3786"/>
                </a:lnTo>
                <a:lnTo>
                  <a:pt x="15168" y="3639"/>
                </a:lnTo>
                <a:lnTo>
                  <a:pt x="15168" y="3493"/>
                </a:lnTo>
                <a:lnTo>
                  <a:pt x="15143" y="3322"/>
                </a:lnTo>
                <a:lnTo>
                  <a:pt x="15094" y="3175"/>
                </a:lnTo>
                <a:lnTo>
                  <a:pt x="15021" y="3029"/>
                </a:lnTo>
                <a:lnTo>
                  <a:pt x="14923" y="2907"/>
                </a:lnTo>
                <a:lnTo>
                  <a:pt x="14093" y="2076"/>
                </a:lnTo>
                <a:lnTo>
                  <a:pt x="13971" y="1978"/>
                </a:lnTo>
                <a:lnTo>
                  <a:pt x="13824" y="1905"/>
                </a:lnTo>
                <a:lnTo>
                  <a:pt x="13678" y="1856"/>
                </a:lnTo>
                <a:lnTo>
                  <a:pt x="13507" y="1832"/>
                </a:lnTo>
                <a:lnTo>
                  <a:pt x="13360" y="1832"/>
                </a:lnTo>
                <a:lnTo>
                  <a:pt x="13214" y="1881"/>
                </a:lnTo>
                <a:lnTo>
                  <a:pt x="13067" y="1930"/>
                </a:lnTo>
                <a:lnTo>
                  <a:pt x="12921" y="2027"/>
                </a:lnTo>
                <a:lnTo>
                  <a:pt x="11553" y="3102"/>
                </a:lnTo>
                <a:lnTo>
                  <a:pt x="11211" y="2931"/>
                </a:lnTo>
                <a:lnTo>
                  <a:pt x="10869" y="2784"/>
                </a:lnTo>
                <a:lnTo>
                  <a:pt x="10503" y="2638"/>
                </a:lnTo>
                <a:lnTo>
                  <a:pt x="10161" y="2540"/>
                </a:lnTo>
                <a:lnTo>
                  <a:pt x="9965" y="782"/>
                </a:lnTo>
                <a:lnTo>
                  <a:pt x="9917" y="635"/>
                </a:lnTo>
                <a:lnTo>
                  <a:pt x="9868" y="489"/>
                </a:lnTo>
                <a:lnTo>
                  <a:pt x="9770" y="342"/>
                </a:lnTo>
                <a:lnTo>
                  <a:pt x="9672" y="244"/>
                </a:lnTo>
                <a:lnTo>
                  <a:pt x="9526" y="147"/>
                </a:lnTo>
                <a:lnTo>
                  <a:pt x="9404" y="73"/>
                </a:lnTo>
                <a:lnTo>
                  <a:pt x="9257" y="25"/>
                </a:lnTo>
                <a:lnTo>
                  <a:pt x="9086" y="0"/>
                </a:lnTo>
                <a:close/>
              </a:path>
            </a:pathLst>
          </a:custGeom>
          <a:solidFill>
            <a:srgbClr val="184769"/>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grpSp>
        <p:nvGrpSpPr>
          <p:cNvPr id="719" name="Google Shape;719;p6"/>
          <p:cNvGrpSpPr/>
          <p:nvPr/>
        </p:nvGrpSpPr>
        <p:grpSpPr>
          <a:xfrm>
            <a:off x="7354067" y="3426715"/>
            <a:ext cx="455624" cy="437054"/>
            <a:chOff x="5241175" y="4959100"/>
            <a:chExt cx="539775" cy="517775"/>
          </a:xfrm>
        </p:grpSpPr>
        <p:sp>
          <p:nvSpPr>
            <p:cNvPr id="720" name="Google Shape;720;p6"/>
            <p:cNvSpPr/>
            <p:nvPr/>
          </p:nvSpPr>
          <p:spPr>
            <a:xfrm>
              <a:off x="5575150" y="4959100"/>
              <a:ext cx="161225" cy="178300"/>
            </a:xfrm>
            <a:custGeom>
              <a:rect b="b" l="l" r="r" t="t"/>
              <a:pathLst>
                <a:path extrusionOk="0" h="7132" w="6449">
                  <a:moveTo>
                    <a:pt x="4641" y="0"/>
                  </a:moveTo>
                  <a:lnTo>
                    <a:pt x="4470" y="25"/>
                  </a:lnTo>
                  <a:lnTo>
                    <a:pt x="4299" y="49"/>
                  </a:lnTo>
                  <a:lnTo>
                    <a:pt x="4128" y="98"/>
                  </a:lnTo>
                  <a:lnTo>
                    <a:pt x="3957" y="147"/>
                  </a:lnTo>
                  <a:lnTo>
                    <a:pt x="3786" y="220"/>
                  </a:lnTo>
                  <a:lnTo>
                    <a:pt x="3640" y="318"/>
                  </a:lnTo>
                  <a:lnTo>
                    <a:pt x="3517" y="415"/>
                  </a:lnTo>
                  <a:lnTo>
                    <a:pt x="3395" y="538"/>
                  </a:lnTo>
                  <a:lnTo>
                    <a:pt x="3273" y="660"/>
                  </a:lnTo>
                  <a:lnTo>
                    <a:pt x="3175" y="806"/>
                  </a:lnTo>
                  <a:lnTo>
                    <a:pt x="3078" y="953"/>
                  </a:lnTo>
                  <a:lnTo>
                    <a:pt x="3005" y="1099"/>
                  </a:lnTo>
                  <a:lnTo>
                    <a:pt x="2931" y="1270"/>
                  </a:lnTo>
                  <a:lnTo>
                    <a:pt x="2907" y="1441"/>
                  </a:lnTo>
                  <a:lnTo>
                    <a:pt x="2882" y="1612"/>
                  </a:lnTo>
                  <a:lnTo>
                    <a:pt x="2858" y="1808"/>
                  </a:lnTo>
                  <a:lnTo>
                    <a:pt x="2882" y="2076"/>
                  </a:lnTo>
                  <a:lnTo>
                    <a:pt x="2956" y="2345"/>
                  </a:lnTo>
                  <a:lnTo>
                    <a:pt x="3053" y="2589"/>
                  </a:lnTo>
                  <a:lnTo>
                    <a:pt x="3175" y="2809"/>
                  </a:lnTo>
                  <a:lnTo>
                    <a:pt x="0" y="6546"/>
                  </a:lnTo>
                  <a:lnTo>
                    <a:pt x="367" y="6814"/>
                  </a:lnTo>
                  <a:lnTo>
                    <a:pt x="709" y="7132"/>
                  </a:lnTo>
                  <a:lnTo>
                    <a:pt x="3884" y="3419"/>
                  </a:lnTo>
                  <a:lnTo>
                    <a:pt x="4055" y="3493"/>
                  </a:lnTo>
                  <a:lnTo>
                    <a:pt x="4250" y="3542"/>
                  </a:lnTo>
                  <a:lnTo>
                    <a:pt x="4445" y="3566"/>
                  </a:lnTo>
                  <a:lnTo>
                    <a:pt x="4641" y="3590"/>
                  </a:lnTo>
                  <a:lnTo>
                    <a:pt x="4836" y="3566"/>
                  </a:lnTo>
                  <a:lnTo>
                    <a:pt x="5007" y="3542"/>
                  </a:lnTo>
                  <a:lnTo>
                    <a:pt x="5178" y="3517"/>
                  </a:lnTo>
                  <a:lnTo>
                    <a:pt x="5349" y="3444"/>
                  </a:lnTo>
                  <a:lnTo>
                    <a:pt x="5496" y="3371"/>
                  </a:lnTo>
                  <a:lnTo>
                    <a:pt x="5642" y="3273"/>
                  </a:lnTo>
                  <a:lnTo>
                    <a:pt x="5789" y="3175"/>
                  </a:lnTo>
                  <a:lnTo>
                    <a:pt x="5911" y="3053"/>
                  </a:lnTo>
                  <a:lnTo>
                    <a:pt x="6033" y="2931"/>
                  </a:lnTo>
                  <a:lnTo>
                    <a:pt x="6131" y="2809"/>
                  </a:lnTo>
                  <a:lnTo>
                    <a:pt x="6228" y="2638"/>
                  </a:lnTo>
                  <a:lnTo>
                    <a:pt x="6302" y="2491"/>
                  </a:lnTo>
                  <a:lnTo>
                    <a:pt x="6350" y="2320"/>
                  </a:lnTo>
                  <a:lnTo>
                    <a:pt x="6399" y="2149"/>
                  </a:lnTo>
                  <a:lnTo>
                    <a:pt x="6424" y="1979"/>
                  </a:lnTo>
                  <a:lnTo>
                    <a:pt x="6448" y="1808"/>
                  </a:lnTo>
                  <a:lnTo>
                    <a:pt x="6424" y="1612"/>
                  </a:lnTo>
                  <a:lnTo>
                    <a:pt x="6399" y="1441"/>
                  </a:lnTo>
                  <a:lnTo>
                    <a:pt x="6350" y="1270"/>
                  </a:lnTo>
                  <a:lnTo>
                    <a:pt x="6302" y="1099"/>
                  </a:lnTo>
                  <a:lnTo>
                    <a:pt x="6228" y="953"/>
                  </a:lnTo>
                  <a:lnTo>
                    <a:pt x="6131" y="806"/>
                  </a:lnTo>
                  <a:lnTo>
                    <a:pt x="6033" y="660"/>
                  </a:lnTo>
                  <a:lnTo>
                    <a:pt x="5911" y="538"/>
                  </a:lnTo>
                  <a:lnTo>
                    <a:pt x="5789" y="415"/>
                  </a:lnTo>
                  <a:lnTo>
                    <a:pt x="5642" y="318"/>
                  </a:lnTo>
                  <a:lnTo>
                    <a:pt x="5496" y="220"/>
                  </a:lnTo>
                  <a:lnTo>
                    <a:pt x="5349" y="147"/>
                  </a:lnTo>
                  <a:lnTo>
                    <a:pt x="5178" y="98"/>
                  </a:lnTo>
                  <a:lnTo>
                    <a:pt x="5007" y="49"/>
                  </a:lnTo>
                  <a:lnTo>
                    <a:pt x="4836" y="25"/>
                  </a:lnTo>
                  <a:lnTo>
                    <a:pt x="4641" y="0"/>
                  </a:lnTo>
                  <a:close/>
                </a:path>
              </a:pathLst>
            </a:custGeom>
            <a:solidFill>
              <a:srgbClr val="184769"/>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721" name="Google Shape;721;p6"/>
            <p:cNvSpPr/>
            <p:nvPr/>
          </p:nvSpPr>
          <p:spPr>
            <a:xfrm>
              <a:off x="5330925" y="4985350"/>
              <a:ext cx="128250" cy="148400"/>
            </a:xfrm>
            <a:custGeom>
              <a:rect b="b" l="l" r="r" t="t"/>
              <a:pathLst>
                <a:path extrusionOk="0" h="5936" w="5130">
                  <a:moveTo>
                    <a:pt x="1563" y="0"/>
                  </a:moveTo>
                  <a:lnTo>
                    <a:pt x="1392" y="25"/>
                  </a:lnTo>
                  <a:lnTo>
                    <a:pt x="1221" y="74"/>
                  </a:lnTo>
                  <a:lnTo>
                    <a:pt x="1075" y="147"/>
                  </a:lnTo>
                  <a:lnTo>
                    <a:pt x="904" y="220"/>
                  </a:lnTo>
                  <a:lnTo>
                    <a:pt x="757" y="318"/>
                  </a:lnTo>
                  <a:lnTo>
                    <a:pt x="635" y="416"/>
                  </a:lnTo>
                  <a:lnTo>
                    <a:pt x="513" y="538"/>
                  </a:lnTo>
                  <a:lnTo>
                    <a:pt x="391" y="660"/>
                  </a:lnTo>
                  <a:lnTo>
                    <a:pt x="293" y="806"/>
                  </a:lnTo>
                  <a:lnTo>
                    <a:pt x="196" y="953"/>
                  </a:lnTo>
                  <a:lnTo>
                    <a:pt x="122" y="1099"/>
                  </a:lnTo>
                  <a:lnTo>
                    <a:pt x="74" y="1270"/>
                  </a:lnTo>
                  <a:lnTo>
                    <a:pt x="25" y="1466"/>
                  </a:lnTo>
                  <a:lnTo>
                    <a:pt x="0" y="1637"/>
                  </a:lnTo>
                  <a:lnTo>
                    <a:pt x="0" y="1808"/>
                  </a:lnTo>
                  <a:lnTo>
                    <a:pt x="0" y="2003"/>
                  </a:lnTo>
                  <a:lnTo>
                    <a:pt x="25" y="2174"/>
                  </a:lnTo>
                  <a:lnTo>
                    <a:pt x="74" y="2345"/>
                  </a:lnTo>
                  <a:lnTo>
                    <a:pt x="147" y="2492"/>
                  </a:lnTo>
                  <a:lnTo>
                    <a:pt x="220" y="2663"/>
                  </a:lnTo>
                  <a:lnTo>
                    <a:pt x="318" y="2785"/>
                  </a:lnTo>
                  <a:lnTo>
                    <a:pt x="415" y="2931"/>
                  </a:lnTo>
                  <a:lnTo>
                    <a:pt x="538" y="3053"/>
                  </a:lnTo>
                  <a:lnTo>
                    <a:pt x="660" y="3175"/>
                  </a:lnTo>
                  <a:lnTo>
                    <a:pt x="806" y="3273"/>
                  </a:lnTo>
                  <a:lnTo>
                    <a:pt x="953" y="3371"/>
                  </a:lnTo>
                  <a:lnTo>
                    <a:pt x="1099" y="3444"/>
                  </a:lnTo>
                  <a:lnTo>
                    <a:pt x="1270" y="3493"/>
                  </a:lnTo>
                  <a:lnTo>
                    <a:pt x="1466" y="3542"/>
                  </a:lnTo>
                  <a:lnTo>
                    <a:pt x="1710" y="3566"/>
                  </a:lnTo>
                  <a:lnTo>
                    <a:pt x="1979" y="3566"/>
                  </a:lnTo>
                  <a:lnTo>
                    <a:pt x="2223" y="3517"/>
                  </a:lnTo>
                  <a:lnTo>
                    <a:pt x="2467" y="3444"/>
                  </a:lnTo>
                  <a:lnTo>
                    <a:pt x="4396" y="5935"/>
                  </a:lnTo>
                  <a:lnTo>
                    <a:pt x="4738" y="5642"/>
                  </a:lnTo>
                  <a:lnTo>
                    <a:pt x="5129" y="5374"/>
                  </a:lnTo>
                  <a:lnTo>
                    <a:pt x="3200" y="2858"/>
                  </a:lnTo>
                  <a:lnTo>
                    <a:pt x="3322" y="2687"/>
                  </a:lnTo>
                  <a:lnTo>
                    <a:pt x="3419" y="2516"/>
                  </a:lnTo>
                  <a:lnTo>
                    <a:pt x="3493" y="2321"/>
                  </a:lnTo>
                  <a:lnTo>
                    <a:pt x="3542" y="2101"/>
                  </a:lnTo>
                  <a:lnTo>
                    <a:pt x="3566" y="1930"/>
                  </a:lnTo>
                  <a:lnTo>
                    <a:pt x="3566" y="1734"/>
                  </a:lnTo>
                  <a:lnTo>
                    <a:pt x="3566" y="1564"/>
                  </a:lnTo>
                  <a:lnTo>
                    <a:pt x="3517" y="1393"/>
                  </a:lnTo>
                  <a:lnTo>
                    <a:pt x="3468" y="1222"/>
                  </a:lnTo>
                  <a:lnTo>
                    <a:pt x="3419" y="1075"/>
                  </a:lnTo>
                  <a:lnTo>
                    <a:pt x="3346" y="904"/>
                  </a:lnTo>
                  <a:lnTo>
                    <a:pt x="3249" y="758"/>
                  </a:lnTo>
                  <a:lnTo>
                    <a:pt x="3151" y="635"/>
                  </a:lnTo>
                  <a:lnTo>
                    <a:pt x="3029" y="513"/>
                  </a:lnTo>
                  <a:lnTo>
                    <a:pt x="2907" y="391"/>
                  </a:lnTo>
                  <a:lnTo>
                    <a:pt x="2760" y="294"/>
                  </a:lnTo>
                  <a:lnTo>
                    <a:pt x="2614" y="196"/>
                  </a:lnTo>
                  <a:lnTo>
                    <a:pt x="2443" y="123"/>
                  </a:lnTo>
                  <a:lnTo>
                    <a:pt x="2272" y="74"/>
                  </a:lnTo>
                  <a:lnTo>
                    <a:pt x="2101" y="25"/>
                  </a:lnTo>
                  <a:lnTo>
                    <a:pt x="1930" y="0"/>
                  </a:lnTo>
                  <a:close/>
                </a:path>
              </a:pathLst>
            </a:custGeom>
            <a:solidFill>
              <a:srgbClr val="184769"/>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722" name="Google Shape;722;p6"/>
            <p:cNvSpPr/>
            <p:nvPr/>
          </p:nvSpPr>
          <p:spPr>
            <a:xfrm>
              <a:off x="5241175" y="5241175"/>
              <a:ext cx="180125" cy="109325"/>
            </a:xfrm>
            <a:custGeom>
              <a:rect b="b" l="l" r="r" t="t"/>
              <a:pathLst>
                <a:path extrusionOk="0" h="4373" w="7205">
                  <a:moveTo>
                    <a:pt x="6839" y="1"/>
                  </a:moveTo>
                  <a:lnTo>
                    <a:pt x="3224" y="1491"/>
                  </a:lnTo>
                  <a:lnTo>
                    <a:pt x="3102" y="1368"/>
                  </a:lnTo>
                  <a:lnTo>
                    <a:pt x="2980" y="1246"/>
                  </a:lnTo>
                  <a:lnTo>
                    <a:pt x="2858" y="1124"/>
                  </a:lnTo>
                  <a:lnTo>
                    <a:pt x="2687" y="1026"/>
                  </a:lnTo>
                  <a:lnTo>
                    <a:pt x="2540" y="953"/>
                  </a:lnTo>
                  <a:lnTo>
                    <a:pt x="2369" y="880"/>
                  </a:lnTo>
                  <a:lnTo>
                    <a:pt x="2198" y="831"/>
                  </a:lnTo>
                  <a:lnTo>
                    <a:pt x="2027" y="807"/>
                  </a:lnTo>
                  <a:lnTo>
                    <a:pt x="1856" y="782"/>
                  </a:lnTo>
                  <a:lnTo>
                    <a:pt x="1685" y="807"/>
                  </a:lnTo>
                  <a:lnTo>
                    <a:pt x="1514" y="807"/>
                  </a:lnTo>
                  <a:lnTo>
                    <a:pt x="1343" y="856"/>
                  </a:lnTo>
                  <a:lnTo>
                    <a:pt x="1172" y="904"/>
                  </a:lnTo>
                  <a:lnTo>
                    <a:pt x="1026" y="978"/>
                  </a:lnTo>
                  <a:lnTo>
                    <a:pt x="879" y="1051"/>
                  </a:lnTo>
                  <a:lnTo>
                    <a:pt x="733" y="1149"/>
                  </a:lnTo>
                  <a:lnTo>
                    <a:pt x="586" y="1271"/>
                  </a:lnTo>
                  <a:lnTo>
                    <a:pt x="464" y="1393"/>
                  </a:lnTo>
                  <a:lnTo>
                    <a:pt x="342" y="1515"/>
                  </a:lnTo>
                  <a:lnTo>
                    <a:pt x="244" y="1686"/>
                  </a:lnTo>
                  <a:lnTo>
                    <a:pt x="171" y="1832"/>
                  </a:lnTo>
                  <a:lnTo>
                    <a:pt x="98" y="2003"/>
                  </a:lnTo>
                  <a:lnTo>
                    <a:pt x="49" y="2174"/>
                  </a:lnTo>
                  <a:lnTo>
                    <a:pt x="25" y="2345"/>
                  </a:lnTo>
                  <a:lnTo>
                    <a:pt x="0" y="2516"/>
                  </a:lnTo>
                  <a:lnTo>
                    <a:pt x="0" y="2687"/>
                  </a:lnTo>
                  <a:lnTo>
                    <a:pt x="25" y="2858"/>
                  </a:lnTo>
                  <a:lnTo>
                    <a:pt x="73" y="3029"/>
                  </a:lnTo>
                  <a:lnTo>
                    <a:pt x="122" y="3200"/>
                  </a:lnTo>
                  <a:lnTo>
                    <a:pt x="195" y="3347"/>
                  </a:lnTo>
                  <a:lnTo>
                    <a:pt x="269" y="3518"/>
                  </a:lnTo>
                  <a:lnTo>
                    <a:pt x="366" y="3640"/>
                  </a:lnTo>
                  <a:lnTo>
                    <a:pt x="464" y="3786"/>
                  </a:lnTo>
                  <a:lnTo>
                    <a:pt x="611" y="3908"/>
                  </a:lnTo>
                  <a:lnTo>
                    <a:pt x="733" y="4031"/>
                  </a:lnTo>
                  <a:lnTo>
                    <a:pt x="904" y="4128"/>
                  </a:lnTo>
                  <a:lnTo>
                    <a:pt x="1050" y="4201"/>
                  </a:lnTo>
                  <a:lnTo>
                    <a:pt x="1221" y="4275"/>
                  </a:lnTo>
                  <a:lnTo>
                    <a:pt x="1392" y="4324"/>
                  </a:lnTo>
                  <a:lnTo>
                    <a:pt x="1563" y="4348"/>
                  </a:lnTo>
                  <a:lnTo>
                    <a:pt x="1734" y="4372"/>
                  </a:lnTo>
                  <a:lnTo>
                    <a:pt x="1905" y="4372"/>
                  </a:lnTo>
                  <a:lnTo>
                    <a:pt x="2076" y="4348"/>
                  </a:lnTo>
                  <a:lnTo>
                    <a:pt x="2247" y="4299"/>
                  </a:lnTo>
                  <a:lnTo>
                    <a:pt x="2418" y="4250"/>
                  </a:lnTo>
                  <a:lnTo>
                    <a:pt x="2565" y="4201"/>
                  </a:lnTo>
                  <a:lnTo>
                    <a:pt x="2711" y="4104"/>
                  </a:lnTo>
                  <a:lnTo>
                    <a:pt x="2858" y="4006"/>
                  </a:lnTo>
                  <a:lnTo>
                    <a:pt x="3004" y="3908"/>
                  </a:lnTo>
                  <a:lnTo>
                    <a:pt x="3126" y="3786"/>
                  </a:lnTo>
                  <a:lnTo>
                    <a:pt x="3248" y="3640"/>
                  </a:lnTo>
                  <a:lnTo>
                    <a:pt x="3346" y="3493"/>
                  </a:lnTo>
                  <a:lnTo>
                    <a:pt x="3468" y="3200"/>
                  </a:lnTo>
                  <a:lnTo>
                    <a:pt x="3541" y="2931"/>
                  </a:lnTo>
                  <a:lnTo>
                    <a:pt x="3590" y="2638"/>
                  </a:lnTo>
                  <a:lnTo>
                    <a:pt x="3566" y="2345"/>
                  </a:lnTo>
                  <a:lnTo>
                    <a:pt x="7205" y="856"/>
                  </a:lnTo>
                  <a:lnTo>
                    <a:pt x="6985" y="440"/>
                  </a:lnTo>
                  <a:lnTo>
                    <a:pt x="6839" y="1"/>
                  </a:lnTo>
                  <a:close/>
                </a:path>
              </a:pathLst>
            </a:custGeom>
            <a:solidFill>
              <a:srgbClr val="184769"/>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723" name="Google Shape;723;p6"/>
            <p:cNvSpPr/>
            <p:nvPr/>
          </p:nvSpPr>
          <p:spPr>
            <a:xfrm>
              <a:off x="5461575" y="5316900"/>
              <a:ext cx="89175" cy="159975"/>
            </a:xfrm>
            <a:custGeom>
              <a:rect b="b" l="l" r="r" t="t"/>
              <a:pathLst>
                <a:path extrusionOk="0" h="6399" w="3567">
                  <a:moveTo>
                    <a:pt x="1491" y="0"/>
                  </a:moveTo>
                  <a:lnTo>
                    <a:pt x="1393" y="2858"/>
                  </a:lnTo>
                  <a:lnTo>
                    <a:pt x="1198" y="2907"/>
                  </a:lnTo>
                  <a:lnTo>
                    <a:pt x="1002" y="3004"/>
                  </a:lnTo>
                  <a:lnTo>
                    <a:pt x="807" y="3102"/>
                  </a:lnTo>
                  <a:lnTo>
                    <a:pt x="636" y="3224"/>
                  </a:lnTo>
                  <a:lnTo>
                    <a:pt x="489" y="3346"/>
                  </a:lnTo>
                  <a:lnTo>
                    <a:pt x="392" y="3493"/>
                  </a:lnTo>
                  <a:lnTo>
                    <a:pt x="269" y="3639"/>
                  </a:lnTo>
                  <a:lnTo>
                    <a:pt x="196" y="3786"/>
                  </a:lnTo>
                  <a:lnTo>
                    <a:pt x="123" y="3932"/>
                  </a:lnTo>
                  <a:lnTo>
                    <a:pt x="74" y="4103"/>
                  </a:lnTo>
                  <a:lnTo>
                    <a:pt x="25" y="4274"/>
                  </a:lnTo>
                  <a:lnTo>
                    <a:pt x="1" y="4445"/>
                  </a:lnTo>
                  <a:lnTo>
                    <a:pt x="1" y="4616"/>
                  </a:lnTo>
                  <a:lnTo>
                    <a:pt x="1" y="4787"/>
                  </a:lnTo>
                  <a:lnTo>
                    <a:pt x="25" y="4958"/>
                  </a:lnTo>
                  <a:lnTo>
                    <a:pt x="74" y="5129"/>
                  </a:lnTo>
                  <a:lnTo>
                    <a:pt x="123" y="5276"/>
                  </a:lnTo>
                  <a:lnTo>
                    <a:pt x="196" y="5447"/>
                  </a:lnTo>
                  <a:lnTo>
                    <a:pt x="294" y="5593"/>
                  </a:lnTo>
                  <a:lnTo>
                    <a:pt x="416" y="5740"/>
                  </a:lnTo>
                  <a:lnTo>
                    <a:pt x="538" y="5886"/>
                  </a:lnTo>
                  <a:lnTo>
                    <a:pt x="660" y="6008"/>
                  </a:lnTo>
                  <a:lnTo>
                    <a:pt x="807" y="6106"/>
                  </a:lnTo>
                  <a:lnTo>
                    <a:pt x="953" y="6179"/>
                  </a:lnTo>
                  <a:lnTo>
                    <a:pt x="1124" y="6252"/>
                  </a:lnTo>
                  <a:lnTo>
                    <a:pt x="1271" y="6326"/>
                  </a:lnTo>
                  <a:lnTo>
                    <a:pt x="1442" y="6350"/>
                  </a:lnTo>
                  <a:lnTo>
                    <a:pt x="1613" y="6375"/>
                  </a:lnTo>
                  <a:lnTo>
                    <a:pt x="1784" y="6399"/>
                  </a:lnTo>
                  <a:lnTo>
                    <a:pt x="1955" y="6375"/>
                  </a:lnTo>
                  <a:lnTo>
                    <a:pt x="2126" y="6350"/>
                  </a:lnTo>
                  <a:lnTo>
                    <a:pt x="2297" y="6301"/>
                  </a:lnTo>
                  <a:lnTo>
                    <a:pt x="2468" y="6252"/>
                  </a:lnTo>
                  <a:lnTo>
                    <a:pt x="2614" y="6179"/>
                  </a:lnTo>
                  <a:lnTo>
                    <a:pt x="2785" y="6082"/>
                  </a:lnTo>
                  <a:lnTo>
                    <a:pt x="2932" y="5984"/>
                  </a:lnTo>
                  <a:lnTo>
                    <a:pt x="3054" y="5862"/>
                  </a:lnTo>
                  <a:lnTo>
                    <a:pt x="3176" y="5715"/>
                  </a:lnTo>
                  <a:lnTo>
                    <a:pt x="3273" y="5569"/>
                  </a:lnTo>
                  <a:lnTo>
                    <a:pt x="3371" y="5422"/>
                  </a:lnTo>
                  <a:lnTo>
                    <a:pt x="3444" y="5276"/>
                  </a:lnTo>
                  <a:lnTo>
                    <a:pt x="3493" y="5105"/>
                  </a:lnTo>
                  <a:lnTo>
                    <a:pt x="3542" y="4934"/>
                  </a:lnTo>
                  <a:lnTo>
                    <a:pt x="3567" y="4763"/>
                  </a:lnTo>
                  <a:lnTo>
                    <a:pt x="3567" y="4592"/>
                  </a:lnTo>
                  <a:lnTo>
                    <a:pt x="3567" y="4421"/>
                  </a:lnTo>
                  <a:lnTo>
                    <a:pt x="3542" y="4250"/>
                  </a:lnTo>
                  <a:lnTo>
                    <a:pt x="3493" y="4079"/>
                  </a:lnTo>
                  <a:lnTo>
                    <a:pt x="3420" y="3908"/>
                  </a:lnTo>
                  <a:lnTo>
                    <a:pt x="3347" y="3761"/>
                  </a:lnTo>
                  <a:lnTo>
                    <a:pt x="3273" y="3615"/>
                  </a:lnTo>
                  <a:lnTo>
                    <a:pt x="3151" y="3468"/>
                  </a:lnTo>
                  <a:lnTo>
                    <a:pt x="2980" y="3273"/>
                  </a:lnTo>
                  <a:lnTo>
                    <a:pt x="2761" y="3102"/>
                  </a:lnTo>
                  <a:lnTo>
                    <a:pt x="2541" y="2980"/>
                  </a:lnTo>
                  <a:lnTo>
                    <a:pt x="2321" y="2907"/>
                  </a:lnTo>
                  <a:lnTo>
                    <a:pt x="2419" y="25"/>
                  </a:lnTo>
                  <a:lnTo>
                    <a:pt x="2419" y="25"/>
                  </a:lnTo>
                  <a:lnTo>
                    <a:pt x="2126" y="49"/>
                  </a:lnTo>
                  <a:lnTo>
                    <a:pt x="1808" y="25"/>
                  </a:lnTo>
                  <a:lnTo>
                    <a:pt x="1491" y="0"/>
                  </a:lnTo>
                  <a:close/>
                </a:path>
              </a:pathLst>
            </a:custGeom>
            <a:solidFill>
              <a:srgbClr val="184769"/>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724" name="Google Shape;724;p6"/>
            <p:cNvSpPr/>
            <p:nvPr/>
          </p:nvSpPr>
          <p:spPr>
            <a:xfrm>
              <a:off x="5619100" y="5194175"/>
              <a:ext cx="161850" cy="89775"/>
            </a:xfrm>
            <a:custGeom>
              <a:rect b="b" l="l" r="r" t="t"/>
              <a:pathLst>
                <a:path extrusionOk="0" h="3591" w="6474">
                  <a:moveTo>
                    <a:pt x="4592" y="0"/>
                  </a:moveTo>
                  <a:lnTo>
                    <a:pt x="4422" y="25"/>
                  </a:lnTo>
                  <a:lnTo>
                    <a:pt x="4251" y="73"/>
                  </a:lnTo>
                  <a:lnTo>
                    <a:pt x="4080" y="122"/>
                  </a:lnTo>
                  <a:lnTo>
                    <a:pt x="3884" y="196"/>
                  </a:lnTo>
                  <a:lnTo>
                    <a:pt x="3713" y="293"/>
                  </a:lnTo>
                  <a:lnTo>
                    <a:pt x="3567" y="391"/>
                  </a:lnTo>
                  <a:lnTo>
                    <a:pt x="3420" y="513"/>
                  </a:lnTo>
                  <a:lnTo>
                    <a:pt x="3298" y="660"/>
                  </a:lnTo>
                  <a:lnTo>
                    <a:pt x="3200" y="806"/>
                  </a:lnTo>
                  <a:lnTo>
                    <a:pt x="3103" y="953"/>
                  </a:lnTo>
                  <a:lnTo>
                    <a:pt x="3029" y="1124"/>
                  </a:lnTo>
                  <a:lnTo>
                    <a:pt x="99" y="757"/>
                  </a:lnTo>
                  <a:lnTo>
                    <a:pt x="74" y="1221"/>
                  </a:lnTo>
                  <a:lnTo>
                    <a:pt x="1" y="1661"/>
                  </a:lnTo>
                  <a:lnTo>
                    <a:pt x="2907" y="2027"/>
                  </a:lnTo>
                  <a:lnTo>
                    <a:pt x="2932" y="2223"/>
                  </a:lnTo>
                  <a:lnTo>
                    <a:pt x="3005" y="2418"/>
                  </a:lnTo>
                  <a:lnTo>
                    <a:pt x="3078" y="2565"/>
                  </a:lnTo>
                  <a:lnTo>
                    <a:pt x="3152" y="2736"/>
                  </a:lnTo>
                  <a:lnTo>
                    <a:pt x="3249" y="2882"/>
                  </a:lnTo>
                  <a:lnTo>
                    <a:pt x="3371" y="3004"/>
                  </a:lnTo>
                  <a:lnTo>
                    <a:pt x="3493" y="3126"/>
                  </a:lnTo>
                  <a:lnTo>
                    <a:pt x="3616" y="3248"/>
                  </a:lnTo>
                  <a:lnTo>
                    <a:pt x="3762" y="3346"/>
                  </a:lnTo>
                  <a:lnTo>
                    <a:pt x="3909" y="3419"/>
                  </a:lnTo>
                  <a:lnTo>
                    <a:pt x="4080" y="3493"/>
                  </a:lnTo>
                  <a:lnTo>
                    <a:pt x="4251" y="3541"/>
                  </a:lnTo>
                  <a:lnTo>
                    <a:pt x="4422" y="3566"/>
                  </a:lnTo>
                  <a:lnTo>
                    <a:pt x="4592" y="3590"/>
                  </a:lnTo>
                  <a:lnTo>
                    <a:pt x="4763" y="3590"/>
                  </a:lnTo>
                  <a:lnTo>
                    <a:pt x="4934" y="3566"/>
                  </a:lnTo>
                  <a:lnTo>
                    <a:pt x="5105" y="3541"/>
                  </a:lnTo>
                  <a:lnTo>
                    <a:pt x="5276" y="3468"/>
                  </a:lnTo>
                  <a:lnTo>
                    <a:pt x="5447" y="3419"/>
                  </a:lnTo>
                  <a:lnTo>
                    <a:pt x="5618" y="3322"/>
                  </a:lnTo>
                  <a:lnTo>
                    <a:pt x="5765" y="3224"/>
                  </a:lnTo>
                  <a:lnTo>
                    <a:pt x="5887" y="3102"/>
                  </a:lnTo>
                  <a:lnTo>
                    <a:pt x="6009" y="2980"/>
                  </a:lnTo>
                  <a:lnTo>
                    <a:pt x="6131" y="2858"/>
                  </a:lnTo>
                  <a:lnTo>
                    <a:pt x="6204" y="2711"/>
                  </a:lnTo>
                  <a:lnTo>
                    <a:pt x="6302" y="2565"/>
                  </a:lnTo>
                  <a:lnTo>
                    <a:pt x="6351" y="2394"/>
                  </a:lnTo>
                  <a:lnTo>
                    <a:pt x="6400" y="2223"/>
                  </a:lnTo>
                  <a:lnTo>
                    <a:pt x="6449" y="2076"/>
                  </a:lnTo>
                  <a:lnTo>
                    <a:pt x="6473" y="1881"/>
                  </a:lnTo>
                  <a:lnTo>
                    <a:pt x="6473" y="1710"/>
                  </a:lnTo>
                  <a:lnTo>
                    <a:pt x="6449" y="1539"/>
                  </a:lnTo>
                  <a:lnTo>
                    <a:pt x="6424" y="1368"/>
                  </a:lnTo>
                  <a:lnTo>
                    <a:pt x="6351" y="1197"/>
                  </a:lnTo>
                  <a:lnTo>
                    <a:pt x="6278" y="1026"/>
                  </a:lnTo>
                  <a:lnTo>
                    <a:pt x="6204" y="855"/>
                  </a:lnTo>
                  <a:lnTo>
                    <a:pt x="6107" y="708"/>
                  </a:lnTo>
                  <a:lnTo>
                    <a:pt x="5985" y="586"/>
                  </a:lnTo>
                  <a:lnTo>
                    <a:pt x="5862" y="464"/>
                  </a:lnTo>
                  <a:lnTo>
                    <a:pt x="5740" y="342"/>
                  </a:lnTo>
                  <a:lnTo>
                    <a:pt x="5594" y="269"/>
                  </a:lnTo>
                  <a:lnTo>
                    <a:pt x="5447" y="171"/>
                  </a:lnTo>
                  <a:lnTo>
                    <a:pt x="5276" y="122"/>
                  </a:lnTo>
                  <a:lnTo>
                    <a:pt x="5105" y="73"/>
                  </a:lnTo>
                  <a:lnTo>
                    <a:pt x="4934" y="25"/>
                  </a:lnTo>
                  <a:lnTo>
                    <a:pt x="4763" y="25"/>
                  </a:lnTo>
                  <a:lnTo>
                    <a:pt x="4592" y="0"/>
                  </a:lnTo>
                  <a:close/>
                </a:path>
              </a:pathLst>
            </a:custGeom>
            <a:solidFill>
              <a:srgbClr val="184769"/>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725" name="Google Shape;725;p6"/>
            <p:cNvSpPr/>
            <p:nvPr/>
          </p:nvSpPr>
          <p:spPr>
            <a:xfrm>
              <a:off x="5420075" y="5116000"/>
              <a:ext cx="189300" cy="189925"/>
            </a:xfrm>
            <a:custGeom>
              <a:rect b="b" l="l" r="r" t="t"/>
              <a:pathLst>
                <a:path extrusionOk="0" h="7597" w="7572">
                  <a:moveTo>
                    <a:pt x="3786" y="1"/>
                  </a:moveTo>
                  <a:lnTo>
                    <a:pt x="3395" y="25"/>
                  </a:lnTo>
                  <a:lnTo>
                    <a:pt x="3028" y="74"/>
                  </a:lnTo>
                  <a:lnTo>
                    <a:pt x="2662" y="172"/>
                  </a:lnTo>
                  <a:lnTo>
                    <a:pt x="2320" y="294"/>
                  </a:lnTo>
                  <a:lnTo>
                    <a:pt x="1978" y="465"/>
                  </a:lnTo>
                  <a:lnTo>
                    <a:pt x="1661" y="660"/>
                  </a:lnTo>
                  <a:lnTo>
                    <a:pt x="1392" y="880"/>
                  </a:lnTo>
                  <a:lnTo>
                    <a:pt x="1123" y="1124"/>
                  </a:lnTo>
                  <a:lnTo>
                    <a:pt x="879" y="1393"/>
                  </a:lnTo>
                  <a:lnTo>
                    <a:pt x="659" y="1686"/>
                  </a:lnTo>
                  <a:lnTo>
                    <a:pt x="464" y="1979"/>
                  </a:lnTo>
                  <a:lnTo>
                    <a:pt x="293" y="2321"/>
                  </a:lnTo>
                  <a:lnTo>
                    <a:pt x="171" y="2663"/>
                  </a:lnTo>
                  <a:lnTo>
                    <a:pt x="73" y="3029"/>
                  </a:lnTo>
                  <a:lnTo>
                    <a:pt x="24" y="3420"/>
                  </a:lnTo>
                  <a:lnTo>
                    <a:pt x="0" y="3787"/>
                  </a:lnTo>
                  <a:lnTo>
                    <a:pt x="24" y="4177"/>
                  </a:lnTo>
                  <a:lnTo>
                    <a:pt x="73" y="4568"/>
                  </a:lnTo>
                  <a:lnTo>
                    <a:pt x="171" y="4934"/>
                  </a:lnTo>
                  <a:lnTo>
                    <a:pt x="293" y="5276"/>
                  </a:lnTo>
                  <a:lnTo>
                    <a:pt x="464" y="5594"/>
                  </a:lnTo>
                  <a:lnTo>
                    <a:pt x="659" y="5911"/>
                  </a:lnTo>
                  <a:lnTo>
                    <a:pt x="879" y="6204"/>
                  </a:lnTo>
                  <a:lnTo>
                    <a:pt x="1123" y="6473"/>
                  </a:lnTo>
                  <a:lnTo>
                    <a:pt x="1392" y="6717"/>
                  </a:lnTo>
                  <a:lnTo>
                    <a:pt x="1661" y="6937"/>
                  </a:lnTo>
                  <a:lnTo>
                    <a:pt x="1978" y="7133"/>
                  </a:lnTo>
                  <a:lnTo>
                    <a:pt x="2320" y="7279"/>
                  </a:lnTo>
                  <a:lnTo>
                    <a:pt x="2662" y="7426"/>
                  </a:lnTo>
                  <a:lnTo>
                    <a:pt x="3028" y="7499"/>
                  </a:lnTo>
                  <a:lnTo>
                    <a:pt x="3395" y="7572"/>
                  </a:lnTo>
                  <a:lnTo>
                    <a:pt x="3786" y="7597"/>
                  </a:lnTo>
                  <a:lnTo>
                    <a:pt x="4176" y="7572"/>
                  </a:lnTo>
                  <a:lnTo>
                    <a:pt x="4567" y="7499"/>
                  </a:lnTo>
                  <a:lnTo>
                    <a:pt x="4909" y="7426"/>
                  </a:lnTo>
                  <a:lnTo>
                    <a:pt x="5275" y="7279"/>
                  </a:lnTo>
                  <a:lnTo>
                    <a:pt x="5593" y="7133"/>
                  </a:lnTo>
                  <a:lnTo>
                    <a:pt x="5910" y="6937"/>
                  </a:lnTo>
                  <a:lnTo>
                    <a:pt x="6203" y="6717"/>
                  </a:lnTo>
                  <a:lnTo>
                    <a:pt x="6472" y="6473"/>
                  </a:lnTo>
                  <a:lnTo>
                    <a:pt x="6716" y="6204"/>
                  </a:lnTo>
                  <a:lnTo>
                    <a:pt x="6936" y="5911"/>
                  </a:lnTo>
                  <a:lnTo>
                    <a:pt x="7132" y="5594"/>
                  </a:lnTo>
                  <a:lnTo>
                    <a:pt x="7278" y="5276"/>
                  </a:lnTo>
                  <a:lnTo>
                    <a:pt x="7425" y="4934"/>
                  </a:lnTo>
                  <a:lnTo>
                    <a:pt x="7498" y="4568"/>
                  </a:lnTo>
                  <a:lnTo>
                    <a:pt x="7571" y="4177"/>
                  </a:lnTo>
                  <a:lnTo>
                    <a:pt x="7571" y="3787"/>
                  </a:lnTo>
                  <a:lnTo>
                    <a:pt x="7571" y="3420"/>
                  </a:lnTo>
                  <a:lnTo>
                    <a:pt x="7498" y="3029"/>
                  </a:lnTo>
                  <a:lnTo>
                    <a:pt x="7425" y="2663"/>
                  </a:lnTo>
                  <a:lnTo>
                    <a:pt x="7278" y="2321"/>
                  </a:lnTo>
                  <a:lnTo>
                    <a:pt x="7132" y="1979"/>
                  </a:lnTo>
                  <a:lnTo>
                    <a:pt x="6936" y="1686"/>
                  </a:lnTo>
                  <a:lnTo>
                    <a:pt x="6716" y="1393"/>
                  </a:lnTo>
                  <a:lnTo>
                    <a:pt x="6472" y="1124"/>
                  </a:lnTo>
                  <a:lnTo>
                    <a:pt x="6203" y="880"/>
                  </a:lnTo>
                  <a:lnTo>
                    <a:pt x="5910" y="660"/>
                  </a:lnTo>
                  <a:lnTo>
                    <a:pt x="5593" y="465"/>
                  </a:lnTo>
                  <a:lnTo>
                    <a:pt x="5275" y="294"/>
                  </a:lnTo>
                  <a:lnTo>
                    <a:pt x="4909" y="172"/>
                  </a:lnTo>
                  <a:lnTo>
                    <a:pt x="4567" y="74"/>
                  </a:lnTo>
                  <a:lnTo>
                    <a:pt x="4176" y="25"/>
                  </a:lnTo>
                  <a:lnTo>
                    <a:pt x="3786" y="1"/>
                  </a:lnTo>
                  <a:close/>
                </a:path>
              </a:pathLst>
            </a:custGeom>
            <a:solidFill>
              <a:srgbClr val="184769"/>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grpSp>
      <p:sp>
        <p:nvSpPr>
          <p:cNvPr id="726" name="Google Shape;726;p6"/>
          <p:cNvSpPr/>
          <p:nvPr/>
        </p:nvSpPr>
        <p:spPr>
          <a:xfrm>
            <a:off x="8081326" y="3153875"/>
            <a:ext cx="299952" cy="272838"/>
          </a:xfrm>
          <a:custGeom>
            <a:rect b="b" l="l" r="r" t="t"/>
            <a:pathLst>
              <a:path extrusionOk="0" h="14752" w="16218">
                <a:moveTo>
                  <a:pt x="7694" y="0"/>
                </a:moveTo>
                <a:lnTo>
                  <a:pt x="7279" y="25"/>
                </a:lnTo>
                <a:lnTo>
                  <a:pt x="6863" y="74"/>
                </a:lnTo>
                <a:lnTo>
                  <a:pt x="6473" y="123"/>
                </a:lnTo>
                <a:lnTo>
                  <a:pt x="6082" y="196"/>
                </a:lnTo>
                <a:lnTo>
                  <a:pt x="5691" y="293"/>
                </a:lnTo>
                <a:lnTo>
                  <a:pt x="5325" y="416"/>
                </a:lnTo>
                <a:lnTo>
                  <a:pt x="4958" y="538"/>
                </a:lnTo>
                <a:lnTo>
                  <a:pt x="4592" y="660"/>
                </a:lnTo>
                <a:lnTo>
                  <a:pt x="4250" y="831"/>
                </a:lnTo>
                <a:lnTo>
                  <a:pt x="3908" y="977"/>
                </a:lnTo>
                <a:lnTo>
                  <a:pt x="3566" y="1173"/>
                </a:lnTo>
                <a:lnTo>
                  <a:pt x="3249" y="1368"/>
                </a:lnTo>
                <a:lnTo>
                  <a:pt x="2956" y="1563"/>
                </a:lnTo>
                <a:lnTo>
                  <a:pt x="2663" y="1783"/>
                </a:lnTo>
                <a:lnTo>
                  <a:pt x="2370" y="2003"/>
                </a:lnTo>
                <a:lnTo>
                  <a:pt x="2101" y="2247"/>
                </a:lnTo>
                <a:lnTo>
                  <a:pt x="1857" y="2492"/>
                </a:lnTo>
                <a:lnTo>
                  <a:pt x="1612" y="2760"/>
                </a:lnTo>
                <a:lnTo>
                  <a:pt x="1393" y="3029"/>
                </a:lnTo>
                <a:lnTo>
                  <a:pt x="1173" y="3298"/>
                </a:lnTo>
                <a:lnTo>
                  <a:pt x="977" y="3591"/>
                </a:lnTo>
                <a:lnTo>
                  <a:pt x="807" y="3884"/>
                </a:lnTo>
                <a:lnTo>
                  <a:pt x="636" y="4201"/>
                </a:lnTo>
                <a:lnTo>
                  <a:pt x="489" y="4519"/>
                </a:lnTo>
                <a:lnTo>
                  <a:pt x="367" y="4836"/>
                </a:lnTo>
                <a:lnTo>
                  <a:pt x="245" y="5154"/>
                </a:lnTo>
                <a:lnTo>
                  <a:pt x="172" y="5496"/>
                </a:lnTo>
                <a:lnTo>
                  <a:pt x="98" y="5838"/>
                </a:lnTo>
                <a:lnTo>
                  <a:pt x="49" y="6179"/>
                </a:lnTo>
                <a:lnTo>
                  <a:pt x="1" y="6521"/>
                </a:lnTo>
                <a:lnTo>
                  <a:pt x="1" y="6888"/>
                </a:lnTo>
                <a:lnTo>
                  <a:pt x="1" y="7254"/>
                </a:lnTo>
                <a:lnTo>
                  <a:pt x="49" y="7645"/>
                </a:lnTo>
                <a:lnTo>
                  <a:pt x="98" y="8011"/>
                </a:lnTo>
                <a:lnTo>
                  <a:pt x="196" y="8353"/>
                </a:lnTo>
                <a:lnTo>
                  <a:pt x="294" y="8719"/>
                </a:lnTo>
                <a:lnTo>
                  <a:pt x="416" y="9061"/>
                </a:lnTo>
                <a:lnTo>
                  <a:pt x="562" y="9403"/>
                </a:lnTo>
                <a:lnTo>
                  <a:pt x="733" y="9745"/>
                </a:lnTo>
                <a:lnTo>
                  <a:pt x="904" y="10063"/>
                </a:lnTo>
                <a:lnTo>
                  <a:pt x="1100" y="10356"/>
                </a:lnTo>
                <a:lnTo>
                  <a:pt x="1344" y="10673"/>
                </a:lnTo>
                <a:lnTo>
                  <a:pt x="1564" y="10966"/>
                </a:lnTo>
                <a:lnTo>
                  <a:pt x="1832" y="11235"/>
                </a:lnTo>
                <a:lnTo>
                  <a:pt x="2101" y="11504"/>
                </a:lnTo>
                <a:lnTo>
                  <a:pt x="2394" y="11772"/>
                </a:lnTo>
                <a:lnTo>
                  <a:pt x="2687" y="12017"/>
                </a:lnTo>
                <a:lnTo>
                  <a:pt x="2492" y="12383"/>
                </a:lnTo>
                <a:lnTo>
                  <a:pt x="2272" y="12749"/>
                </a:lnTo>
                <a:lnTo>
                  <a:pt x="2028" y="13140"/>
                </a:lnTo>
                <a:lnTo>
                  <a:pt x="1710" y="13506"/>
                </a:lnTo>
                <a:lnTo>
                  <a:pt x="1368" y="13873"/>
                </a:lnTo>
                <a:lnTo>
                  <a:pt x="1173" y="14044"/>
                </a:lnTo>
                <a:lnTo>
                  <a:pt x="953" y="14190"/>
                </a:lnTo>
                <a:lnTo>
                  <a:pt x="733" y="14337"/>
                </a:lnTo>
                <a:lnTo>
                  <a:pt x="513" y="14483"/>
                </a:lnTo>
                <a:lnTo>
                  <a:pt x="269" y="14581"/>
                </a:lnTo>
                <a:lnTo>
                  <a:pt x="1" y="14703"/>
                </a:lnTo>
                <a:lnTo>
                  <a:pt x="123" y="14703"/>
                </a:lnTo>
                <a:lnTo>
                  <a:pt x="489" y="14752"/>
                </a:lnTo>
                <a:lnTo>
                  <a:pt x="1368" y="14752"/>
                </a:lnTo>
                <a:lnTo>
                  <a:pt x="1710" y="14728"/>
                </a:lnTo>
                <a:lnTo>
                  <a:pt x="2101" y="14654"/>
                </a:lnTo>
                <a:lnTo>
                  <a:pt x="2492" y="14581"/>
                </a:lnTo>
                <a:lnTo>
                  <a:pt x="2907" y="14459"/>
                </a:lnTo>
                <a:lnTo>
                  <a:pt x="3322" y="14312"/>
                </a:lnTo>
                <a:lnTo>
                  <a:pt x="3762" y="14117"/>
                </a:lnTo>
                <a:lnTo>
                  <a:pt x="4177" y="13873"/>
                </a:lnTo>
                <a:lnTo>
                  <a:pt x="4592" y="13604"/>
                </a:lnTo>
                <a:lnTo>
                  <a:pt x="4983" y="13238"/>
                </a:lnTo>
                <a:lnTo>
                  <a:pt x="5349" y="13360"/>
                </a:lnTo>
                <a:lnTo>
                  <a:pt x="5716" y="13482"/>
                </a:lnTo>
                <a:lnTo>
                  <a:pt x="6106" y="13555"/>
                </a:lnTo>
                <a:lnTo>
                  <a:pt x="6497" y="13628"/>
                </a:lnTo>
                <a:lnTo>
                  <a:pt x="6888" y="13702"/>
                </a:lnTo>
                <a:lnTo>
                  <a:pt x="7279" y="13751"/>
                </a:lnTo>
                <a:lnTo>
                  <a:pt x="7694" y="13775"/>
                </a:lnTo>
                <a:lnTo>
                  <a:pt x="8524" y="13775"/>
                </a:lnTo>
                <a:lnTo>
                  <a:pt x="8939" y="13751"/>
                </a:lnTo>
                <a:lnTo>
                  <a:pt x="9355" y="13702"/>
                </a:lnTo>
                <a:lnTo>
                  <a:pt x="9745" y="13628"/>
                </a:lnTo>
                <a:lnTo>
                  <a:pt x="10136" y="13555"/>
                </a:lnTo>
                <a:lnTo>
                  <a:pt x="10527" y="13458"/>
                </a:lnTo>
                <a:lnTo>
                  <a:pt x="10893" y="13360"/>
                </a:lnTo>
                <a:lnTo>
                  <a:pt x="11260" y="13238"/>
                </a:lnTo>
                <a:lnTo>
                  <a:pt x="11626" y="13091"/>
                </a:lnTo>
                <a:lnTo>
                  <a:pt x="11968" y="12945"/>
                </a:lnTo>
                <a:lnTo>
                  <a:pt x="12310" y="12774"/>
                </a:lnTo>
                <a:lnTo>
                  <a:pt x="12652" y="12603"/>
                </a:lnTo>
                <a:lnTo>
                  <a:pt x="12969" y="12407"/>
                </a:lnTo>
                <a:lnTo>
                  <a:pt x="13262" y="12212"/>
                </a:lnTo>
                <a:lnTo>
                  <a:pt x="13555" y="11992"/>
                </a:lnTo>
                <a:lnTo>
                  <a:pt x="13848" y="11748"/>
                </a:lnTo>
                <a:lnTo>
                  <a:pt x="14117" y="11528"/>
                </a:lnTo>
                <a:lnTo>
                  <a:pt x="14361" y="11259"/>
                </a:lnTo>
                <a:lnTo>
                  <a:pt x="14606" y="11015"/>
                </a:lnTo>
                <a:lnTo>
                  <a:pt x="14825" y="10747"/>
                </a:lnTo>
                <a:lnTo>
                  <a:pt x="15045" y="10453"/>
                </a:lnTo>
                <a:lnTo>
                  <a:pt x="15241" y="10160"/>
                </a:lnTo>
                <a:lnTo>
                  <a:pt x="15412" y="9867"/>
                </a:lnTo>
                <a:lnTo>
                  <a:pt x="15582" y="9574"/>
                </a:lnTo>
                <a:lnTo>
                  <a:pt x="15729" y="9257"/>
                </a:lnTo>
                <a:lnTo>
                  <a:pt x="15851" y="8939"/>
                </a:lnTo>
                <a:lnTo>
                  <a:pt x="15973" y="8597"/>
                </a:lnTo>
                <a:lnTo>
                  <a:pt x="16047" y="8280"/>
                </a:lnTo>
                <a:lnTo>
                  <a:pt x="16120" y="7938"/>
                </a:lnTo>
                <a:lnTo>
                  <a:pt x="16169" y="7596"/>
                </a:lnTo>
                <a:lnTo>
                  <a:pt x="16217" y="7230"/>
                </a:lnTo>
                <a:lnTo>
                  <a:pt x="16217" y="6888"/>
                </a:lnTo>
                <a:lnTo>
                  <a:pt x="16217" y="6521"/>
                </a:lnTo>
                <a:lnTo>
                  <a:pt x="16169" y="6179"/>
                </a:lnTo>
                <a:lnTo>
                  <a:pt x="16120" y="5838"/>
                </a:lnTo>
                <a:lnTo>
                  <a:pt x="16047" y="5496"/>
                </a:lnTo>
                <a:lnTo>
                  <a:pt x="15973" y="5154"/>
                </a:lnTo>
                <a:lnTo>
                  <a:pt x="15851" y="4836"/>
                </a:lnTo>
                <a:lnTo>
                  <a:pt x="15729" y="4519"/>
                </a:lnTo>
                <a:lnTo>
                  <a:pt x="15582" y="4201"/>
                </a:lnTo>
                <a:lnTo>
                  <a:pt x="15412" y="3884"/>
                </a:lnTo>
                <a:lnTo>
                  <a:pt x="15241" y="3591"/>
                </a:lnTo>
                <a:lnTo>
                  <a:pt x="15045" y="3298"/>
                </a:lnTo>
                <a:lnTo>
                  <a:pt x="14825" y="3029"/>
                </a:lnTo>
                <a:lnTo>
                  <a:pt x="14606" y="2760"/>
                </a:lnTo>
                <a:lnTo>
                  <a:pt x="14361" y="2492"/>
                </a:lnTo>
                <a:lnTo>
                  <a:pt x="14117" y="2247"/>
                </a:lnTo>
                <a:lnTo>
                  <a:pt x="13848" y="2003"/>
                </a:lnTo>
                <a:lnTo>
                  <a:pt x="13555" y="1783"/>
                </a:lnTo>
                <a:lnTo>
                  <a:pt x="13262" y="1563"/>
                </a:lnTo>
                <a:lnTo>
                  <a:pt x="12969" y="1368"/>
                </a:lnTo>
                <a:lnTo>
                  <a:pt x="12652" y="1173"/>
                </a:lnTo>
                <a:lnTo>
                  <a:pt x="12310" y="977"/>
                </a:lnTo>
                <a:lnTo>
                  <a:pt x="11968" y="831"/>
                </a:lnTo>
                <a:lnTo>
                  <a:pt x="11626" y="660"/>
                </a:lnTo>
                <a:lnTo>
                  <a:pt x="11260" y="538"/>
                </a:lnTo>
                <a:lnTo>
                  <a:pt x="10893" y="416"/>
                </a:lnTo>
                <a:lnTo>
                  <a:pt x="10527" y="293"/>
                </a:lnTo>
                <a:lnTo>
                  <a:pt x="10136" y="196"/>
                </a:lnTo>
                <a:lnTo>
                  <a:pt x="9745" y="123"/>
                </a:lnTo>
                <a:lnTo>
                  <a:pt x="9355" y="74"/>
                </a:lnTo>
                <a:lnTo>
                  <a:pt x="8939" y="25"/>
                </a:lnTo>
                <a:lnTo>
                  <a:pt x="8524" y="0"/>
                </a:lnTo>
                <a:close/>
              </a:path>
            </a:pathLst>
          </a:custGeom>
          <a:solidFill>
            <a:srgbClr val="3292E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ubtitle">
  <p:cSld name="TITLE_1">
    <p:spTree>
      <p:nvGrpSpPr>
        <p:cNvPr id="727" name="Shape 727"/>
        <p:cNvGrpSpPr/>
        <p:nvPr/>
      </p:nvGrpSpPr>
      <p:grpSpPr>
        <a:xfrm>
          <a:off x="0" y="0"/>
          <a:ext cx="0" cy="0"/>
          <a:chOff x="0" y="0"/>
          <a:chExt cx="0" cy="0"/>
        </a:xfrm>
      </p:grpSpPr>
      <p:sp>
        <p:nvSpPr>
          <p:cNvPr id="728" name="Google Shape;728;p7"/>
          <p:cNvSpPr txBox="1"/>
          <p:nvPr>
            <p:ph type="ctrTitle"/>
          </p:nvPr>
        </p:nvSpPr>
        <p:spPr>
          <a:xfrm>
            <a:off x="2743200" y="1735750"/>
            <a:ext cx="5638800" cy="11598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3600"/>
              <a:buNone/>
              <a:defRPr sz="3600"/>
            </a:lvl1pPr>
            <a:lvl2pPr lvl="1" algn="l">
              <a:lnSpc>
                <a:spcPct val="100000"/>
              </a:lnSpc>
              <a:spcBef>
                <a:spcPts val="0"/>
              </a:spcBef>
              <a:spcAft>
                <a:spcPts val="0"/>
              </a:spcAft>
              <a:buSzPts val="3600"/>
              <a:buNone/>
              <a:defRPr sz="3600"/>
            </a:lvl2pPr>
            <a:lvl3pPr lvl="2" algn="l">
              <a:lnSpc>
                <a:spcPct val="100000"/>
              </a:lnSpc>
              <a:spcBef>
                <a:spcPts val="0"/>
              </a:spcBef>
              <a:spcAft>
                <a:spcPts val="0"/>
              </a:spcAft>
              <a:buSzPts val="3600"/>
              <a:buNone/>
              <a:defRPr sz="3600"/>
            </a:lvl3pPr>
            <a:lvl4pPr lvl="3" algn="l">
              <a:lnSpc>
                <a:spcPct val="100000"/>
              </a:lnSpc>
              <a:spcBef>
                <a:spcPts val="0"/>
              </a:spcBef>
              <a:spcAft>
                <a:spcPts val="0"/>
              </a:spcAft>
              <a:buSzPts val="3600"/>
              <a:buNone/>
              <a:defRPr sz="3600"/>
            </a:lvl4pPr>
            <a:lvl5pPr lvl="4" algn="l">
              <a:lnSpc>
                <a:spcPct val="100000"/>
              </a:lnSpc>
              <a:spcBef>
                <a:spcPts val="0"/>
              </a:spcBef>
              <a:spcAft>
                <a:spcPts val="0"/>
              </a:spcAft>
              <a:buSzPts val="3600"/>
              <a:buNone/>
              <a:defRPr sz="3600"/>
            </a:lvl5pPr>
            <a:lvl6pPr lvl="5" algn="l">
              <a:lnSpc>
                <a:spcPct val="100000"/>
              </a:lnSpc>
              <a:spcBef>
                <a:spcPts val="0"/>
              </a:spcBef>
              <a:spcAft>
                <a:spcPts val="0"/>
              </a:spcAft>
              <a:buSzPts val="3600"/>
              <a:buNone/>
              <a:defRPr sz="3600"/>
            </a:lvl6pPr>
            <a:lvl7pPr lvl="6" algn="l">
              <a:lnSpc>
                <a:spcPct val="100000"/>
              </a:lnSpc>
              <a:spcBef>
                <a:spcPts val="0"/>
              </a:spcBef>
              <a:spcAft>
                <a:spcPts val="0"/>
              </a:spcAft>
              <a:buSzPts val="3600"/>
              <a:buNone/>
              <a:defRPr sz="3600"/>
            </a:lvl7pPr>
            <a:lvl8pPr lvl="7" algn="l">
              <a:lnSpc>
                <a:spcPct val="100000"/>
              </a:lnSpc>
              <a:spcBef>
                <a:spcPts val="0"/>
              </a:spcBef>
              <a:spcAft>
                <a:spcPts val="0"/>
              </a:spcAft>
              <a:buSzPts val="3600"/>
              <a:buNone/>
              <a:defRPr sz="3600"/>
            </a:lvl8pPr>
            <a:lvl9pPr lvl="8" algn="l">
              <a:lnSpc>
                <a:spcPct val="100000"/>
              </a:lnSpc>
              <a:spcBef>
                <a:spcPts val="0"/>
              </a:spcBef>
              <a:spcAft>
                <a:spcPts val="0"/>
              </a:spcAft>
              <a:buSzPts val="3600"/>
              <a:buNone/>
              <a:defRPr sz="3600"/>
            </a:lvl9pPr>
          </a:lstStyle>
          <a:p/>
        </p:txBody>
      </p:sp>
      <p:sp>
        <p:nvSpPr>
          <p:cNvPr id="729" name="Google Shape;729;p7"/>
          <p:cNvSpPr txBox="1"/>
          <p:nvPr>
            <p:ph idx="1" type="subTitle"/>
          </p:nvPr>
        </p:nvSpPr>
        <p:spPr>
          <a:xfrm>
            <a:off x="2743200" y="2821004"/>
            <a:ext cx="5696100" cy="7848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grpSp>
        <p:nvGrpSpPr>
          <p:cNvPr id="730" name="Google Shape;730;p7"/>
          <p:cNvGrpSpPr/>
          <p:nvPr/>
        </p:nvGrpSpPr>
        <p:grpSpPr>
          <a:xfrm flipH="1" rot="10800000">
            <a:off x="421029" y="1677114"/>
            <a:ext cx="2064711" cy="1788690"/>
            <a:chOff x="4088875" y="1431100"/>
            <a:chExt cx="3293000" cy="2852775"/>
          </a:xfrm>
        </p:grpSpPr>
        <p:sp>
          <p:nvSpPr>
            <p:cNvPr id="731" name="Google Shape;731;p7"/>
            <p:cNvSpPr/>
            <p:nvPr/>
          </p:nvSpPr>
          <p:spPr>
            <a:xfrm>
              <a:off x="4831475" y="4136025"/>
              <a:ext cx="157950" cy="147850"/>
            </a:xfrm>
            <a:custGeom>
              <a:rect b="b" l="l" r="r" t="t"/>
              <a:pathLst>
                <a:path extrusionOk="0" h="5914" w="6318">
                  <a:moveTo>
                    <a:pt x="404" y="0"/>
                  </a:moveTo>
                  <a:lnTo>
                    <a:pt x="1" y="269"/>
                  </a:lnTo>
                  <a:lnTo>
                    <a:pt x="3227" y="5914"/>
                  </a:lnTo>
                  <a:lnTo>
                    <a:pt x="6318" y="5914"/>
                  </a:lnTo>
                  <a:lnTo>
                    <a:pt x="404" y="0"/>
                  </a:lnTo>
                  <a:close/>
                </a:path>
              </a:pathLst>
            </a:custGeom>
            <a:solidFill>
              <a:srgbClr val="00E2C7"/>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732" name="Google Shape;732;p7"/>
            <p:cNvSpPr/>
            <p:nvPr/>
          </p:nvSpPr>
          <p:spPr>
            <a:xfrm>
              <a:off x="4697075" y="3907525"/>
              <a:ext cx="389800" cy="376350"/>
            </a:xfrm>
            <a:custGeom>
              <a:rect b="b" l="l" r="r" t="t"/>
              <a:pathLst>
                <a:path extrusionOk="0" h="15054" w="15592">
                  <a:moveTo>
                    <a:pt x="538" y="0"/>
                  </a:moveTo>
                  <a:lnTo>
                    <a:pt x="1" y="269"/>
                  </a:lnTo>
                  <a:lnTo>
                    <a:pt x="5377" y="9543"/>
                  </a:lnTo>
                  <a:lnTo>
                    <a:pt x="11022" y="15054"/>
                  </a:lnTo>
                  <a:lnTo>
                    <a:pt x="15592" y="15054"/>
                  </a:lnTo>
                  <a:lnTo>
                    <a:pt x="538" y="0"/>
                  </a:lnTo>
                  <a:close/>
                </a:path>
              </a:pathLst>
            </a:custGeom>
            <a:solidFill>
              <a:srgbClr val="01E0C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733" name="Google Shape;733;p7"/>
            <p:cNvSpPr/>
            <p:nvPr/>
          </p:nvSpPr>
          <p:spPr>
            <a:xfrm>
              <a:off x="4566025" y="3675675"/>
              <a:ext cx="618300" cy="608200"/>
            </a:xfrm>
            <a:custGeom>
              <a:rect b="b" l="l" r="r" t="t"/>
              <a:pathLst>
                <a:path extrusionOk="0" h="24328" w="24732">
                  <a:moveTo>
                    <a:pt x="404" y="0"/>
                  </a:moveTo>
                  <a:lnTo>
                    <a:pt x="1" y="404"/>
                  </a:lnTo>
                  <a:lnTo>
                    <a:pt x="5377" y="9543"/>
                  </a:lnTo>
                  <a:lnTo>
                    <a:pt x="20027" y="24328"/>
                  </a:lnTo>
                  <a:lnTo>
                    <a:pt x="24732" y="24328"/>
                  </a:lnTo>
                  <a:lnTo>
                    <a:pt x="404" y="0"/>
                  </a:lnTo>
                  <a:close/>
                </a:path>
              </a:pathLst>
            </a:custGeom>
            <a:solidFill>
              <a:srgbClr val="02DFC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734" name="Google Shape;734;p7"/>
            <p:cNvSpPr/>
            <p:nvPr/>
          </p:nvSpPr>
          <p:spPr>
            <a:xfrm>
              <a:off x="4434975" y="3447175"/>
              <a:ext cx="846800" cy="836700"/>
            </a:xfrm>
            <a:custGeom>
              <a:rect b="b" l="l" r="r" t="t"/>
              <a:pathLst>
                <a:path extrusionOk="0" h="33468" w="33872">
                  <a:moveTo>
                    <a:pt x="404" y="1"/>
                  </a:moveTo>
                  <a:lnTo>
                    <a:pt x="1" y="270"/>
                  </a:lnTo>
                  <a:lnTo>
                    <a:pt x="5243" y="9544"/>
                  </a:lnTo>
                  <a:lnTo>
                    <a:pt x="29167" y="33468"/>
                  </a:lnTo>
                  <a:lnTo>
                    <a:pt x="33871" y="33468"/>
                  </a:lnTo>
                  <a:lnTo>
                    <a:pt x="404" y="1"/>
                  </a:lnTo>
                  <a:close/>
                </a:path>
              </a:pathLst>
            </a:custGeom>
            <a:solidFill>
              <a:srgbClr val="03DDC9"/>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735" name="Google Shape;735;p7"/>
            <p:cNvSpPr/>
            <p:nvPr/>
          </p:nvSpPr>
          <p:spPr>
            <a:xfrm>
              <a:off x="4300575" y="3218700"/>
              <a:ext cx="1078650" cy="1065175"/>
            </a:xfrm>
            <a:custGeom>
              <a:rect b="b" l="l" r="r" t="t"/>
              <a:pathLst>
                <a:path extrusionOk="0" h="42607" w="43146">
                  <a:moveTo>
                    <a:pt x="404" y="0"/>
                  </a:moveTo>
                  <a:lnTo>
                    <a:pt x="0" y="269"/>
                  </a:lnTo>
                  <a:lnTo>
                    <a:pt x="5377" y="9543"/>
                  </a:lnTo>
                  <a:lnTo>
                    <a:pt x="38441" y="42607"/>
                  </a:lnTo>
                  <a:lnTo>
                    <a:pt x="43145" y="42607"/>
                  </a:lnTo>
                  <a:lnTo>
                    <a:pt x="404" y="0"/>
                  </a:lnTo>
                  <a:close/>
                </a:path>
              </a:pathLst>
            </a:custGeom>
            <a:solidFill>
              <a:srgbClr val="04DBC9"/>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736" name="Google Shape;736;p7"/>
            <p:cNvSpPr/>
            <p:nvPr/>
          </p:nvSpPr>
          <p:spPr>
            <a:xfrm>
              <a:off x="4169525" y="2990200"/>
              <a:ext cx="1307150" cy="1293675"/>
            </a:xfrm>
            <a:custGeom>
              <a:rect b="b" l="l" r="r" t="t"/>
              <a:pathLst>
                <a:path extrusionOk="0" h="51747" w="52286">
                  <a:moveTo>
                    <a:pt x="404" y="1"/>
                  </a:moveTo>
                  <a:lnTo>
                    <a:pt x="1" y="269"/>
                  </a:lnTo>
                  <a:lnTo>
                    <a:pt x="5242" y="9409"/>
                  </a:lnTo>
                  <a:lnTo>
                    <a:pt x="47581" y="51747"/>
                  </a:lnTo>
                  <a:lnTo>
                    <a:pt x="52285" y="51747"/>
                  </a:lnTo>
                  <a:lnTo>
                    <a:pt x="404" y="1"/>
                  </a:lnTo>
                  <a:close/>
                </a:path>
              </a:pathLst>
            </a:custGeom>
            <a:solidFill>
              <a:srgbClr val="06D9CA"/>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737" name="Google Shape;737;p7"/>
            <p:cNvSpPr/>
            <p:nvPr/>
          </p:nvSpPr>
          <p:spPr>
            <a:xfrm>
              <a:off x="4088875" y="2822200"/>
              <a:ext cx="1481875" cy="1461675"/>
            </a:xfrm>
            <a:custGeom>
              <a:rect b="b" l="l" r="r" t="t"/>
              <a:pathLst>
                <a:path extrusionOk="0" h="58467" w="59275">
                  <a:moveTo>
                    <a:pt x="807" y="0"/>
                  </a:moveTo>
                  <a:lnTo>
                    <a:pt x="1" y="1479"/>
                  </a:lnTo>
                  <a:lnTo>
                    <a:pt x="3227" y="6989"/>
                  </a:lnTo>
                  <a:lnTo>
                    <a:pt x="54705" y="58467"/>
                  </a:lnTo>
                  <a:lnTo>
                    <a:pt x="59274" y="58467"/>
                  </a:lnTo>
                  <a:lnTo>
                    <a:pt x="807" y="0"/>
                  </a:lnTo>
                  <a:close/>
                </a:path>
              </a:pathLst>
            </a:custGeom>
            <a:solidFill>
              <a:srgbClr val="07D8C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738" name="Google Shape;738;p7"/>
            <p:cNvSpPr/>
            <p:nvPr/>
          </p:nvSpPr>
          <p:spPr>
            <a:xfrm>
              <a:off x="4102325" y="2761700"/>
              <a:ext cx="1565875" cy="1522175"/>
            </a:xfrm>
            <a:custGeom>
              <a:rect b="b" l="l" r="r" t="t"/>
              <a:pathLst>
                <a:path extrusionOk="0" h="60887" w="62635">
                  <a:moveTo>
                    <a:pt x="1748" y="1"/>
                  </a:moveTo>
                  <a:lnTo>
                    <a:pt x="0" y="2823"/>
                  </a:lnTo>
                  <a:lnTo>
                    <a:pt x="58064" y="60887"/>
                  </a:lnTo>
                  <a:lnTo>
                    <a:pt x="62634" y="60887"/>
                  </a:lnTo>
                  <a:lnTo>
                    <a:pt x="1748" y="1"/>
                  </a:lnTo>
                  <a:close/>
                </a:path>
              </a:pathLst>
            </a:custGeom>
            <a:solidFill>
              <a:srgbClr val="08D6C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739" name="Google Shape;739;p7"/>
            <p:cNvSpPr/>
            <p:nvPr/>
          </p:nvSpPr>
          <p:spPr>
            <a:xfrm>
              <a:off x="4139275" y="2697875"/>
              <a:ext cx="1626375" cy="1586000"/>
            </a:xfrm>
            <a:custGeom>
              <a:rect b="b" l="l" r="r" t="t"/>
              <a:pathLst>
                <a:path extrusionOk="0" h="63440" w="65055">
                  <a:moveTo>
                    <a:pt x="1614" y="0"/>
                  </a:moveTo>
                  <a:lnTo>
                    <a:pt x="1" y="2957"/>
                  </a:lnTo>
                  <a:lnTo>
                    <a:pt x="60484" y="63440"/>
                  </a:lnTo>
                  <a:lnTo>
                    <a:pt x="65054" y="63440"/>
                  </a:lnTo>
                  <a:lnTo>
                    <a:pt x="1614" y="0"/>
                  </a:lnTo>
                  <a:close/>
                </a:path>
              </a:pathLst>
            </a:custGeom>
            <a:solidFill>
              <a:srgbClr val="09D4C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740" name="Google Shape;740;p7"/>
            <p:cNvSpPr/>
            <p:nvPr/>
          </p:nvSpPr>
          <p:spPr>
            <a:xfrm>
              <a:off x="4172900" y="2637375"/>
              <a:ext cx="1690175" cy="1646500"/>
            </a:xfrm>
            <a:custGeom>
              <a:rect b="b" l="l" r="r" t="t"/>
              <a:pathLst>
                <a:path extrusionOk="0" h="65860" w="67607">
                  <a:moveTo>
                    <a:pt x="1747" y="1"/>
                  </a:moveTo>
                  <a:lnTo>
                    <a:pt x="0" y="2958"/>
                  </a:lnTo>
                  <a:lnTo>
                    <a:pt x="62903" y="65860"/>
                  </a:lnTo>
                  <a:lnTo>
                    <a:pt x="67607" y="65860"/>
                  </a:lnTo>
                  <a:lnTo>
                    <a:pt x="1747" y="1"/>
                  </a:lnTo>
                  <a:close/>
                </a:path>
              </a:pathLst>
            </a:custGeom>
            <a:solidFill>
              <a:srgbClr val="0AD3C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741" name="Google Shape;741;p7"/>
            <p:cNvSpPr/>
            <p:nvPr/>
          </p:nvSpPr>
          <p:spPr>
            <a:xfrm>
              <a:off x="4209850" y="2576900"/>
              <a:ext cx="1750675" cy="1706975"/>
            </a:xfrm>
            <a:custGeom>
              <a:rect b="b" l="l" r="r" t="t"/>
              <a:pathLst>
                <a:path extrusionOk="0" h="68279" w="70027">
                  <a:moveTo>
                    <a:pt x="1613" y="1"/>
                  </a:moveTo>
                  <a:lnTo>
                    <a:pt x="0" y="2823"/>
                  </a:lnTo>
                  <a:lnTo>
                    <a:pt x="65322" y="68279"/>
                  </a:lnTo>
                  <a:lnTo>
                    <a:pt x="70027" y="68279"/>
                  </a:lnTo>
                  <a:lnTo>
                    <a:pt x="1613" y="1"/>
                  </a:lnTo>
                  <a:close/>
                </a:path>
              </a:pathLst>
            </a:custGeom>
            <a:solidFill>
              <a:srgbClr val="0BD1C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742" name="Google Shape;742;p7"/>
            <p:cNvSpPr/>
            <p:nvPr/>
          </p:nvSpPr>
          <p:spPr>
            <a:xfrm>
              <a:off x="4243450" y="2513050"/>
              <a:ext cx="1814525" cy="1770825"/>
            </a:xfrm>
            <a:custGeom>
              <a:rect b="b" l="l" r="r" t="t"/>
              <a:pathLst>
                <a:path extrusionOk="0" h="70833" w="72581">
                  <a:moveTo>
                    <a:pt x="1748" y="1"/>
                  </a:moveTo>
                  <a:lnTo>
                    <a:pt x="1" y="2958"/>
                  </a:lnTo>
                  <a:lnTo>
                    <a:pt x="67876" y="70833"/>
                  </a:lnTo>
                  <a:lnTo>
                    <a:pt x="72581" y="70833"/>
                  </a:lnTo>
                  <a:lnTo>
                    <a:pt x="1748" y="1"/>
                  </a:lnTo>
                  <a:close/>
                </a:path>
              </a:pathLst>
            </a:custGeom>
            <a:solidFill>
              <a:srgbClr val="0CCFC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743" name="Google Shape;743;p7"/>
            <p:cNvSpPr/>
            <p:nvPr/>
          </p:nvSpPr>
          <p:spPr>
            <a:xfrm>
              <a:off x="4280425" y="2452575"/>
              <a:ext cx="1875000" cy="1831300"/>
            </a:xfrm>
            <a:custGeom>
              <a:rect b="b" l="l" r="r" t="t"/>
              <a:pathLst>
                <a:path extrusionOk="0" h="73252" w="75000">
                  <a:moveTo>
                    <a:pt x="1613" y="1"/>
                  </a:moveTo>
                  <a:lnTo>
                    <a:pt x="0" y="2957"/>
                  </a:lnTo>
                  <a:lnTo>
                    <a:pt x="70295" y="73252"/>
                  </a:lnTo>
                  <a:lnTo>
                    <a:pt x="74999" y="73252"/>
                  </a:lnTo>
                  <a:lnTo>
                    <a:pt x="1613" y="1"/>
                  </a:lnTo>
                  <a:close/>
                </a:path>
              </a:pathLst>
            </a:custGeom>
            <a:solidFill>
              <a:srgbClr val="0DCDCE"/>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744" name="Google Shape;744;p7"/>
            <p:cNvSpPr/>
            <p:nvPr/>
          </p:nvSpPr>
          <p:spPr>
            <a:xfrm>
              <a:off x="4314025" y="2392100"/>
              <a:ext cx="1935475" cy="1891775"/>
            </a:xfrm>
            <a:custGeom>
              <a:rect b="b" l="l" r="r" t="t"/>
              <a:pathLst>
                <a:path extrusionOk="0" h="75671" w="77419">
                  <a:moveTo>
                    <a:pt x="1747" y="0"/>
                  </a:moveTo>
                  <a:lnTo>
                    <a:pt x="0" y="2957"/>
                  </a:lnTo>
                  <a:lnTo>
                    <a:pt x="72849" y="75671"/>
                  </a:lnTo>
                  <a:lnTo>
                    <a:pt x="77419" y="75671"/>
                  </a:lnTo>
                  <a:lnTo>
                    <a:pt x="1747" y="0"/>
                  </a:lnTo>
                  <a:close/>
                </a:path>
              </a:pathLst>
            </a:custGeom>
            <a:solidFill>
              <a:srgbClr val="0ECCC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745" name="Google Shape;745;p7"/>
            <p:cNvSpPr/>
            <p:nvPr/>
          </p:nvSpPr>
          <p:spPr>
            <a:xfrm>
              <a:off x="4350975" y="2328250"/>
              <a:ext cx="1995975" cy="1955625"/>
            </a:xfrm>
            <a:custGeom>
              <a:rect b="b" l="l" r="r" t="t"/>
              <a:pathLst>
                <a:path extrusionOk="0" h="78225" w="79839">
                  <a:moveTo>
                    <a:pt x="1748" y="1"/>
                  </a:moveTo>
                  <a:lnTo>
                    <a:pt x="1" y="2957"/>
                  </a:lnTo>
                  <a:lnTo>
                    <a:pt x="75269" y="78225"/>
                  </a:lnTo>
                  <a:lnTo>
                    <a:pt x="79839" y="78225"/>
                  </a:lnTo>
                  <a:lnTo>
                    <a:pt x="1748" y="1"/>
                  </a:lnTo>
                  <a:close/>
                </a:path>
              </a:pathLst>
            </a:custGeom>
            <a:solidFill>
              <a:srgbClr val="10CAC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746" name="Google Shape;746;p7"/>
            <p:cNvSpPr/>
            <p:nvPr/>
          </p:nvSpPr>
          <p:spPr>
            <a:xfrm>
              <a:off x="4384575" y="2267775"/>
              <a:ext cx="2059825" cy="2016100"/>
            </a:xfrm>
            <a:custGeom>
              <a:rect b="b" l="l" r="r" t="t"/>
              <a:pathLst>
                <a:path extrusionOk="0" h="80644" w="82393">
                  <a:moveTo>
                    <a:pt x="1748" y="0"/>
                  </a:moveTo>
                  <a:lnTo>
                    <a:pt x="1" y="2957"/>
                  </a:lnTo>
                  <a:lnTo>
                    <a:pt x="77823" y="80644"/>
                  </a:lnTo>
                  <a:lnTo>
                    <a:pt x="82392" y="80644"/>
                  </a:lnTo>
                  <a:lnTo>
                    <a:pt x="1748" y="0"/>
                  </a:lnTo>
                  <a:close/>
                </a:path>
              </a:pathLst>
            </a:custGeom>
            <a:solidFill>
              <a:srgbClr val="11C8D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747" name="Google Shape;747;p7"/>
            <p:cNvSpPr/>
            <p:nvPr/>
          </p:nvSpPr>
          <p:spPr>
            <a:xfrm>
              <a:off x="4421550" y="2207275"/>
              <a:ext cx="2120300" cy="2076600"/>
            </a:xfrm>
            <a:custGeom>
              <a:rect b="b" l="l" r="r" t="t"/>
              <a:pathLst>
                <a:path extrusionOk="0" h="83064" w="84812">
                  <a:moveTo>
                    <a:pt x="1747" y="1"/>
                  </a:moveTo>
                  <a:lnTo>
                    <a:pt x="0" y="2958"/>
                  </a:lnTo>
                  <a:lnTo>
                    <a:pt x="80107" y="83064"/>
                  </a:lnTo>
                  <a:lnTo>
                    <a:pt x="84811" y="83064"/>
                  </a:lnTo>
                  <a:lnTo>
                    <a:pt x="1747" y="1"/>
                  </a:lnTo>
                  <a:close/>
                </a:path>
              </a:pathLst>
            </a:custGeom>
            <a:solidFill>
              <a:srgbClr val="12C7D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748" name="Google Shape;748;p7"/>
            <p:cNvSpPr/>
            <p:nvPr/>
          </p:nvSpPr>
          <p:spPr>
            <a:xfrm>
              <a:off x="4458500" y="2146800"/>
              <a:ext cx="2130375" cy="2137075"/>
            </a:xfrm>
            <a:custGeom>
              <a:rect b="b" l="l" r="r" t="t"/>
              <a:pathLst>
                <a:path extrusionOk="0" h="85483" w="85215">
                  <a:moveTo>
                    <a:pt x="1614" y="1"/>
                  </a:moveTo>
                  <a:lnTo>
                    <a:pt x="1" y="2823"/>
                  </a:lnTo>
                  <a:lnTo>
                    <a:pt x="82527" y="85483"/>
                  </a:lnTo>
                  <a:lnTo>
                    <a:pt x="84005" y="85483"/>
                  </a:lnTo>
                  <a:lnTo>
                    <a:pt x="85215" y="83467"/>
                  </a:lnTo>
                  <a:lnTo>
                    <a:pt x="1614" y="1"/>
                  </a:lnTo>
                  <a:close/>
                </a:path>
              </a:pathLst>
            </a:custGeom>
            <a:solidFill>
              <a:srgbClr val="13C5D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749" name="Google Shape;749;p7"/>
            <p:cNvSpPr/>
            <p:nvPr/>
          </p:nvSpPr>
          <p:spPr>
            <a:xfrm>
              <a:off x="4492100" y="2082950"/>
              <a:ext cx="2133750" cy="2163975"/>
            </a:xfrm>
            <a:custGeom>
              <a:rect b="b" l="l" r="r" t="t"/>
              <a:pathLst>
                <a:path extrusionOk="0" h="86559" w="85350">
                  <a:moveTo>
                    <a:pt x="1748" y="1"/>
                  </a:moveTo>
                  <a:lnTo>
                    <a:pt x="1" y="2958"/>
                  </a:lnTo>
                  <a:lnTo>
                    <a:pt x="83602" y="86559"/>
                  </a:lnTo>
                  <a:lnTo>
                    <a:pt x="85349" y="83602"/>
                  </a:lnTo>
                  <a:lnTo>
                    <a:pt x="1748" y="1"/>
                  </a:lnTo>
                  <a:close/>
                </a:path>
              </a:pathLst>
            </a:custGeom>
            <a:solidFill>
              <a:srgbClr val="14C3D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750" name="Google Shape;750;p7"/>
            <p:cNvSpPr/>
            <p:nvPr/>
          </p:nvSpPr>
          <p:spPr>
            <a:xfrm>
              <a:off x="4529075" y="2022475"/>
              <a:ext cx="2130375" cy="2163975"/>
            </a:xfrm>
            <a:custGeom>
              <a:rect b="b" l="l" r="r" t="t"/>
              <a:pathLst>
                <a:path extrusionOk="0" h="86559" w="85215">
                  <a:moveTo>
                    <a:pt x="1613" y="1"/>
                  </a:moveTo>
                  <a:lnTo>
                    <a:pt x="0" y="2957"/>
                  </a:lnTo>
                  <a:lnTo>
                    <a:pt x="83467" y="86558"/>
                  </a:lnTo>
                  <a:lnTo>
                    <a:pt x="85214" y="83601"/>
                  </a:lnTo>
                  <a:lnTo>
                    <a:pt x="1613" y="1"/>
                  </a:lnTo>
                  <a:close/>
                </a:path>
              </a:pathLst>
            </a:custGeom>
            <a:solidFill>
              <a:srgbClr val="15C1D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751" name="Google Shape;751;p7"/>
            <p:cNvSpPr/>
            <p:nvPr/>
          </p:nvSpPr>
          <p:spPr>
            <a:xfrm>
              <a:off x="4562675" y="1962000"/>
              <a:ext cx="2133725" cy="2160600"/>
            </a:xfrm>
            <a:custGeom>
              <a:rect b="b" l="l" r="r" t="t"/>
              <a:pathLst>
                <a:path extrusionOk="0" h="86424" w="85349">
                  <a:moveTo>
                    <a:pt x="1748" y="0"/>
                  </a:moveTo>
                  <a:lnTo>
                    <a:pt x="0" y="2957"/>
                  </a:lnTo>
                  <a:lnTo>
                    <a:pt x="83602" y="86424"/>
                  </a:lnTo>
                  <a:lnTo>
                    <a:pt x="85349" y="83467"/>
                  </a:lnTo>
                  <a:lnTo>
                    <a:pt x="1748" y="0"/>
                  </a:lnTo>
                  <a:close/>
                </a:path>
              </a:pathLst>
            </a:custGeom>
            <a:solidFill>
              <a:srgbClr val="16C0D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752" name="Google Shape;752;p7"/>
            <p:cNvSpPr/>
            <p:nvPr/>
          </p:nvSpPr>
          <p:spPr>
            <a:xfrm>
              <a:off x="4599625" y="1898150"/>
              <a:ext cx="2130375" cy="2163975"/>
            </a:xfrm>
            <a:custGeom>
              <a:rect b="b" l="l" r="r" t="t"/>
              <a:pathLst>
                <a:path extrusionOk="0" h="86559" w="85215">
                  <a:moveTo>
                    <a:pt x="1614" y="0"/>
                  </a:moveTo>
                  <a:lnTo>
                    <a:pt x="1" y="2957"/>
                  </a:lnTo>
                  <a:lnTo>
                    <a:pt x="83602" y="86558"/>
                  </a:lnTo>
                  <a:lnTo>
                    <a:pt x="85215" y="83601"/>
                  </a:lnTo>
                  <a:lnTo>
                    <a:pt x="1614" y="0"/>
                  </a:lnTo>
                  <a:close/>
                </a:path>
              </a:pathLst>
            </a:custGeom>
            <a:solidFill>
              <a:srgbClr val="17BED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753" name="Google Shape;753;p7"/>
            <p:cNvSpPr/>
            <p:nvPr/>
          </p:nvSpPr>
          <p:spPr>
            <a:xfrm>
              <a:off x="4633225" y="1837675"/>
              <a:ext cx="2133750" cy="2163950"/>
            </a:xfrm>
            <a:custGeom>
              <a:rect b="b" l="l" r="r" t="t"/>
              <a:pathLst>
                <a:path extrusionOk="0" h="86558" w="85350">
                  <a:moveTo>
                    <a:pt x="1748" y="0"/>
                  </a:moveTo>
                  <a:lnTo>
                    <a:pt x="1" y="2957"/>
                  </a:lnTo>
                  <a:lnTo>
                    <a:pt x="83602" y="86558"/>
                  </a:lnTo>
                  <a:lnTo>
                    <a:pt x="85349" y="83601"/>
                  </a:lnTo>
                  <a:lnTo>
                    <a:pt x="1748" y="0"/>
                  </a:lnTo>
                  <a:close/>
                </a:path>
              </a:pathLst>
            </a:custGeom>
            <a:solidFill>
              <a:srgbClr val="18BCD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754" name="Google Shape;754;p7"/>
            <p:cNvSpPr/>
            <p:nvPr/>
          </p:nvSpPr>
          <p:spPr>
            <a:xfrm>
              <a:off x="4670200" y="1777175"/>
              <a:ext cx="2130375" cy="2160625"/>
            </a:xfrm>
            <a:custGeom>
              <a:rect b="b" l="l" r="r" t="t"/>
              <a:pathLst>
                <a:path extrusionOk="0" h="86425" w="85215">
                  <a:moveTo>
                    <a:pt x="1748" y="1"/>
                  </a:moveTo>
                  <a:lnTo>
                    <a:pt x="0" y="2958"/>
                  </a:lnTo>
                  <a:lnTo>
                    <a:pt x="83602" y="86424"/>
                  </a:lnTo>
                  <a:lnTo>
                    <a:pt x="85215" y="83467"/>
                  </a:lnTo>
                  <a:lnTo>
                    <a:pt x="1748" y="1"/>
                  </a:lnTo>
                  <a:close/>
                </a:path>
              </a:pathLst>
            </a:custGeom>
            <a:solidFill>
              <a:srgbClr val="19BBD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755" name="Google Shape;755;p7"/>
            <p:cNvSpPr/>
            <p:nvPr/>
          </p:nvSpPr>
          <p:spPr>
            <a:xfrm>
              <a:off x="4707150" y="1713350"/>
              <a:ext cx="2130375" cy="2163950"/>
            </a:xfrm>
            <a:custGeom>
              <a:rect b="b" l="l" r="r" t="t"/>
              <a:pathLst>
                <a:path extrusionOk="0" h="86558" w="85215">
                  <a:moveTo>
                    <a:pt x="1614" y="0"/>
                  </a:moveTo>
                  <a:lnTo>
                    <a:pt x="1" y="2957"/>
                  </a:lnTo>
                  <a:lnTo>
                    <a:pt x="83468" y="86558"/>
                  </a:lnTo>
                  <a:lnTo>
                    <a:pt x="85215" y="83601"/>
                  </a:lnTo>
                  <a:lnTo>
                    <a:pt x="1614" y="0"/>
                  </a:lnTo>
                  <a:close/>
                </a:path>
              </a:pathLst>
            </a:custGeom>
            <a:solidFill>
              <a:srgbClr val="1BB9D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756" name="Google Shape;756;p7"/>
            <p:cNvSpPr/>
            <p:nvPr/>
          </p:nvSpPr>
          <p:spPr>
            <a:xfrm>
              <a:off x="4740750" y="1652850"/>
              <a:ext cx="2130400" cy="2163975"/>
            </a:xfrm>
            <a:custGeom>
              <a:rect b="b" l="l" r="r" t="t"/>
              <a:pathLst>
                <a:path extrusionOk="0" h="86559" w="85216">
                  <a:moveTo>
                    <a:pt x="1748" y="1"/>
                  </a:moveTo>
                  <a:lnTo>
                    <a:pt x="1" y="2958"/>
                  </a:lnTo>
                  <a:lnTo>
                    <a:pt x="83602" y="86559"/>
                  </a:lnTo>
                  <a:lnTo>
                    <a:pt x="85215" y="83602"/>
                  </a:lnTo>
                  <a:lnTo>
                    <a:pt x="1748" y="1"/>
                  </a:lnTo>
                  <a:close/>
                </a:path>
              </a:pathLst>
            </a:custGeom>
            <a:solidFill>
              <a:srgbClr val="1CB7D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757" name="Google Shape;757;p7"/>
            <p:cNvSpPr/>
            <p:nvPr/>
          </p:nvSpPr>
          <p:spPr>
            <a:xfrm>
              <a:off x="4777725" y="1592375"/>
              <a:ext cx="2130375" cy="2160600"/>
            </a:xfrm>
            <a:custGeom>
              <a:rect b="b" l="l" r="r" t="t"/>
              <a:pathLst>
                <a:path extrusionOk="0" h="86424" w="85215">
                  <a:moveTo>
                    <a:pt x="1613" y="1"/>
                  </a:moveTo>
                  <a:lnTo>
                    <a:pt x="0" y="2957"/>
                  </a:lnTo>
                  <a:lnTo>
                    <a:pt x="83467" y="86424"/>
                  </a:lnTo>
                  <a:lnTo>
                    <a:pt x="85215" y="83601"/>
                  </a:lnTo>
                  <a:lnTo>
                    <a:pt x="1613" y="1"/>
                  </a:lnTo>
                  <a:close/>
                </a:path>
              </a:pathLst>
            </a:custGeom>
            <a:solidFill>
              <a:srgbClr val="1DB5D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758" name="Google Shape;758;p7"/>
            <p:cNvSpPr/>
            <p:nvPr/>
          </p:nvSpPr>
          <p:spPr>
            <a:xfrm>
              <a:off x="4811325" y="1531900"/>
              <a:ext cx="2133750" cy="2160600"/>
            </a:xfrm>
            <a:custGeom>
              <a:rect b="b" l="l" r="r" t="t"/>
              <a:pathLst>
                <a:path extrusionOk="0" h="86424" w="85350">
                  <a:moveTo>
                    <a:pt x="1748" y="0"/>
                  </a:moveTo>
                  <a:lnTo>
                    <a:pt x="0" y="2823"/>
                  </a:lnTo>
                  <a:lnTo>
                    <a:pt x="83602" y="86423"/>
                  </a:lnTo>
                  <a:lnTo>
                    <a:pt x="85349" y="83467"/>
                  </a:lnTo>
                  <a:lnTo>
                    <a:pt x="1748" y="0"/>
                  </a:lnTo>
                  <a:close/>
                </a:path>
              </a:pathLst>
            </a:custGeom>
            <a:solidFill>
              <a:srgbClr val="1EB4D7"/>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759" name="Google Shape;759;p7"/>
            <p:cNvSpPr/>
            <p:nvPr/>
          </p:nvSpPr>
          <p:spPr>
            <a:xfrm>
              <a:off x="4848275" y="1468050"/>
              <a:ext cx="2130400" cy="2163975"/>
            </a:xfrm>
            <a:custGeom>
              <a:rect b="b" l="l" r="r" t="t"/>
              <a:pathLst>
                <a:path extrusionOk="0" h="86559" w="85216">
                  <a:moveTo>
                    <a:pt x="1614" y="0"/>
                  </a:moveTo>
                  <a:lnTo>
                    <a:pt x="1" y="2957"/>
                  </a:lnTo>
                  <a:lnTo>
                    <a:pt x="83602" y="86558"/>
                  </a:lnTo>
                  <a:lnTo>
                    <a:pt x="85215" y="83601"/>
                  </a:lnTo>
                  <a:lnTo>
                    <a:pt x="1614" y="0"/>
                  </a:lnTo>
                  <a:close/>
                </a:path>
              </a:pathLst>
            </a:custGeom>
            <a:solidFill>
              <a:srgbClr val="1FB2D7"/>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760" name="Google Shape;760;p7"/>
            <p:cNvSpPr/>
            <p:nvPr/>
          </p:nvSpPr>
          <p:spPr>
            <a:xfrm>
              <a:off x="4881875" y="1431100"/>
              <a:ext cx="2133750" cy="2140425"/>
            </a:xfrm>
            <a:custGeom>
              <a:rect b="b" l="l" r="r" t="t"/>
              <a:pathLst>
                <a:path extrusionOk="0" h="85617" w="85350">
                  <a:moveTo>
                    <a:pt x="1211" y="0"/>
                  </a:moveTo>
                  <a:lnTo>
                    <a:pt x="1" y="2016"/>
                  </a:lnTo>
                  <a:lnTo>
                    <a:pt x="83602" y="85617"/>
                  </a:lnTo>
                  <a:lnTo>
                    <a:pt x="85350" y="82660"/>
                  </a:lnTo>
                  <a:lnTo>
                    <a:pt x="2689" y="0"/>
                  </a:lnTo>
                  <a:close/>
                </a:path>
              </a:pathLst>
            </a:custGeom>
            <a:solidFill>
              <a:srgbClr val="20B0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761" name="Google Shape;761;p7"/>
            <p:cNvSpPr/>
            <p:nvPr/>
          </p:nvSpPr>
          <p:spPr>
            <a:xfrm>
              <a:off x="4928925" y="1431100"/>
              <a:ext cx="2120300" cy="2076600"/>
            </a:xfrm>
            <a:custGeom>
              <a:rect b="b" l="l" r="r" t="t"/>
              <a:pathLst>
                <a:path extrusionOk="0" h="83064" w="84812">
                  <a:moveTo>
                    <a:pt x="1" y="0"/>
                  </a:moveTo>
                  <a:lnTo>
                    <a:pt x="83199" y="83063"/>
                  </a:lnTo>
                  <a:lnTo>
                    <a:pt x="84812" y="80106"/>
                  </a:lnTo>
                  <a:lnTo>
                    <a:pt x="4705" y="0"/>
                  </a:lnTo>
                  <a:close/>
                </a:path>
              </a:pathLst>
            </a:custGeom>
            <a:solidFill>
              <a:srgbClr val="21AED9"/>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762" name="Google Shape;762;p7"/>
            <p:cNvSpPr/>
            <p:nvPr/>
          </p:nvSpPr>
          <p:spPr>
            <a:xfrm>
              <a:off x="5026375" y="1431100"/>
              <a:ext cx="2059825" cy="2016100"/>
            </a:xfrm>
            <a:custGeom>
              <a:rect b="b" l="l" r="r" t="t"/>
              <a:pathLst>
                <a:path extrusionOk="0" h="80644" w="82393">
                  <a:moveTo>
                    <a:pt x="0" y="0"/>
                  </a:moveTo>
                  <a:lnTo>
                    <a:pt x="80645" y="80644"/>
                  </a:lnTo>
                  <a:lnTo>
                    <a:pt x="82392" y="77687"/>
                  </a:lnTo>
                  <a:lnTo>
                    <a:pt x="4705" y="0"/>
                  </a:lnTo>
                  <a:close/>
                </a:path>
              </a:pathLst>
            </a:custGeom>
            <a:solidFill>
              <a:srgbClr val="22ADD9"/>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763" name="Google Shape;763;p7"/>
            <p:cNvSpPr/>
            <p:nvPr/>
          </p:nvSpPr>
          <p:spPr>
            <a:xfrm>
              <a:off x="5123825" y="1431100"/>
              <a:ext cx="1995975" cy="1955625"/>
            </a:xfrm>
            <a:custGeom>
              <a:rect b="b" l="l" r="r" t="t"/>
              <a:pathLst>
                <a:path extrusionOk="0" h="78225" w="79839">
                  <a:moveTo>
                    <a:pt x="0" y="0"/>
                  </a:moveTo>
                  <a:lnTo>
                    <a:pt x="78225" y="78225"/>
                  </a:lnTo>
                  <a:lnTo>
                    <a:pt x="79838" y="75268"/>
                  </a:lnTo>
                  <a:lnTo>
                    <a:pt x="4705" y="0"/>
                  </a:lnTo>
                  <a:close/>
                </a:path>
              </a:pathLst>
            </a:custGeom>
            <a:solidFill>
              <a:srgbClr val="23ABDA"/>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764" name="Google Shape;764;p7"/>
            <p:cNvSpPr/>
            <p:nvPr/>
          </p:nvSpPr>
          <p:spPr>
            <a:xfrm>
              <a:off x="5221275" y="1431100"/>
              <a:ext cx="1935475" cy="1891775"/>
            </a:xfrm>
            <a:custGeom>
              <a:rect b="b" l="l" r="r" t="t"/>
              <a:pathLst>
                <a:path extrusionOk="0" h="75671" w="77419">
                  <a:moveTo>
                    <a:pt x="0" y="0"/>
                  </a:moveTo>
                  <a:lnTo>
                    <a:pt x="75671" y="75671"/>
                  </a:lnTo>
                  <a:lnTo>
                    <a:pt x="77419" y="72714"/>
                  </a:lnTo>
                  <a:lnTo>
                    <a:pt x="4570" y="0"/>
                  </a:lnTo>
                  <a:close/>
                </a:path>
              </a:pathLst>
            </a:custGeom>
            <a:solidFill>
              <a:srgbClr val="25A9DA"/>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765" name="Google Shape;765;p7"/>
            <p:cNvSpPr/>
            <p:nvPr/>
          </p:nvSpPr>
          <p:spPr>
            <a:xfrm>
              <a:off x="5318700" y="1431100"/>
              <a:ext cx="1875025" cy="1831300"/>
            </a:xfrm>
            <a:custGeom>
              <a:rect b="b" l="l" r="r" t="t"/>
              <a:pathLst>
                <a:path extrusionOk="0" h="73252" w="75001">
                  <a:moveTo>
                    <a:pt x="1" y="0"/>
                  </a:moveTo>
                  <a:lnTo>
                    <a:pt x="73253" y="73251"/>
                  </a:lnTo>
                  <a:lnTo>
                    <a:pt x="75000" y="70295"/>
                  </a:lnTo>
                  <a:lnTo>
                    <a:pt x="4571" y="0"/>
                  </a:lnTo>
                  <a:close/>
                </a:path>
              </a:pathLst>
            </a:custGeom>
            <a:solidFill>
              <a:srgbClr val="26A8D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766" name="Google Shape;766;p7"/>
            <p:cNvSpPr/>
            <p:nvPr/>
          </p:nvSpPr>
          <p:spPr>
            <a:xfrm>
              <a:off x="5416150" y="1431100"/>
              <a:ext cx="1811175" cy="1770825"/>
            </a:xfrm>
            <a:custGeom>
              <a:rect b="b" l="l" r="r" t="t"/>
              <a:pathLst>
                <a:path extrusionOk="0" h="70833" w="72447">
                  <a:moveTo>
                    <a:pt x="1" y="0"/>
                  </a:moveTo>
                  <a:lnTo>
                    <a:pt x="70699" y="70832"/>
                  </a:lnTo>
                  <a:lnTo>
                    <a:pt x="72446" y="67875"/>
                  </a:lnTo>
                  <a:lnTo>
                    <a:pt x="4571" y="0"/>
                  </a:lnTo>
                  <a:close/>
                </a:path>
              </a:pathLst>
            </a:custGeom>
            <a:solidFill>
              <a:srgbClr val="27A6D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767" name="Google Shape;767;p7"/>
            <p:cNvSpPr/>
            <p:nvPr/>
          </p:nvSpPr>
          <p:spPr>
            <a:xfrm>
              <a:off x="5510250" y="1431100"/>
              <a:ext cx="1754025" cy="1706975"/>
            </a:xfrm>
            <a:custGeom>
              <a:rect b="b" l="l" r="r" t="t"/>
              <a:pathLst>
                <a:path extrusionOk="0" h="68279" w="70161">
                  <a:moveTo>
                    <a:pt x="0" y="0"/>
                  </a:moveTo>
                  <a:lnTo>
                    <a:pt x="68413" y="68278"/>
                  </a:lnTo>
                  <a:lnTo>
                    <a:pt x="70161" y="65456"/>
                  </a:lnTo>
                  <a:lnTo>
                    <a:pt x="4704" y="0"/>
                  </a:lnTo>
                  <a:close/>
                </a:path>
              </a:pathLst>
            </a:custGeom>
            <a:solidFill>
              <a:srgbClr val="28A4D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768" name="Google Shape;768;p7"/>
            <p:cNvSpPr/>
            <p:nvPr/>
          </p:nvSpPr>
          <p:spPr>
            <a:xfrm>
              <a:off x="5607675" y="1431100"/>
              <a:ext cx="1690200" cy="1646500"/>
            </a:xfrm>
            <a:custGeom>
              <a:rect b="b" l="l" r="r" t="t"/>
              <a:pathLst>
                <a:path extrusionOk="0" h="65860" w="67608">
                  <a:moveTo>
                    <a:pt x="1" y="0"/>
                  </a:moveTo>
                  <a:lnTo>
                    <a:pt x="65995" y="65859"/>
                  </a:lnTo>
                  <a:lnTo>
                    <a:pt x="67608" y="62902"/>
                  </a:lnTo>
                  <a:lnTo>
                    <a:pt x="4705" y="0"/>
                  </a:lnTo>
                  <a:close/>
                </a:path>
              </a:pathLst>
            </a:custGeom>
            <a:solidFill>
              <a:srgbClr val="29A2D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769" name="Google Shape;769;p7"/>
            <p:cNvSpPr/>
            <p:nvPr/>
          </p:nvSpPr>
          <p:spPr>
            <a:xfrm>
              <a:off x="5705125" y="1431100"/>
              <a:ext cx="1629725" cy="1586000"/>
            </a:xfrm>
            <a:custGeom>
              <a:rect b="b" l="l" r="r" t="t"/>
              <a:pathLst>
                <a:path extrusionOk="0" h="63440" w="65189">
                  <a:moveTo>
                    <a:pt x="1" y="0"/>
                  </a:moveTo>
                  <a:lnTo>
                    <a:pt x="63441" y="63440"/>
                  </a:lnTo>
                  <a:lnTo>
                    <a:pt x="65188" y="60483"/>
                  </a:lnTo>
                  <a:lnTo>
                    <a:pt x="4705" y="0"/>
                  </a:lnTo>
                  <a:close/>
                </a:path>
              </a:pathLst>
            </a:custGeom>
            <a:solidFill>
              <a:srgbClr val="2AA1D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770" name="Google Shape;770;p7"/>
            <p:cNvSpPr/>
            <p:nvPr/>
          </p:nvSpPr>
          <p:spPr>
            <a:xfrm>
              <a:off x="5802575" y="1431100"/>
              <a:ext cx="1565875" cy="1525525"/>
            </a:xfrm>
            <a:custGeom>
              <a:rect b="b" l="l" r="r" t="t"/>
              <a:pathLst>
                <a:path extrusionOk="0" h="61021" w="62635">
                  <a:moveTo>
                    <a:pt x="1" y="0"/>
                  </a:moveTo>
                  <a:lnTo>
                    <a:pt x="61021" y="61020"/>
                  </a:lnTo>
                  <a:lnTo>
                    <a:pt x="62634" y="58064"/>
                  </a:lnTo>
                  <a:lnTo>
                    <a:pt x="4705" y="0"/>
                  </a:lnTo>
                  <a:close/>
                </a:path>
              </a:pathLst>
            </a:custGeom>
            <a:solidFill>
              <a:srgbClr val="2B9FDE"/>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771" name="Google Shape;771;p7"/>
            <p:cNvSpPr/>
            <p:nvPr/>
          </p:nvSpPr>
          <p:spPr>
            <a:xfrm>
              <a:off x="5900025" y="1431100"/>
              <a:ext cx="1481850" cy="1461675"/>
            </a:xfrm>
            <a:custGeom>
              <a:rect b="b" l="l" r="r" t="t"/>
              <a:pathLst>
                <a:path extrusionOk="0" h="58467" w="59274">
                  <a:moveTo>
                    <a:pt x="0" y="0"/>
                  </a:moveTo>
                  <a:lnTo>
                    <a:pt x="58468" y="58467"/>
                  </a:lnTo>
                  <a:lnTo>
                    <a:pt x="59274" y="57123"/>
                  </a:lnTo>
                  <a:lnTo>
                    <a:pt x="56048" y="51478"/>
                  </a:lnTo>
                  <a:lnTo>
                    <a:pt x="4570" y="0"/>
                  </a:lnTo>
                  <a:close/>
                </a:path>
              </a:pathLst>
            </a:custGeom>
            <a:solidFill>
              <a:srgbClr val="2C9DDE"/>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772" name="Google Shape;772;p7"/>
            <p:cNvSpPr/>
            <p:nvPr/>
          </p:nvSpPr>
          <p:spPr>
            <a:xfrm>
              <a:off x="5997475" y="1431100"/>
              <a:ext cx="1307125" cy="1297025"/>
            </a:xfrm>
            <a:custGeom>
              <a:rect b="b" l="l" r="r" t="t"/>
              <a:pathLst>
                <a:path extrusionOk="0" h="51881" w="52285">
                  <a:moveTo>
                    <a:pt x="0" y="0"/>
                  </a:moveTo>
                  <a:lnTo>
                    <a:pt x="51747" y="51881"/>
                  </a:lnTo>
                  <a:lnTo>
                    <a:pt x="52285" y="51478"/>
                  </a:lnTo>
                  <a:lnTo>
                    <a:pt x="46908" y="42338"/>
                  </a:lnTo>
                  <a:lnTo>
                    <a:pt x="4570" y="0"/>
                  </a:lnTo>
                  <a:close/>
                </a:path>
              </a:pathLst>
            </a:custGeom>
            <a:solidFill>
              <a:srgbClr val="2D9CD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773" name="Google Shape;773;p7"/>
            <p:cNvSpPr/>
            <p:nvPr/>
          </p:nvSpPr>
          <p:spPr>
            <a:xfrm>
              <a:off x="6094900" y="1431100"/>
              <a:ext cx="1075300" cy="1065175"/>
            </a:xfrm>
            <a:custGeom>
              <a:rect b="b" l="l" r="r" t="t"/>
              <a:pathLst>
                <a:path extrusionOk="0" h="42607" w="43012">
                  <a:moveTo>
                    <a:pt x="1" y="0"/>
                  </a:moveTo>
                  <a:lnTo>
                    <a:pt x="42608" y="42607"/>
                  </a:lnTo>
                  <a:lnTo>
                    <a:pt x="43011" y="42338"/>
                  </a:lnTo>
                  <a:lnTo>
                    <a:pt x="37769" y="33064"/>
                  </a:lnTo>
                  <a:lnTo>
                    <a:pt x="4571" y="0"/>
                  </a:lnTo>
                  <a:close/>
                </a:path>
              </a:pathLst>
            </a:custGeom>
            <a:solidFill>
              <a:srgbClr val="2F9AE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774" name="Google Shape;774;p7"/>
            <p:cNvSpPr/>
            <p:nvPr/>
          </p:nvSpPr>
          <p:spPr>
            <a:xfrm>
              <a:off x="6189000" y="1431100"/>
              <a:ext cx="850150" cy="836700"/>
            </a:xfrm>
            <a:custGeom>
              <a:rect b="b" l="l" r="r" t="t"/>
              <a:pathLst>
                <a:path extrusionOk="0" h="33468" w="34006">
                  <a:moveTo>
                    <a:pt x="0" y="0"/>
                  </a:moveTo>
                  <a:lnTo>
                    <a:pt x="33602" y="33467"/>
                  </a:lnTo>
                  <a:lnTo>
                    <a:pt x="34005" y="33198"/>
                  </a:lnTo>
                  <a:lnTo>
                    <a:pt x="28629" y="23924"/>
                  </a:lnTo>
                  <a:lnTo>
                    <a:pt x="4705" y="0"/>
                  </a:lnTo>
                  <a:close/>
                </a:path>
              </a:pathLst>
            </a:custGeom>
            <a:solidFill>
              <a:srgbClr val="3098E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775" name="Google Shape;775;p7"/>
            <p:cNvSpPr/>
            <p:nvPr/>
          </p:nvSpPr>
          <p:spPr>
            <a:xfrm>
              <a:off x="6286450" y="1431100"/>
              <a:ext cx="618300" cy="608200"/>
            </a:xfrm>
            <a:custGeom>
              <a:rect b="b" l="l" r="r" t="t"/>
              <a:pathLst>
                <a:path extrusionOk="0" h="24328" w="24732">
                  <a:moveTo>
                    <a:pt x="0" y="0"/>
                  </a:moveTo>
                  <a:lnTo>
                    <a:pt x="24328" y="24328"/>
                  </a:lnTo>
                  <a:lnTo>
                    <a:pt x="24731" y="23924"/>
                  </a:lnTo>
                  <a:lnTo>
                    <a:pt x="19489" y="14785"/>
                  </a:lnTo>
                  <a:lnTo>
                    <a:pt x="4704" y="0"/>
                  </a:lnTo>
                  <a:close/>
                </a:path>
              </a:pathLst>
            </a:custGeom>
            <a:solidFill>
              <a:srgbClr val="3196E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776" name="Google Shape;776;p7"/>
            <p:cNvSpPr/>
            <p:nvPr/>
          </p:nvSpPr>
          <p:spPr>
            <a:xfrm>
              <a:off x="6383900" y="1431100"/>
              <a:ext cx="389800" cy="376350"/>
            </a:xfrm>
            <a:custGeom>
              <a:rect b="b" l="l" r="r" t="t"/>
              <a:pathLst>
                <a:path extrusionOk="0" h="15054" w="15592">
                  <a:moveTo>
                    <a:pt x="0" y="0"/>
                  </a:moveTo>
                  <a:lnTo>
                    <a:pt x="15188" y="15054"/>
                  </a:lnTo>
                  <a:lnTo>
                    <a:pt x="15591" y="14785"/>
                  </a:lnTo>
                  <a:lnTo>
                    <a:pt x="10215" y="5645"/>
                  </a:lnTo>
                  <a:lnTo>
                    <a:pt x="4704" y="0"/>
                  </a:lnTo>
                  <a:close/>
                </a:path>
              </a:pathLst>
            </a:custGeom>
            <a:solidFill>
              <a:srgbClr val="3295E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777" name="Google Shape;777;p7"/>
            <p:cNvSpPr/>
            <p:nvPr/>
          </p:nvSpPr>
          <p:spPr>
            <a:xfrm>
              <a:off x="6481325" y="1431100"/>
              <a:ext cx="157950" cy="147850"/>
            </a:xfrm>
            <a:custGeom>
              <a:rect b="b" l="l" r="r" t="t"/>
              <a:pathLst>
                <a:path extrusionOk="0" h="5914" w="6318">
                  <a:moveTo>
                    <a:pt x="1" y="0"/>
                  </a:moveTo>
                  <a:lnTo>
                    <a:pt x="5915" y="5914"/>
                  </a:lnTo>
                  <a:lnTo>
                    <a:pt x="6318" y="5645"/>
                  </a:lnTo>
                  <a:lnTo>
                    <a:pt x="3092" y="0"/>
                  </a:lnTo>
                  <a:close/>
                </a:path>
              </a:pathLst>
            </a:custGeom>
            <a:solidFill>
              <a:srgbClr val="3393E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grpSp>
      <p:sp>
        <p:nvSpPr>
          <p:cNvPr id="778" name="Google Shape;778;p7"/>
          <p:cNvSpPr/>
          <p:nvPr/>
        </p:nvSpPr>
        <p:spPr>
          <a:xfrm flipH="1" rot="10800000">
            <a:off x="66674" y="3135425"/>
            <a:ext cx="819900" cy="710100"/>
          </a:xfrm>
          <a:prstGeom prst="hexagon">
            <a:avLst>
              <a:gd fmla="val 28678" name="adj"/>
              <a:gd fmla="val 115470" name="vf"/>
            </a:avLst>
          </a:prstGeom>
          <a:noFill/>
          <a:ln cap="flat" cmpd="sng" w="9525">
            <a:solidFill>
              <a:srgbClr val="19BBD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779" name="Google Shape;779;p7"/>
          <p:cNvSpPr/>
          <p:nvPr/>
        </p:nvSpPr>
        <p:spPr>
          <a:xfrm flipH="1" rot="10800000">
            <a:off x="828675" y="3516550"/>
            <a:ext cx="428700" cy="371100"/>
          </a:xfrm>
          <a:prstGeom prst="hexagon">
            <a:avLst>
              <a:gd fmla="val 28678" name="adj"/>
              <a:gd fmla="val 115470" name="vf"/>
            </a:avLst>
          </a:prstGeom>
          <a:solidFill>
            <a:srgbClr val="184769"/>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780" name="Google Shape;780;p7"/>
          <p:cNvSpPr/>
          <p:nvPr/>
        </p:nvSpPr>
        <p:spPr>
          <a:xfrm flipH="1" rot="10800000">
            <a:off x="761999" y="877950"/>
            <a:ext cx="819900" cy="710100"/>
          </a:xfrm>
          <a:prstGeom prst="hexagon">
            <a:avLst>
              <a:gd fmla="val 28678" name="adj"/>
              <a:gd fmla="val 115470" name="vf"/>
            </a:avLst>
          </a:prstGeom>
          <a:noFill/>
          <a:ln cap="flat" cmpd="sng" w="76200">
            <a:solidFill>
              <a:srgbClr val="184769"/>
            </a:solidFill>
            <a:prstDash val="solid"/>
            <a:miter lim="80"/>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781" name="Google Shape;781;p7"/>
          <p:cNvSpPr/>
          <p:nvPr/>
        </p:nvSpPr>
        <p:spPr>
          <a:xfrm flipH="1" rot="10800000">
            <a:off x="793851" y="4692801"/>
            <a:ext cx="517500" cy="447900"/>
          </a:xfrm>
          <a:prstGeom prst="hexagon">
            <a:avLst>
              <a:gd fmla="val 28678" name="adj"/>
              <a:gd fmla="val 115470" name="vf"/>
            </a:avLst>
          </a:prstGeom>
          <a:solidFill>
            <a:srgbClr val="00E1C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grpSp>
        <p:nvGrpSpPr>
          <p:cNvPr id="782" name="Google Shape;782;p7"/>
          <p:cNvGrpSpPr/>
          <p:nvPr/>
        </p:nvGrpSpPr>
        <p:grpSpPr>
          <a:xfrm>
            <a:off x="996359" y="1070668"/>
            <a:ext cx="351204" cy="324661"/>
            <a:chOff x="5975075" y="2327500"/>
            <a:chExt cx="420100" cy="388350"/>
          </a:xfrm>
        </p:grpSpPr>
        <p:sp>
          <p:nvSpPr>
            <p:cNvPr id="783" name="Google Shape;783;p7"/>
            <p:cNvSpPr/>
            <p:nvPr/>
          </p:nvSpPr>
          <p:spPr>
            <a:xfrm>
              <a:off x="5975075" y="2474650"/>
              <a:ext cx="98325" cy="220450"/>
            </a:xfrm>
            <a:custGeom>
              <a:rect b="b" l="l" r="r" t="t"/>
              <a:pathLst>
                <a:path extrusionOk="0" h="8818" w="3933">
                  <a:moveTo>
                    <a:pt x="2418" y="1002"/>
                  </a:moveTo>
                  <a:lnTo>
                    <a:pt x="2565" y="1027"/>
                  </a:lnTo>
                  <a:lnTo>
                    <a:pt x="2687" y="1075"/>
                  </a:lnTo>
                  <a:lnTo>
                    <a:pt x="2809" y="1124"/>
                  </a:lnTo>
                  <a:lnTo>
                    <a:pt x="2907" y="1222"/>
                  </a:lnTo>
                  <a:lnTo>
                    <a:pt x="3005" y="1320"/>
                  </a:lnTo>
                  <a:lnTo>
                    <a:pt x="3078" y="1442"/>
                  </a:lnTo>
                  <a:lnTo>
                    <a:pt x="3102" y="1564"/>
                  </a:lnTo>
                  <a:lnTo>
                    <a:pt x="3127" y="1710"/>
                  </a:lnTo>
                  <a:lnTo>
                    <a:pt x="3102" y="1857"/>
                  </a:lnTo>
                  <a:lnTo>
                    <a:pt x="3078" y="1979"/>
                  </a:lnTo>
                  <a:lnTo>
                    <a:pt x="3005" y="2101"/>
                  </a:lnTo>
                  <a:lnTo>
                    <a:pt x="2907" y="2223"/>
                  </a:lnTo>
                  <a:lnTo>
                    <a:pt x="2809" y="2297"/>
                  </a:lnTo>
                  <a:lnTo>
                    <a:pt x="2687" y="2370"/>
                  </a:lnTo>
                  <a:lnTo>
                    <a:pt x="2565" y="2394"/>
                  </a:lnTo>
                  <a:lnTo>
                    <a:pt x="2418" y="2419"/>
                  </a:lnTo>
                  <a:lnTo>
                    <a:pt x="2272" y="2394"/>
                  </a:lnTo>
                  <a:lnTo>
                    <a:pt x="2150" y="2370"/>
                  </a:lnTo>
                  <a:lnTo>
                    <a:pt x="2028" y="2297"/>
                  </a:lnTo>
                  <a:lnTo>
                    <a:pt x="1930" y="2223"/>
                  </a:lnTo>
                  <a:lnTo>
                    <a:pt x="1832" y="2101"/>
                  </a:lnTo>
                  <a:lnTo>
                    <a:pt x="1759" y="1979"/>
                  </a:lnTo>
                  <a:lnTo>
                    <a:pt x="1735" y="1857"/>
                  </a:lnTo>
                  <a:lnTo>
                    <a:pt x="1710" y="1710"/>
                  </a:lnTo>
                  <a:lnTo>
                    <a:pt x="1735" y="1564"/>
                  </a:lnTo>
                  <a:lnTo>
                    <a:pt x="1759" y="1442"/>
                  </a:lnTo>
                  <a:lnTo>
                    <a:pt x="1832" y="1320"/>
                  </a:lnTo>
                  <a:lnTo>
                    <a:pt x="1930" y="1222"/>
                  </a:lnTo>
                  <a:lnTo>
                    <a:pt x="2028" y="1124"/>
                  </a:lnTo>
                  <a:lnTo>
                    <a:pt x="2150" y="1075"/>
                  </a:lnTo>
                  <a:lnTo>
                    <a:pt x="2272" y="1027"/>
                  </a:lnTo>
                  <a:lnTo>
                    <a:pt x="2418" y="1002"/>
                  </a:lnTo>
                  <a:close/>
                  <a:moveTo>
                    <a:pt x="1" y="1"/>
                  </a:moveTo>
                  <a:lnTo>
                    <a:pt x="1" y="8817"/>
                  </a:lnTo>
                  <a:lnTo>
                    <a:pt x="3933" y="8817"/>
                  </a:lnTo>
                  <a:lnTo>
                    <a:pt x="3933" y="1"/>
                  </a:lnTo>
                  <a:close/>
                </a:path>
              </a:pathLst>
            </a:custGeom>
            <a:solidFill>
              <a:srgbClr val="184769"/>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784" name="Google Shape;784;p7"/>
            <p:cNvSpPr/>
            <p:nvPr/>
          </p:nvSpPr>
          <p:spPr>
            <a:xfrm>
              <a:off x="6088025" y="2327500"/>
              <a:ext cx="307150" cy="388350"/>
            </a:xfrm>
            <a:custGeom>
              <a:rect b="b" l="l" r="r" t="t"/>
              <a:pathLst>
                <a:path extrusionOk="0" h="15534" w="12286">
                  <a:moveTo>
                    <a:pt x="6326" y="1"/>
                  </a:moveTo>
                  <a:lnTo>
                    <a:pt x="5960" y="25"/>
                  </a:lnTo>
                  <a:lnTo>
                    <a:pt x="5716" y="74"/>
                  </a:lnTo>
                  <a:lnTo>
                    <a:pt x="5520" y="147"/>
                  </a:lnTo>
                  <a:lnTo>
                    <a:pt x="5374" y="221"/>
                  </a:lnTo>
                  <a:lnTo>
                    <a:pt x="4983" y="1466"/>
                  </a:lnTo>
                  <a:lnTo>
                    <a:pt x="4788" y="2028"/>
                  </a:lnTo>
                  <a:lnTo>
                    <a:pt x="4592" y="2541"/>
                  </a:lnTo>
                  <a:lnTo>
                    <a:pt x="4397" y="3005"/>
                  </a:lnTo>
                  <a:lnTo>
                    <a:pt x="4202" y="3396"/>
                  </a:lnTo>
                  <a:lnTo>
                    <a:pt x="4031" y="3689"/>
                  </a:lnTo>
                  <a:lnTo>
                    <a:pt x="3884" y="3933"/>
                  </a:lnTo>
                  <a:lnTo>
                    <a:pt x="3664" y="4153"/>
                  </a:lnTo>
                  <a:lnTo>
                    <a:pt x="3322" y="4495"/>
                  </a:lnTo>
                  <a:lnTo>
                    <a:pt x="2516" y="5252"/>
                  </a:lnTo>
                  <a:lnTo>
                    <a:pt x="1442" y="6229"/>
                  </a:lnTo>
                  <a:lnTo>
                    <a:pt x="1" y="6229"/>
                  </a:lnTo>
                  <a:lnTo>
                    <a:pt x="1" y="13433"/>
                  </a:lnTo>
                  <a:lnTo>
                    <a:pt x="1515" y="13433"/>
                  </a:lnTo>
                  <a:lnTo>
                    <a:pt x="2004" y="13678"/>
                  </a:lnTo>
                  <a:lnTo>
                    <a:pt x="2687" y="13971"/>
                  </a:lnTo>
                  <a:lnTo>
                    <a:pt x="3567" y="14313"/>
                  </a:lnTo>
                  <a:lnTo>
                    <a:pt x="4544" y="14679"/>
                  </a:lnTo>
                  <a:lnTo>
                    <a:pt x="5594" y="14997"/>
                  </a:lnTo>
                  <a:lnTo>
                    <a:pt x="6131" y="15143"/>
                  </a:lnTo>
                  <a:lnTo>
                    <a:pt x="6668" y="15265"/>
                  </a:lnTo>
                  <a:lnTo>
                    <a:pt x="7181" y="15387"/>
                  </a:lnTo>
                  <a:lnTo>
                    <a:pt x="7694" y="15461"/>
                  </a:lnTo>
                  <a:lnTo>
                    <a:pt x="8158" y="15509"/>
                  </a:lnTo>
                  <a:lnTo>
                    <a:pt x="8622" y="15534"/>
                  </a:lnTo>
                  <a:lnTo>
                    <a:pt x="9404" y="15534"/>
                  </a:lnTo>
                  <a:lnTo>
                    <a:pt x="9819" y="15509"/>
                  </a:lnTo>
                  <a:lnTo>
                    <a:pt x="10210" y="15461"/>
                  </a:lnTo>
                  <a:lnTo>
                    <a:pt x="10552" y="15363"/>
                  </a:lnTo>
                  <a:lnTo>
                    <a:pt x="10723" y="15314"/>
                  </a:lnTo>
                  <a:lnTo>
                    <a:pt x="10845" y="15265"/>
                  </a:lnTo>
                  <a:lnTo>
                    <a:pt x="10967" y="15192"/>
                  </a:lnTo>
                  <a:lnTo>
                    <a:pt x="11064" y="15094"/>
                  </a:lnTo>
                  <a:lnTo>
                    <a:pt x="11113" y="14997"/>
                  </a:lnTo>
                  <a:lnTo>
                    <a:pt x="11162" y="14874"/>
                  </a:lnTo>
                  <a:lnTo>
                    <a:pt x="11235" y="14166"/>
                  </a:lnTo>
                  <a:lnTo>
                    <a:pt x="11211" y="13995"/>
                  </a:lnTo>
                  <a:lnTo>
                    <a:pt x="11162" y="13849"/>
                  </a:lnTo>
                  <a:lnTo>
                    <a:pt x="11064" y="13702"/>
                  </a:lnTo>
                  <a:lnTo>
                    <a:pt x="10918" y="13580"/>
                  </a:lnTo>
                  <a:lnTo>
                    <a:pt x="11040" y="13556"/>
                  </a:lnTo>
                  <a:lnTo>
                    <a:pt x="11162" y="13507"/>
                  </a:lnTo>
                  <a:lnTo>
                    <a:pt x="11284" y="13458"/>
                  </a:lnTo>
                  <a:lnTo>
                    <a:pt x="11382" y="13360"/>
                  </a:lnTo>
                  <a:lnTo>
                    <a:pt x="11455" y="13263"/>
                  </a:lnTo>
                  <a:lnTo>
                    <a:pt x="11528" y="13140"/>
                  </a:lnTo>
                  <a:lnTo>
                    <a:pt x="11577" y="12994"/>
                  </a:lnTo>
                  <a:lnTo>
                    <a:pt x="11602" y="12872"/>
                  </a:lnTo>
                  <a:lnTo>
                    <a:pt x="11675" y="11993"/>
                  </a:lnTo>
                  <a:lnTo>
                    <a:pt x="11675" y="11870"/>
                  </a:lnTo>
                  <a:lnTo>
                    <a:pt x="11675" y="11773"/>
                  </a:lnTo>
                  <a:lnTo>
                    <a:pt x="11651" y="11651"/>
                  </a:lnTo>
                  <a:lnTo>
                    <a:pt x="11602" y="11553"/>
                  </a:lnTo>
                  <a:lnTo>
                    <a:pt x="11480" y="11382"/>
                  </a:lnTo>
                  <a:lnTo>
                    <a:pt x="11406" y="11309"/>
                  </a:lnTo>
                  <a:lnTo>
                    <a:pt x="11333" y="11235"/>
                  </a:lnTo>
                  <a:lnTo>
                    <a:pt x="11455" y="11211"/>
                  </a:lnTo>
                  <a:lnTo>
                    <a:pt x="11553" y="11162"/>
                  </a:lnTo>
                  <a:lnTo>
                    <a:pt x="11651" y="11089"/>
                  </a:lnTo>
                  <a:lnTo>
                    <a:pt x="11748" y="10991"/>
                  </a:lnTo>
                  <a:lnTo>
                    <a:pt x="11822" y="10893"/>
                  </a:lnTo>
                  <a:lnTo>
                    <a:pt x="11870" y="10796"/>
                  </a:lnTo>
                  <a:lnTo>
                    <a:pt x="11919" y="10674"/>
                  </a:lnTo>
                  <a:lnTo>
                    <a:pt x="11944" y="10527"/>
                  </a:lnTo>
                  <a:lnTo>
                    <a:pt x="12017" y="9672"/>
                  </a:lnTo>
                  <a:lnTo>
                    <a:pt x="12017" y="9550"/>
                  </a:lnTo>
                  <a:lnTo>
                    <a:pt x="12017" y="9428"/>
                  </a:lnTo>
                  <a:lnTo>
                    <a:pt x="11993" y="9306"/>
                  </a:lnTo>
                  <a:lnTo>
                    <a:pt x="11944" y="9208"/>
                  </a:lnTo>
                  <a:lnTo>
                    <a:pt x="11895" y="9111"/>
                  </a:lnTo>
                  <a:lnTo>
                    <a:pt x="11822" y="9037"/>
                  </a:lnTo>
                  <a:lnTo>
                    <a:pt x="11748" y="8964"/>
                  </a:lnTo>
                  <a:lnTo>
                    <a:pt x="11651" y="8891"/>
                  </a:lnTo>
                  <a:lnTo>
                    <a:pt x="11748" y="8866"/>
                  </a:lnTo>
                  <a:lnTo>
                    <a:pt x="11846" y="8793"/>
                  </a:lnTo>
                  <a:lnTo>
                    <a:pt x="11944" y="8720"/>
                  </a:lnTo>
                  <a:lnTo>
                    <a:pt x="12017" y="8647"/>
                  </a:lnTo>
                  <a:lnTo>
                    <a:pt x="12090" y="8549"/>
                  </a:lnTo>
                  <a:lnTo>
                    <a:pt x="12139" y="8451"/>
                  </a:lnTo>
                  <a:lnTo>
                    <a:pt x="12163" y="8329"/>
                  </a:lnTo>
                  <a:lnTo>
                    <a:pt x="12188" y="8207"/>
                  </a:lnTo>
                  <a:lnTo>
                    <a:pt x="12286" y="7328"/>
                  </a:lnTo>
                  <a:lnTo>
                    <a:pt x="12261" y="7206"/>
                  </a:lnTo>
                  <a:lnTo>
                    <a:pt x="12237" y="7083"/>
                  </a:lnTo>
                  <a:lnTo>
                    <a:pt x="12188" y="6986"/>
                  </a:lnTo>
                  <a:lnTo>
                    <a:pt x="12139" y="6888"/>
                  </a:lnTo>
                  <a:lnTo>
                    <a:pt x="12066" y="6790"/>
                  </a:lnTo>
                  <a:lnTo>
                    <a:pt x="11968" y="6717"/>
                  </a:lnTo>
                  <a:lnTo>
                    <a:pt x="11748" y="6571"/>
                  </a:lnTo>
                  <a:lnTo>
                    <a:pt x="11504" y="6448"/>
                  </a:lnTo>
                  <a:lnTo>
                    <a:pt x="11211" y="6351"/>
                  </a:lnTo>
                  <a:lnTo>
                    <a:pt x="10893" y="6278"/>
                  </a:lnTo>
                  <a:lnTo>
                    <a:pt x="10576" y="6229"/>
                  </a:lnTo>
                  <a:lnTo>
                    <a:pt x="9892" y="6131"/>
                  </a:lnTo>
                  <a:lnTo>
                    <a:pt x="8842" y="6033"/>
                  </a:lnTo>
                  <a:lnTo>
                    <a:pt x="7596" y="5960"/>
                  </a:lnTo>
                  <a:lnTo>
                    <a:pt x="6326" y="5887"/>
                  </a:lnTo>
                  <a:lnTo>
                    <a:pt x="6497" y="5594"/>
                  </a:lnTo>
                  <a:lnTo>
                    <a:pt x="6644" y="5252"/>
                  </a:lnTo>
                  <a:lnTo>
                    <a:pt x="6790" y="4885"/>
                  </a:lnTo>
                  <a:lnTo>
                    <a:pt x="6888" y="4495"/>
                  </a:lnTo>
                  <a:lnTo>
                    <a:pt x="6986" y="4104"/>
                  </a:lnTo>
                  <a:lnTo>
                    <a:pt x="7083" y="3689"/>
                  </a:lnTo>
                  <a:lnTo>
                    <a:pt x="7181" y="2883"/>
                  </a:lnTo>
                  <a:lnTo>
                    <a:pt x="7254" y="2150"/>
                  </a:lnTo>
                  <a:lnTo>
                    <a:pt x="7303" y="1539"/>
                  </a:lnTo>
                  <a:lnTo>
                    <a:pt x="7303" y="978"/>
                  </a:lnTo>
                  <a:lnTo>
                    <a:pt x="7303" y="807"/>
                  </a:lnTo>
                  <a:lnTo>
                    <a:pt x="7230" y="611"/>
                  </a:lnTo>
                  <a:lnTo>
                    <a:pt x="7157" y="465"/>
                  </a:lnTo>
                  <a:lnTo>
                    <a:pt x="7035" y="318"/>
                  </a:lnTo>
                  <a:lnTo>
                    <a:pt x="6888" y="172"/>
                  </a:lnTo>
                  <a:lnTo>
                    <a:pt x="6717" y="98"/>
                  </a:lnTo>
                  <a:lnTo>
                    <a:pt x="6522" y="25"/>
                  </a:lnTo>
                  <a:lnTo>
                    <a:pt x="6326" y="1"/>
                  </a:lnTo>
                  <a:close/>
                </a:path>
              </a:pathLst>
            </a:custGeom>
            <a:solidFill>
              <a:srgbClr val="184769"/>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grpSp>
      <p:sp>
        <p:nvSpPr>
          <p:cNvPr id="785" name="Google Shape;785;p7"/>
          <p:cNvSpPr/>
          <p:nvPr/>
        </p:nvSpPr>
        <p:spPr>
          <a:xfrm>
            <a:off x="393600" y="3346627"/>
            <a:ext cx="166061" cy="287704"/>
          </a:xfrm>
          <a:custGeom>
            <a:rect b="b" l="l" r="r" t="t"/>
            <a:pathLst>
              <a:path extrusionOk="0" h="20565" w="11870">
                <a:moveTo>
                  <a:pt x="6301" y="977"/>
                </a:moveTo>
                <a:lnTo>
                  <a:pt x="6423" y="1002"/>
                </a:lnTo>
                <a:lnTo>
                  <a:pt x="6497" y="1075"/>
                </a:lnTo>
                <a:lnTo>
                  <a:pt x="6570" y="1148"/>
                </a:lnTo>
                <a:lnTo>
                  <a:pt x="6594" y="1270"/>
                </a:lnTo>
                <a:lnTo>
                  <a:pt x="6570" y="1368"/>
                </a:lnTo>
                <a:lnTo>
                  <a:pt x="6497" y="1466"/>
                </a:lnTo>
                <a:lnTo>
                  <a:pt x="6423" y="1515"/>
                </a:lnTo>
                <a:lnTo>
                  <a:pt x="6301" y="1539"/>
                </a:lnTo>
                <a:lnTo>
                  <a:pt x="5569" y="1539"/>
                </a:lnTo>
                <a:lnTo>
                  <a:pt x="5446" y="1515"/>
                </a:lnTo>
                <a:lnTo>
                  <a:pt x="5373" y="1466"/>
                </a:lnTo>
                <a:lnTo>
                  <a:pt x="5300" y="1368"/>
                </a:lnTo>
                <a:lnTo>
                  <a:pt x="5276" y="1270"/>
                </a:lnTo>
                <a:lnTo>
                  <a:pt x="5300" y="1148"/>
                </a:lnTo>
                <a:lnTo>
                  <a:pt x="5373" y="1075"/>
                </a:lnTo>
                <a:lnTo>
                  <a:pt x="5446" y="1002"/>
                </a:lnTo>
                <a:lnTo>
                  <a:pt x="5569" y="977"/>
                </a:lnTo>
                <a:close/>
                <a:moveTo>
                  <a:pt x="10575" y="2565"/>
                </a:moveTo>
                <a:lnTo>
                  <a:pt x="10575" y="16706"/>
                </a:lnTo>
                <a:lnTo>
                  <a:pt x="1295" y="16706"/>
                </a:lnTo>
                <a:lnTo>
                  <a:pt x="1295" y="2565"/>
                </a:lnTo>
                <a:close/>
                <a:moveTo>
                  <a:pt x="5935" y="17780"/>
                </a:moveTo>
                <a:lnTo>
                  <a:pt x="6106" y="17805"/>
                </a:lnTo>
                <a:lnTo>
                  <a:pt x="6277" y="17854"/>
                </a:lnTo>
                <a:lnTo>
                  <a:pt x="6423" y="17927"/>
                </a:lnTo>
                <a:lnTo>
                  <a:pt x="6545" y="18025"/>
                </a:lnTo>
                <a:lnTo>
                  <a:pt x="6643" y="18147"/>
                </a:lnTo>
                <a:lnTo>
                  <a:pt x="6716" y="18293"/>
                </a:lnTo>
                <a:lnTo>
                  <a:pt x="6765" y="18464"/>
                </a:lnTo>
                <a:lnTo>
                  <a:pt x="6790" y="18635"/>
                </a:lnTo>
                <a:lnTo>
                  <a:pt x="6765" y="18806"/>
                </a:lnTo>
                <a:lnTo>
                  <a:pt x="6716" y="18977"/>
                </a:lnTo>
                <a:lnTo>
                  <a:pt x="6643" y="19124"/>
                </a:lnTo>
                <a:lnTo>
                  <a:pt x="6545" y="19246"/>
                </a:lnTo>
                <a:lnTo>
                  <a:pt x="6423" y="19343"/>
                </a:lnTo>
                <a:lnTo>
                  <a:pt x="6277" y="19417"/>
                </a:lnTo>
                <a:lnTo>
                  <a:pt x="6106" y="19465"/>
                </a:lnTo>
                <a:lnTo>
                  <a:pt x="5935" y="19490"/>
                </a:lnTo>
                <a:lnTo>
                  <a:pt x="5764" y="19465"/>
                </a:lnTo>
                <a:lnTo>
                  <a:pt x="5593" y="19417"/>
                </a:lnTo>
                <a:lnTo>
                  <a:pt x="5446" y="19343"/>
                </a:lnTo>
                <a:lnTo>
                  <a:pt x="5324" y="19246"/>
                </a:lnTo>
                <a:lnTo>
                  <a:pt x="5227" y="19124"/>
                </a:lnTo>
                <a:lnTo>
                  <a:pt x="5153" y="18977"/>
                </a:lnTo>
                <a:lnTo>
                  <a:pt x="5105" y="18806"/>
                </a:lnTo>
                <a:lnTo>
                  <a:pt x="5080" y="18635"/>
                </a:lnTo>
                <a:lnTo>
                  <a:pt x="5105" y="18464"/>
                </a:lnTo>
                <a:lnTo>
                  <a:pt x="5153" y="18293"/>
                </a:lnTo>
                <a:lnTo>
                  <a:pt x="5227" y="18147"/>
                </a:lnTo>
                <a:lnTo>
                  <a:pt x="5324" y="18025"/>
                </a:lnTo>
                <a:lnTo>
                  <a:pt x="5446" y="17927"/>
                </a:lnTo>
                <a:lnTo>
                  <a:pt x="5593" y="17854"/>
                </a:lnTo>
                <a:lnTo>
                  <a:pt x="5764" y="17805"/>
                </a:lnTo>
                <a:lnTo>
                  <a:pt x="5935" y="17780"/>
                </a:lnTo>
                <a:close/>
                <a:moveTo>
                  <a:pt x="1295" y="0"/>
                </a:moveTo>
                <a:lnTo>
                  <a:pt x="1026" y="25"/>
                </a:lnTo>
                <a:lnTo>
                  <a:pt x="782" y="98"/>
                </a:lnTo>
                <a:lnTo>
                  <a:pt x="562" y="220"/>
                </a:lnTo>
                <a:lnTo>
                  <a:pt x="366" y="367"/>
                </a:lnTo>
                <a:lnTo>
                  <a:pt x="220" y="562"/>
                </a:lnTo>
                <a:lnTo>
                  <a:pt x="98" y="782"/>
                </a:lnTo>
                <a:lnTo>
                  <a:pt x="25" y="1026"/>
                </a:lnTo>
                <a:lnTo>
                  <a:pt x="0" y="1295"/>
                </a:lnTo>
                <a:lnTo>
                  <a:pt x="0" y="19270"/>
                </a:lnTo>
                <a:lnTo>
                  <a:pt x="25" y="19539"/>
                </a:lnTo>
                <a:lnTo>
                  <a:pt x="98" y="19783"/>
                </a:lnTo>
                <a:lnTo>
                  <a:pt x="220" y="20003"/>
                </a:lnTo>
                <a:lnTo>
                  <a:pt x="366" y="20198"/>
                </a:lnTo>
                <a:lnTo>
                  <a:pt x="562" y="20345"/>
                </a:lnTo>
                <a:lnTo>
                  <a:pt x="782" y="20467"/>
                </a:lnTo>
                <a:lnTo>
                  <a:pt x="1026" y="20540"/>
                </a:lnTo>
                <a:lnTo>
                  <a:pt x="1295" y="20565"/>
                </a:lnTo>
                <a:lnTo>
                  <a:pt x="10575" y="20565"/>
                </a:lnTo>
                <a:lnTo>
                  <a:pt x="10844" y="20540"/>
                </a:lnTo>
                <a:lnTo>
                  <a:pt x="11088" y="20467"/>
                </a:lnTo>
                <a:lnTo>
                  <a:pt x="11308" y="20345"/>
                </a:lnTo>
                <a:lnTo>
                  <a:pt x="11503" y="20198"/>
                </a:lnTo>
                <a:lnTo>
                  <a:pt x="11650" y="20003"/>
                </a:lnTo>
                <a:lnTo>
                  <a:pt x="11772" y="19783"/>
                </a:lnTo>
                <a:lnTo>
                  <a:pt x="11845" y="19539"/>
                </a:lnTo>
                <a:lnTo>
                  <a:pt x="11870" y="19270"/>
                </a:lnTo>
                <a:lnTo>
                  <a:pt x="11870" y="1295"/>
                </a:lnTo>
                <a:lnTo>
                  <a:pt x="11845" y="1026"/>
                </a:lnTo>
                <a:lnTo>
                  <a:pt x="11772" y="782"/>
                </a:lnTo>
                <a:lnTo>
                  <a:pt x="11650" y="562"/>
                </a:lnTo>
                <a:lnTo>
                  <a:pt x="11503" y="367"/>
                </a:lnTo>
                <a:lnTo>
                  <a:pt x="11308" y="220"/>
                </a:lnTo>
                <a:lnTo>
                  <a:pt x="11088" y="98"/>
                </a:lnTo>
                <a:lnTo>
                  <a:pt x="10844" y="25"/>
                </a:lnTo>
                <a:lnTo>
                  <a:pt x="10575" y="0"/>
                </a:lnTo>
                <a:close/>
              </a:path>
            </a:pathLst>
          </a:custGeom>
          <a:solidFill>
            <a:srgbClr val="19BBD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grpSp>
        <p:nvGrpSpPr>
          <p:cNvPr id="786" name="Google Shape;786;p7"/>
          <p:cNvGrpSpPr/>
          <p:nvPr/>
        </p:nvGrpSpPr>
        <p:grpSpPr>
          <a:xfrm>
            <a:off x="305253" y="553856"/>
            <a:ext cx="247469" cy="392302"/>
            <a:chOff x="6718575" y="2318625"/>
            <a:chExt cx="256950" cy="407375"/>
          </a:xfrm>
        </p:grpSpPr>
        <p:sp>
          <p:nvSpPr>
            <p:cNvPr id="787" name="Google Shape;787;p7"/>
            <p:cNvSpPr/>
            <p:nvPr/>
          </p:nvSpPr>
          <p:spPr>
            <a:xfrm>
              <a:off x="6795900" y="2673600"/>
              <a:ext cx="102300" cy="22550"/>
            </a:xfrm>
            <a:custGeom>
              <a:rect b="b" l="l" r="r" t="t"/>
              <a:pathLst>
                <a:path extrusionOk="0" fill="none" h="902" w="4092">
                  <a:moveTo>
                    <a:pt x="4092" y="902"/>
                  </a:moveTo>
                  <a:lnTo>
                    <a:pt x="4092" y="1"/>
                  </a:lnTo>
                  <a:lnTo>
                    <a:pt x="0" y="1"/>
                  </a:lnTo>
                  <a:lnTo>
                    <a:pt x="0" y="902"/>
                  </a:lnTo>
                  <a:lnTo>
                    <a:pt x="4092" y="902"/>
                  </a:lnTo>
                  <a:close/>
                </a:path>
              </a:pathLst>
            </a:custGeom>
            <a:noFill/>
            <a:ln cap="rnd" cmpd="sng" w="12175">
              <a:solidFill>
                <a:srgbClr val="19BBD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788" name="Google Shape;788;p7"/>
            <p:cNvSpPr/>
            <p:nvPr/>
          </p:nvSpPr>
          <p:spPr>
            <a:xfrm>
              <a:off x="6795900" y="2650475"/>
              <a:ext cx="102300" cy="22550"/>
            </a:xfrm>
            <a:custGeom>
              <a:rect b="b" l="l" r="r" t="t"/>
              <a:pathLst>
                <a:path extrusionOk="0" fill="none" h="902" w="4092">
                  <a:moveTo>
                    <a:pt x="4092" y="901"/>
                  </a:moveTo>
                  <a:lnTo>
                    <a:pt x="4092" y="0"/>
                  </a:lnTo>
                  <a:lnTo>
                    <a:pt x="0" y="0"/>
                  </a:lnTo>
                  <a:lnTo>
                    <a:pt x="0" y="901"/>
                  </a:lnTo>
                  <a:lnTo>
                    <a:pt x="4092" y="901"/>
                  </a:lnTo>
                  <a:close/>
                </a:path>
              </a:pathLst>
            </a:custGeom>
            <a:noFill/>
            <a:ln cap="rnd" cmpd="sng" w="12175">
              <a:solidFill>
                <a:srgbClr val="19BBD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789" name="Google Shape;789;p7"/>
            <p:cNvSpPr/>
            <p:nvPr/>
          </p:nvSpPr>
          <p:spPr>
            <a:xfrm>
              <a:off x="6795900" y="2696125"/>
              <a:ext cx="102300" cy="29875"/>
            </a:xfrm>
            <a:custGeom>
              <a:rect b="b" l="l" r="r" t="t"/>
              <a:pathLst>
                <a:path extrusionOk="0" fill="none" h="1195" w="4092">
                  <a:moveTo>
                    <a:pt x="0" y="1"/>
                  </a:moveTo>
                  <a:lnTo>
                    <a:pt x="0" y="171"/>
                  </a:lnTo>
                  <a:lnTo>
                    <a:pt x="0" y="171"/>
                  </a:lnTo>
                  <a:lnTo>
                    <a:pt x="24" y="318"/>
                  </a:lnTo>
                  <a:lnTo>
                    <a:pt x="98" y="464"/>
                  </a:lnTo>
                  <a:lnTo>
                    <a:pt x="195" y="585"/>
                  </a:lnTo>
                  <a:lnTo>
                    <a:pt x="341" y="659"/>
                  </a:lnTo>
                  <a:lnTo>
                    <a:pt x="1875" y="1170"/>
                  </a:lnTo>
                  <a:lnTo>
                    <a:pt x="1875" y="1170"/>
                  </a:lnTo>
                  <a:lnTo>
                    <a:pt x="2046" y="1194"/>
                  </a:lnTo>
                  <a:lnTo>
                    <a:pt x="2046" y="1194"/>
                  </a:lnTo>
                  <a:lnTo>
                    <a:pt x="2216" y="1170"/>
                  </a:lnTo>
                  <a:lnTo>
                    <a:pt x="3751" y="659"/>
                  </a:lnTo>
                  <a:lnTo>
                    <a:pt x="3751" y="659"/>
                  </a:lnTo>
                  <a:lnTo>
                    <a:pt x="3897" y="585"/>
                  </a:lnTo>
                  <a:lnTo>
                    <a:pt x="3994" y="464"/>
                  </a:lnTo>
                  <a:lnTo>
                    <a:pt x="4067" y="318"/>
                  </a:lnTo>
                  <a:lnTo>
                    <a:pt x="4092" y="171"/>
                  </a:lnTo>
                  <a:lnTo>
                    <a:pt x="4092" y="1"/>
                  </a:lnTo>
                  <a:lnTo>
                    <a:pt x="0" y="1"/>
                  </a:lnTo>
                  <a:close/>
                </a:path>
              </a:pathLst>
            </a:custGeom>
            <a:noFill/>
            <a:ln cap="rnd" cmpd="sng" w="12175">
              <a:solidFill>
                <a:srgbClr val="19BBD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790" name="Google Shape;790;p7"/>
            <p:cNvSpPr/>
            <p:nvPr/>
          </p:nvSpPr>
          <p:spPr>
            <a:xfrm>
              <a:off x="6784925" y="2459275"/>
              <a:ext cx="35350" cy="166875"/>
            </a:xfrm>
            <a:custGeom>
              <a:rect b="b" l="l" r="r" t="t"/>
              <a:pathLst>
                <a:path extrusionOk="0" fill="none" h="6675" w="1414">
                  <a:moveTo>
                    <a:pt x="1413" y="6674"/>
                  </a:moveTo>
                  <a:lnTo>
                    <a:pt x="1413" y="6674"/>
                  </a:lnTo>
                  <a:lnTo>
                    <a:pt x="585" y="2850"/>
                  </a:lnTo>
                  <a:lnTo>
                    <a:pt x="1" y="1"/>
                  </a:lnTo>
                </a:path>
              </a:pathLst>
            </a:custGeom>
            <a:noFill/>
            <a:ln cap="rnd" cmpd="sng" w="12175">
              <a:solidFill>
                <a:srgbClr val="19BBD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791" name="Google Shape;791;p7"/>
            <p:cNvSpPr/>
            <p:nvPr/>
          </p:nvSpPr>
          <p:spPr>
            <a:xfrm>
              <a:off x="6718575" y="2318625"/>
              <a:ext cx="256950" cy="307525"/>
            </a:xfrm>
            <a:custGeom>
              <a:rect b="b" l="l" r="r" t="t"/>
              <a:pathLst>
                <a:path extrusionOk="0" fill="none" h="12301" w="10278">
                  <a:moveTo>
                    <a:pt x="7185" y="12300"/>
                  </a:moveTo>
                  <a:lnTo>
                    <a:pt x="7185" y="12300"/>
                  </a:lnTo>
                  <a:lnTo>
                    <a:pt x="7307" y="11764"/>
                  </a:lnTo>
                  <a:lnTo>
                    <a:pt x="7477" y="11253"/>
                  </a:lnTo>
                  <a:lnTo>
                    <a:pt x="7672" y="10766"/>
                  </a:lnTo>
                  <a:lnTo>
                    <a:pt x="7891" y="10327"/>
                  </a:lnTo>
                  <a:lnTo>
                    <a:pt x="8135" y="9913"/>
                  </a:lnTo>
                  <a:lnTo>
                    <a:pt x="8378" y="9499"/>
                  </a:lnTo>
                  <a:lnTo>
                    <a:pt x="8914" y="8720"/>
                  </a:lnTo>
                  <a:lnTo>
                    <a:pt x="9182" y="8330"/>
                  </a:lnTo>
                  <a:lnTo>
                    <a:pt x="9425" y="7941"/>
                  </a:lnTo>
                  <a:lnTo>
                    <a:pt x="9645" y="7551"/>
                  </a:lnTo>
                  <a:lnTo>
                    <a:pt x="9864" y="7113"/>
                  </a:lnTo>
                  <a:lnTo>
                    <a:pt x="10034" y="6674"/>
                  </a:lnTo>
                  <a:lnTo>
                    <a:pt x="10156" y="6187"/>
                  </a:lnTo>
                  <a:lnTo>
                    <a:pt x="10229" y="5676"/>
                  </a:lnTo>
                  <a:lnTo>
                    <a:pt x="10253" y="5408"/>
                  </a:lnTo>
                  <a:lnTo>
                    <a:pt x="10278" y="5140"/>
                  </a:lnTo>
                  <a:lnTo>
                    <a:pt x="10278" y="5140"/>
                  </a:lnTo>
                  <a:lnTo>
                    <a:pt x="10229" y="4604"/>
                  </a:lnTo>
                  <a:lnTo>
                    <a:pt x="10156" y="4093"/>
                  </a:lnTo>
                  <a:lnTo>
                    <a:pt x="10034" y="3605"/>
                  </a:lnTo>
                  <a:lnTo>
                    <a:pt x="9864" y="3143"/>
                  </a:lnTo>
                  <a:lnTo>
                    <a:pt x="9645" y="2680"/>
                  </a:lnTo>
                  <a:lnTo>
                    <a:pt x="9401" y="2266"/>
                  </a:lnTo>
                  <a:lnTo>
                    <a:pt x="9084" y="1876"/>
                  </a:lnTo>
                  <a:lnTo>
                    <a:pt x="8768" y="1511"/>
                  </a:lnTo>
                  <a:lnTo>
                    <a:pt x="8402" y="1170"/>
                  </a:lnTo>
                  <a:lnTo>
                    <a:pt x="8013" y="878"/>
                  </a:lnTo>
                  <a:lnTo>
                    <a:pt x="7574" y="634"/>
                  </a:lnTo>
                  <a:lnTo>
                    <a:pt x="7136" y="415"/>
                  </a:lnTo>
                  <a:lnTo>
                    <a:pt x="6673" y="244"/>
                  </a:lnTo>
                  <a:lnTo>
                    <a:pt x="6162" y="98"/>
                  </a:lnTo>
                  <a:lnTo>
                    <a:pt x="5675" y="25"/>
                  </a:lnTo>
                  <a:lnTo>
                    <a:pt x="5139" y="1"/>
                  </a:lnTo>
                  <a:lnTo>
                    <a:pt x="5139" y="1"/>
                  </a:lnTo>
                  <a:lnTo>
                    <a:pt x="4603" y="25"/>
                  </a:lnTo>
                  <a:lnTo>
                    <a:pt x="4116" y="98"/>
                  </a:lnTo>
                  <a:lnTo>
                    <a:pt x="3605" y="244"/>
                  </a:lnTo>
                  <a:lnTo>
                    <a:pt x="3142" y="415"/>
                  </a:lnTo>
                  <a:lnTo>
                    <a:pt x="2703" y="634"/>
                  </a:lnTo>
                  <a:lnTo>
                    <a:pt x="2265" y="878"/>
                  </a:lnTo>
                  <a:lnTo>
                    <a:pt x="1875" y="1170"/>
                  </a:lnTo>
                  <a:lnTo>
                    <a:pt x="1510" y="1511"/>
                  </a:lnTo>
                  <a:lnTo>
                    <a:pt x="1193" y="1876"/>
                  </a:lnTo>
                  <a:lnTo>
                    <a:pt x="877" y="2266"/>
                  </a:lnTo>
                  <a:lnTo>
                    <a:pt x="633" y="2680"/>
                  </a:lnTo>
                  <a:lnTo>
                    <a:pt x="414" y="3143"/>
                  </a:lnTo>
                  <a:lnTo>
                    <a:pt x="244" y="3605"/>
                  </a:lnTo>
                  <a:lnTo>
                    <a:pt x="122" y="4093"/>
                  </a:lnTo>
                  <a:lnTo>
                    <a:pt x="49" y="4604"/>
                  </a:lnTo>
                  <a:lnTo>
                    <a:pt x="0" y="5140"/>
                  </a:lnTo>
                  <a:lnTo>
                    <a:pt x="0" y="5140"/>
                  </a:lnTo>
                  <a:lnTo>
                    <a:pt x="24" y="5408"/>
                  </a:lnTo>
                  <a:lnTo>
                    <a:pt x="49" y="5676"/>
                  </a:lnTo>
                  <a:lnTo>
                    <a:pt x="122" y="6187"/>
                  </a:lnTo>
                  <a:lnTo>
                    <a:pt x="244" y="6674"/>
                  </a:lnTo>
                  <a:lnTo>
                    <a:pt x="414" y="7113"/>
                  </a:lnTo>
                  <a:lnTo>
                    <a:pt x="633" y="7551"/>
                  </a:lnTo>
                  <a:lnTo>
                    <a:pt x="852" y="7941"/>
                  </a:lnTo>
                  <a:lnTo>
                    <a:pt x="1096" y="8330"/>
                  </a:lnTo>
                  <a:lnTo>
                    <a:pt x="1364" y="8720"/>
                  </a:lnTo>
                  <a:lnTo>
                    <a:pt x="1900" y="9499"/>
                  </a:lnTo>
                  <a:lnTo>
                    <a:pt x="2143" y="9913"/>
                  </a:lnTo>
                  <a:lnTo>
                    <a:pt x="2387" y="10327"/>
                  </a:lnTo>
                  <a:lnTo>
                    <a:pt x="2606" y="10766"/>
                  </a:lnTo>
                  <a:lnTo>
                    <a:pt x="2801" y="11253"/>
                  </a:lnTo>
                  <a:lnTo>
                    <a:pt x="2971" y="11764"/>
                  </a:lnTo>
                  <a:lnTo>
                    <a:pt x="3093" y="12300"/>
                  </a:lnTo>
                </a:path>
              </a:pathLst>
            </a:custGeom>
            <a:noFill/>
            <a:ln cap="rnd" cmpd="sng" w="12175">
              <a:solidFill>
                <a:srgbClr val="19BBD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792" name="Google Shape;792;p7"/>
            <p:cNvSpPr/>
            <p:nvPr/>
          </p:nvSpPr>
          <p:spPr>
            <a:xfrm>
              <a:off x="6873825" y="2459275"/>
              <a:ext cx="35350" cy="166875"/>
            </a:xfrm>
            <a:custGeom>
              <a:rect b="b" l="l" r="r" t="t"/>
              <a:pathLst>
                <a:path extrusionOk="0" fill="none" h="6675" w="1414">
                  <a:moveTo>
                    <a:pt x="1413" y="1"/>
                  </a:moveTo>
                  <a:lnTo>
                    <a:pt x="1413" y="1"/>
                  </a:lnTo>
                  <a:lnTo>
                    <a:pt x="829" y="2850"/>
                  </a:lnTo>
                  <a:lnTo>
                    <a:pt x="1" y="6674"/>
                  </a:lnTo>
                </a:path>
              </a:pathLst>
            </a:custGeom>
            <a:noFill/>
            <a:ln cap="rnd" cmpd="sng" w="12175">
              <a:solidFill>
                <a:srgbClr val="19BBD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793" name="Google Shape;793;p7"/>
            <p:cNvSpPr/>
            <p:nvPr/>
          </p:nvSpPr>
          <p:spPr>
            <a:xfrm>
              <a:off x="6801975" y="2453200"/>
              <a:ext cx="90150" cy="19500"/>
            </a:xfrm>
            <a:custGeom>
              <a:rect b="b" l="l" r="r" t="t"/>
              <a:pathLst>
                <a:path extrusionOk="0" fill="none" h="780" w="3606">
                  <a:moveTo>
                    <a:pt x="1" y="73"/>
                  </a:moveTo>
                  <a:lnTo>
                    <a:pt x="829" y="780"/>
                  </a:lnTo>
                  <a:lnTo>
                    <a:pt x="1657" y="73"/>
                  </a:lnTo>
                  <a:lnTo>
                    <a:pt x="1657" y="73"/>
                  </a:lnTo>
                  <a:lnTo>
                    <a:pt x="1730" y="25"/>
                  </a:lnTo>
                  <a:lnTo>
                    <a:pt x="1803" y="0"/>
                  </a:lnTo>
                  <a:lnTo>
                    <a:pt x="1876" y="25"/>
                  </a:lnTo>
                  <a:lnTo>
                    <a:pt x="1949" y="73"/>
                  </a:lnTo>
                  <a:lnTo>
                    <a:pt x="2777" y="780"/>
                  </a:lnTo>
                  <a:lnTo>
                    <a:pt x="3605" y="73"/>
                  </a:lnTo>
                </a:path>
              </a:pathLst>
            </a:custGeom>
            <a:noFill/>
            <a:ln cap="rnd" cmpd="sng" w="12175">
              <a:solidFill>
                <a:srgbClr val="19BBD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794" name="Google Shape;794;p7"/>
            <p:cNvSpPr/>
            <p:nvPr/>
          </p:nvSpPr>
          <p:spPr>
            <a:xfrm>
              <a:off x="6795900" y="2628550"/>
              <a:ext cx="102300" cy="25"/>
            </a:xfrm>
            <a:custGeom>
              <a:rect b="b" l="l" r="r" t="t"/>
              <a:pathLst>
                <a:path extrusionOk="0" fill="none" h="1" w="4092">
                  <a:moveTo>
                    <a:pt x="0" y="1"/>
                  </a:moveTo>
                  <a:lnTo>
                    <a:pt x="4092" y="1"/>
                  </a:lnTo>
                </a:path>
              </a:pathLst>
            </a:custGeom>
            <a:noFill/>
            <a:ln cap="rnd" cmpd="sng" w="12175">
              <a:solidFill>
                <a:srgbClr val="19BBD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grpSp>
      <p:grpSp>
        <p:nvGrpSpPr>
          <p:cNvPr id="795" name="Google Shape;795;p7"/>
          <p:cNvGrpSpPr/>
          <p:nvPr/>
        </p:nvGrpSpPr>
        <p:grpSpPr>
          <a:xfrm>
            <a:off x="1419984" y="3634331"/>
            <a:ext cx="342882" cy="350068"/>
            <a:chOff x="3951850" y="2985350"/>
            <a:chExt cx="407950" cy="416500"/>
          </a:xfrm>
        </p:grpSpPr>
        <p:sp>
          <p:nvSpPr>
            <p:cNvPr id="796" name="Google Shape;796;p7"/>
            <p:cNvSpPr/>
            <p:nvPr/>
          </p:nvSpPr>
          <p:spPr>
            <a:xfrm>
              <a:off x="3951850" y="2985350"/>
              <a:ext cx="314800" cy="314825"/>
            </a:xfrm>
            <a:custGeom>
              <a:rect b="b" l="l" r="r" t="t"/>
              <a:pathLst>
                <a:path extrusionOk="0" fill="none" h="12593" w="12592">
                  <a:moveTo>
                    <a:pt x="6284" y="1"/>
                  </a:moveTo>
                  <a:lnTo>
                    <a:pt x="6284" y="1"/>
                  </a:lnTo>
                  <a:lnTo>
                    <a:pt x="5967" y="25"/>
                  </a:lnTo>
                  <a:lnTo>
                    <a:pt x="5651" y="49"/>
                  </a:lnTo>
                  <a:lnTo>
                    <a:pt x="5334" y="74"/>
                  </a:lnTo>
                  <a:lnTo>
                    <a:pt x="5017" y="147"/>
                  </a:lnTo>
                  <a:lnTo>
                    <a:pt x="4725" y="220"/>
                  </a:lnTo>
                  <a:lnTo>
                    <a:pt x="4433" y="293"/>
                  </a:lnTo>
                  <a:lnTo>
                    <a:pt x="4141" y="390"/>
                  </a:lnTo>
                  <a:lnTo>
                    <a:pt x="3848" y="512"/>
                  </a:lnTo>
                  <a:lnTo>
                    <a:pt x="3556" y="634"/>
                  </a:lnTo>
                  <a:lnTo>
                    <a:pt x="3288" y="780"/>
                  </a:lnTo>
                  <a:lnTo>
                    <a:pt x="3020" y="926"/>
                  </a:lnTo>
                  <a:lnTo>
                    <a:pt x="2777" y="1072"/>
                  </a:lnTo>
                  <a:lnTo>
                    <a:pt x="2290" y="1437"/>
                  </a:lnTo>
                  <a:lnTo>
                    <a:pt x="1851" y="1852"/>
                  </a:lnTo>
                  <a:lnTo>
                    <a:pt x="1437" y="2290"/>
                  </a:lnTo>
                  <a:lnTo>
                    <a:pt x="1072" y="2777"/>
                  </a:lnTo>
                  <a:lnTo>
                    <a:pt x="901" y="3045"/>
                  </a:lnTo>
                  <a:lnTo>
                    <a:pt x="755" y="3313"/>
                  </a:lnTo>
                  <a:lnTo>
                    <a:pt x="609" y="3581"/>
                  </a:lnTo>
                  <a:lnTo>
                    <a:pt x="487" y="3849"/>
                  </a:lnTo>
                  <a:lnTo>
                    <a:pt x="390" y="4141"/>
                  </a:lnTo>
                  <a:lnTo>
                    <a:pt x="292" y="4433"/>
                  </a:lnTo>
                  <a:lnTo>
                    <a:pt x="195" y="4725"/>
                  </a:lnTo>
                  <a:lnTo>
                    <a:pt x="122" y="5042"/>
                  </a:lnTo>
                  <a:lnTo>
                    <a:pt x="73" y="5334"/>
                  </a:lnTo>
                  <a:lnTo>
                    <a:pt x="25" y="5651"/>
                  </a:lnTo>
                  <a:lnTo>
                    <a:pt x="0" y="5968"/>
                  </a:lnTo>
                  <a:lnTo>
                    <a:pt x="0" y="6308"/>
                  </a:lnTo>
                  <a:lnTo>
                    <a:pt x="0" y="6308"/>
                  </a:lnTo>
                  <a:lnTo>
                    <a:pt x="0" y="6625"/>
                  </a:lnTo>
                  <a:lnTo>
                    <a:pt x="25" y="6942"/>
                  </a:lnTo>
                  <a:lnTo>
                    <a:pt x="73" y="7258"/>
                  </a:lnTo>
                  <a:lnTo>
                    <a:pt x="122" y="7575"/>
                  </a:lnTo>
                  <a:lnTo>
                    <a:pt x="195" y="7867"/>
                  </a:lnTo>
                  <a:lnTo>
                    <a:pt x="292" y="8184"/>
                  </a:lnTo>
                  <a:lnTo>
                    <a:pt x="390" y="8476"/>
                  </a:lnTo>
                  <a:lnTo>
                    <a:pt x="487" y="8744"/>
                  </a:lnTo>
                  <a:lnTo>
                    <a:pt x="609" y="9036"/>
                  </a:lnTo>
                  <a:lnTo>
                    <a:pt x="755" y="9304"/>
                  </a:lnTo>
                  <a:lnTo>
                    <a:pt x="901" y="9572"/>
                  </a:lnTo>
                  <a:lnTo>
                    <a:pt x="1072" y="9816"/>
                  </a:lnTo>
                  <a:lnTo>
                    <a:pt x="1437" y="10303"/>
                  </a:lnTo>
                  <a:lnTo>
                    <a:pt x="1851" y="10741"/>
                  </a:lnTo>
                  <a:lnTo>
                    <a:pt x="2290" y="11155"/>
                  </a:lnTo>
                  <a:lnTo>
                    <a:pt x="2777" y="11520"/>
                  </a:lnTo>
                  <a:lnTo>
                    <a:pt x="3020" y="11691"/>
                  </a:lnTo>
                  <a:lnTo>
                    <a:pt x="3288" y="11837"/>
                  </a:lnTo>
                  <a:lnTo>
                    <a:pt x="3556" y="11983"/>
                  </a:lnTo>
                  <a:lnTo>
                    <a:pt x="3848" y="12105"/>
                  </a:lnTo>
                  <a:lnTo>
                    <a:pt x="4141" y="12202"/>
                  </a:lnTo>
                  <a:lnTo>
                    <a:pt x="4433" y="12300"/>
                  </a:lnTo>
                  <a:lnTo>
                    <a:pt x="4725" y="12397"/>
                  </a:lnTo>
                  <a:lnTo>
                    <a:pt x="5017" y="12470"/>
                  </a:lnTo>
                  <a:lnTo>
                    <a:pt x="5334" y="12519"/>
                  </a:lnTo>
                  <a:lnTo>
                    <a:pt x="5651" y="12568"/>
                  </a:lnTo>
                  <a:lnTo>
                    <a:pt x="5967" y="12592"/>
                  </a:lnTo>
                  <a:lnTo>
                    <a:pt x="6284" y="12592"/>
                  </a:lnTo>
                  <a:lnTo>
                    <a:pt x="6284" y="12592"/>
                  </a:lnTo>
                  <a:lnTo>
                    <a:pt x="6625" y="12592"/>
                  </a:lnTo>
                  <a:lnTo>
                    <a:pt x="6941" y="12568"/>
                  </a:lnTo>
                  <a:lnTo>
                    <a:pt x="7258" y="12519"/>
                  </a:lnTo>
                  <a:lnTo>
                    <a:pt x="7550" y="12470"/>
                  </a:lnTo>
                  <a:lnTo>
                    <a:pt x="7867" y="12397"/>
                  </a:lnTo>
                  <a:lnTo>
                    <a:pt x="8159" y="12300"/>
                  </a:lnTo>
                  <a:lnTo>
                    <a:pt x="8451" y="12202"/>
                  </a:lnTo>
                  <a:lnTo>
                    <a:pt x="8744" y="12105"/>
                  </a:lnTo>
                  <a:lnTo>
                    <a:pt x="9012" y="11983"/>
                  </a:lnTo>
                  <a:lnTo>
                    <a:pt x="9279" y="11837"/>
                  </a:lnTo>
                  <a:lnTo>
                    <a:pt x="9547" y="11691"/>
                  </a:lnTo>
                  <a:lnTo>
                    <a:pt x="9815" y="11520"/>
                  </a:lnTo>
                  <a:lnTo>
                    <a:pt x="10302" y="11155"/>
                  </a:lnTo>
                  <a:lnTo>
                    <a:pt x="10741" y="10741"/>
                  </a:lnTo>
                  <a:lnTo>
                    <a:pt x="11155" y="10303"/>
                  </a:lnTo>
                  <a:lnTo>
                    <a:pt x="11520" y="9816"/>
                  </a:lnTo>
                  <a:lnTo>
                    <a:pt x="11666" y="9572"/>
                  </a:lnTo>
                  <a:lnTo>
                    <a:pt x="11812" y="9304"/>
                  </a:lnTo>
                  <a:lnTo>
                    <a:pt x="11958" y="9036"/>
                  </a:lnTo>
                  <a:lnTo>
                    <a:pt x="12080" y="8744"/>
                  </a:lnTo>
                  <a:lnTo>
                    <a:pt x="12202" y="8476"/>
                  </a:lnTo>
                  <a:lnTo>
                    <a:pt x="12299" y="8184"/>
                  </a:lnTo>
                  <a:lnTo>
                    <a:pt x="12397" y="7867"/>
                  </a:lnTo>
                  <a:lnTo>
                    <a:pt x="12446" y="7575"/>
                  </a:lnTo>
                  <a:lnTo>
                    <a:pt x="12519" y="7258"/>
                  </a:lnTo>
                  <a:lnTo>
                    <a:pt x="12543" y="6942"/>
                  </a:lnTo>
                  <a:lnTo>
                    <a:pt x="12567" y="6625"/>
                  </a:lnTo>
                  <a:lnTo>
                    <a:pt x="12592" y="6308"/>
                  </a:lnTo>
                  <a:lnTo>
                    <a:pt x="12592" y="6308"/>
                  </a:lnTo>
                  <a:lnTo>
                    <a:pt x="12567" y="5968"/>
                  </a:lnTo>
                  <a:lnTo>
                    <a:pt x="12543" y="5651"/>
                  </a:lnTo>
                  <a:lnTo>
                    <a:pt x="12519" y="5334"/>
                  </a:lnTo>
                  <a:lnTo>
                    <a:pt x="12446" y="5042"/>
                  </a:lnTo>
                  <a:lnTo>
                    <a:pt x="12397" y="4725"/>
                  </a:lnTo>
                  <a:lnTo>
                    <a:pt x="12299" y="4433"/>
                  </a:lnTo>
                  <a:lnTo>
                    <a:pt x="12202" y="4141"/>
                  </a:lnTo>
                  <a:lnTo>
                    <a:pt x="12080" y="3849"/>
                  </a:lnTo>
                  <a:lnTo>
                    <a:pt x="11958" y="3581"/>
                  </a:lnTo>
                  <a:lnTo>
                    <a:pt x="11812" y="3313"/>
                  </a:lnTo>
                  <a:lnTo>
                    <a:pt x="11666" y="3045"/>
                  </a:lnTo>
                  <a:lnTo>
                    <a:pt x="11520" y="2777"/>
                  </a:lnTo>
                  <a:lnTo>
                    <a:pt x="11155" y="2290"/>
                  </a:lnTo>
                  <a:lnTo>
                    <a:pt x="10741" y="1852"/>
                  </a:lnTo>
                  <a:lnTo>
                    <a:pt x="10302" y="1437"/>
                  </a:lnTo>
                  <a:lnTo>
                    <a:pt x="9815" y="1072"/>
                  </a:lnTo>
                  <a:lnTo>
                    <a:pt x="9547" y="926"/>
                  </a:lnTo>
                  <a:lnTo>
                    <a:pt x="9279" y="780"/>
                  </a:lnTo>
                  <a:lnTo>
                    <a:pt x="9012" y="634"/>
                  </a:lnTo>
                  <a:lnTo>
                    <a:pt x="8744" y="512"/>
                  </a:lnTo>
                  <a:lnTo>
                    <a:pt x="8451" y="390"/>
                  </a:lnTo>
                  <a:lnTo>
                    <a:pt x="8159" y="293"/>
                  </a:lnTo>
                  <a:lnTo>
                    <a:pt x="7867" y="220"/>
                  </a:lnTo>
                  <a:lnTo>
                    <a:pt x="7550" y="147"/>
                  </a:lnTo>
                  <a:lnTo>
                    <a:pt x="7258" y="74"/>
                  </a:lnTo>
                  <a:lnTo>
                    <a:pt x="6941" y="49"/>
                  </a:lnTo>
                  <a:lnTo>
                    <a:pt x="6625" y="25"/>
                  </a:lnTo>
                  <a:lnTo>
                    <a:pt x="6284" y="1"/>
                  </a:lnTo>
                  <a:lnTo>
                    <a:pt x="6284" y="1"/>
                  </a:lnTo>
                  <a:close/>
                </a:path>
              </a:pathLst>
            </a:custGeom>
            <a:noFill/>
            <a:ln cap="rnd" cmpd="sng" w="19050">
              <a:solidFill>
                <a:srgbClr val="184769"/>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797" name="Google Shape;797;p7"/>
            <p:cNvSpPr/>
            <p:nvPr/>
          </p:nvSpPr>
          <p:spPr>
            <a:xfrm>
              <a:off x="3988375" y="3021875"/>
              <a:ext cx="241750" cy="241750"/>
            </a:xfrm>
            <a:custGeom>
              <a:rect b="b" l="l" r="r" t="t"/>
              <a:pathLst>
                <a:path extrusionOk="0" fill="none" h="9670" w="9670">
                  <a:moveTo>
                    <a:pt x="4823" y="1"/>
                  </a:moveTo>
                  <a:lnTo>
                    <a:pt x="4823" y="1"/>
                  </a:lnTo>
                  <a:lnTo>
                    <a:pt x="4336" y="25"/>
                  </a:lnTo>
                  <a:lnTo>
                    <a:pt x="3849" y="98"/>
                  </a:lnTo>
                  <a:lnTo>
                    <a:pt x="3386" y="220"/>
                  </a:lnTo>
                  <a:lnTo>
                    <a:pt x="2947" y="391"/>
                  </a:lnTo>
                  <a:lnTo>
                    <a:pt x="2533" y="585"/>
                  </a:lnTo>
                  <a:lnTo>
                    <a:pt x="2144" y="829"/>
                  </a:lnTo>
                  <a:lnTo>
                    <a:pt x="1754" y="1121"/>
                  </a:lnTo>
                  <a:lnTo>
                    <a:pt x="1413" y="1438"/>
                  </a:lnTo>
                  <a:lnTo>
                    <a:pt x="1096" y="1779"/>
                  </a:lnTo>
                  <a:lnTo>
                    <a:pt x="829" y="2144"/>
                  </a:lnTo>
                  <a:lnTo>
                    <a:pt x="585" y="2534"/>
                  </a:lnTo>
                  <a:lnTo>
                    <a:pt x="390" y="2972"/>
                  </a:lnTo>
                  <a:lnTo>
                    <a:pt x="220" y="3411"/>
                  </a:lnTo>
                  <a:lnTo>
                    <a:pt x="98" y="3873"/>
                  </a:lnTo>
                  <a:lnTo>
                    <a:pt x="25" y="4336"/>
                  </a:lnTo>
                  <a:lnTo>
                    <a:pt x="1" y="4847"/>
                  </a:lnTo>
                  <a:lnTo>
                    <a:pt x="1" y="4847"/>
                  </a:lnTo>
                  <a:lnTo>
                    <a:pt x="25" y="5335"/>
                  </a:lnTo>
                  <a:lnTo>
                    <a:pt x="98" y="5822"/>
                  </a:lnTo>
                  <a:lnTo>
                    <a:pt x="220" y="6284"/>
                  </a:lnTo>
                  <a:lnTo>
                    <a:pt x="390" y="6723"/>
                  </a:lnTo>
                  <a:lnTo>
                    <a:pt x="585" y="7137"/>
                  </a:lnTo>
                  <a:lnTo>
                    <a:pt x="829" y="7527"/>
                  </a:lnTo>
                  <a:lnTo>
                    <a:pt x="1096" y="7916"/>
                  </a:lnTo>
                  <a:lnTo>
                    <a:pt x="1413" y="8257"/>
                  </a:lnTo>
                  <a:lnTo>
                    <a:pt x="1754" y="8574"/>
                  </a:lnTo>
                  <a:lnTo>
                    <a:pt x="2144" y="8842"/>
                  </a:lnTo>
                  <a:lnTo>
                    <a:pt x="2533" y="9085"/>
                  </a:lnTo>
                  <a:lnTo>
                    <a:pt x="2947" y="9280"/>
                  </a:lnTo>
                  <a:lnTo>
                    <a:pt x="3386" y="9451"/>
                  </a:lnTo>
                  <a:lnTo>
                    <a:pt x="3849" y="9572"/>
                  </a:lnTo>
                  <a:lnTo>
                    <a:pt x="4336" y="9645"/>
                  </a:lnTo>
                  <a:lnTo>
                    <a:pt x="4823" y="9670"/>
                  </a:lnTo>
                  <a:lnTo>
                    <a:pt x="4823" y="9670"/>
                  </a:lnTo>
                  <a:lnTo>
                    <a:pt x="5334" y="9645"/>
                  </a:lnTo>
                  <a:lnTo>
                    <a:pt x="5797" y="9572"/>
                  </a:lnTo>
                  <a:lnTo>
                    <a:pt x="6260" y="9451"/>
                  </a:lnTo>
                  <a:lnTo>
                    <a:pt x="6698" y="9280"/>
                  </a:lnTo>
                  <a:lnTo>
                    <a:pt x="7136" y="9085"/>
                  </a:lnTo>
                  <a:lnTo>
                    <a:pt x="7526" y="8842"/>
                  </a:lnTo>
                  <a:lnTo>
                    <a:pt x="7892" y="8574"/>
                  </a:lnTo>
                  <a:lnTo>
                    <a:pt x="8232" y="8257"/>
                  </a:lnTo>
                  <a:lnTo>
                    <a:pt x="8549" y="7916"/>
                  </a:lnTo>
                  <a:lnTo>
                    <a:pt x="8841" y="7527"/>
                  </a:lnTo>
                  <a:lnTo>
                    <a:pt x="9085" y="7137"/>
                  </a:lnTo>
                  <a:lnTo>
                    <a:pt x="9280" y="6723"/>
                  </a:lnTo>
                  <a:lnTo>
                    <a:pt x="9450" y="6284"/>
                  </a:lnTo>
                  <a:lnTo>
                    <a:pt x="9572" y="5822"/>
                  </a:lnTo>
                  <a:lnTo>
                    <a:pt x="9645" y="5335"/>
                  </a:lnTo>
                  <a:lnTo>
                    <a:pt x="9669" y="4847"/>
                  </a:lnTo>
                  <a:lnTo>
                    <a:pt x="9669" y="4847"/>
                  </a:lnTo>
                  <a:lnTo>
                    <a:pt x="9645" y="4336"/>
                  </a:lnTo>
                  <a:lnTo>
                    <a:pt x="9572" y="3873"/>
                  </a:lnTo>
                  <a:lnTo>
                    <a:pt x="9450" y="3411"/>
                  </a:lnTo>
                  <a:lnTo>
                    <a:pt x="9280" y="2972"/>
                  </a:lnTo>
                  <a:lnTo>
                    <a:pt x="9085" y="2534"/>
                  </a:lnTo>
                  <a:lnTo>
                    <a:pt x="8841" y="2144"/>
                  </a:lnTo>
                  <a:lnTo>
                    <a:pt x="8549" y="1779"/>
                  </a:lnTo>
                  <a:lnTo>
                    <a:pt x="8232" y="1438"/>
                  </a:lnTo>
                  <a:lnTo>
                    <a:pt x="7892" y="1121"/>
                  </a:lnTo>
                  <a:lnTo>
                    <a:pt x="7526" y="829"/>
                  </a:lnTo>
                  <a:lnTo>
                    <a:pt x="7136" y="585"/>
                  </a:lnTo>
                  <a:lnTo>
                    <a:pt x="6698" y="391"/>
                  </a:lnTo>
                  <a:lnTo>
                    <a:pt x="6260" y="220"/>
                  </a:lnTo>
                  <a:lnTo>
                    <a:pt x="5797" y="98"/>
                  </a:lnTo>
                  <a:lnTo>
                    <a:pt x="5334" y="25"/>
                  </a:lnTo>
                  <a:lnTo>
                    <a:pt x="4823" y="1"/>
                  </a:lnTo>
                  <a:lnTo>
                    <a:pt x="4823" y="1"/>
                  </a:lnTo>
                </a:path>
              </a:pathLst>
            </a:custGeom>
            <a:noFill/>
            <a:ln cap="rnd" cmpd="sng" w="19050">
              <a:solidFill>
                <a:srgbClr val="184769"/>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798" name="Google Shape;798;p7"/>
            <p:cNvSpPr/>
            <p:nvPr/>
          </p:nvSpPr>
          <p:spPr>
            <a:xfrm>
              <a:off x="4024300" y="3058425"/>
              <a:ext cx="84650" cy="84650"/>
            </a:xfrm>
            <a:custGeom>
              <a:rect b="b" l="l" r="r" t="t"/>
              <a:pathLst>
                <a:path extrusionOk="0" fill="none" h="3386" w="3386">
                  <a:moveTo>
                    <a:pt x="0" y="3385"/>
                  </a:moveTo>
                  <a:lnTo>
                    <a:pt x="0" y="3385"/>
                  </a:lnTo>
                  <a:lnTo>
                    <a:pt x="25" y="3020"/>
                  </a:lnTo>
                  <a:lnTo>
                    <a:pt x="74" y="2704"/>
                  </a:lnTo>
                  <a:lnTo>
                    <a:pt x="147" y="2363"/>
                  </a:lnTo>
                  <a:lnTo>
                    <a:pt x="268" y="2070"/>
                  </a:lnTo>
                  <a:lnTo>
                    <a:pt x="414" y="1754"/>
                  </a:lnTo>
                  <a:lnTo>
                    <a:pt x="585" y="1486"/>
                  </a:lnTo>
                  <a:lnTo>
                    <a:pt x="780" y="1218"/>
                  </a:lnTo>
                  <a:lnTo>
                    <a:pt x="999" y="974"/>
                  </a:lnTo>
                  <a:lnTo>
                    <a:pt x="1243" y="755"/>
                  </a:lnTo>
                  <a:lnTo>
                    <a:pt x="1510" y="560"/>
                  </a:lnTo>
                  <a:lnTo>
                    <a:pt x="1778" y="390"/>
                  </a:lnTo>
                  <a:lnTo>
                    <a:pt x="2071" y="244"/>
                  </a:lnTo>
                  <a:lnTo>
                    <a:pt x="2387" y="146"/>
                  </a:lnTo>
                  <a:lnTo>
                    <a:pt x="2704" y="49"/>
                  </a:lnTo>
                  <a:lnTo>
                    <a:pt x="3045" y="0"/>
                  </a:lnTo>
                  <a:lnTo>
                    <a:pt x="3386" y="0"/>
                  </a:lnTo>
                </a:path>
              </a:pathLst>
            </a:custGeom>
            <a:noFill/>
            <a:ln cap="rnd" cmpd="sng" w="19050">
              <a:solidFill>
                <a:srgbClr val="184769"/>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799" name="Google Shape;799;p7"/>
            <p:cNvSpPr/>
            <p:nvPr/>
          </p:nvSpPr>
          <p:spPr>
            <a:xfrm>
              <a:off x="4205750" y="3248375"/>
              <a:ext cx="154050" cy="153475"/>
            </a:xfrm>
            <a:custGeom>
              <a:rect b="b" l="l" r="r" t="t"/>
              <a:pathLst>
                <a:path extrusionOk="0" fill="none" h="6139" w="6162">
                  <a:moveTo>
                    <a:pt x="0" y="1024"/>
                  </a:moveTo>
                  <a:lnTo>
                    <a:pt x="4969" y="5992"/>
                  </a:lnTo>
                  <a:lnTo>
                    <a:pt x="4969" y="5992"/>
                  </a:lnTo>
                  <a:lnTo>
                    <a:pt x="5042" y="6041"/>
                  </a:lnTo>
                  <a:lnTo>
                    <a:pt x="5115" y="6090"/>
                  </a:lnTo>
                  <a:lnTo>
                    <a:pt x="5212" y="6114"/>
                  </a:lnTo>
                  <a:lnTo>
                    <a:pt x="5310" y="6138"/>
                  </a:lnTo>
                  <a:lnTo>
                    <a:pt x="5407" y="6114"/>
                  </a:lnTo>
                  <a:lnTo>
                    <a:pt x="5480" y="6090"/>
                  </a:lnTo>
                  <a:lnTo>
                    <a:pt x="5577" y="6041"/>
                  </a:lnTo>
                  <a:lnTo>
                    <a:pt x="5651" y="5992"/>
                  </a:lnTo>
                  <a:lnTo>
                    <a:pt x="6016" y="5627"/>
                  </a:lnTo>
                  <a:lnTo>
                    <a:pt x="6016" y="5627"/>
                  </a:lnTo>
                  <a:lnTo>
                    <a:pt x="6089" y="5554"/>
                  </a:lnTo>
                  <a:lnTo>
                    <a:pt x="6138" y="5456"/>
                  </a:lnTo>
                  <a:lnTo>
                    <a:pt x="6162" y="5359"/>
                  </a:lnTo>
                  <a:lnTo>
                    <a:pt x="6162" y="5286"/>
                  </a:lnTo>
                  <a:lnTo>
                    <a:pt x="6162" y="5188"/>
                  </a:lnTo>
                  <a:lnTo>
                    <a:pt x="6138" y="5091"/>
                  </a:lnTo>
                  <a:lnTo>
                    <a:pt x="6089" y="5018"/>
                  </a:lnTo>
                  <a:lnTo>
                    <a:pt x="6016" y="4921"/>
                  </a:lnTo>
                  <a:lnTo>
                    <a:pt x="1072" y="1"/>
                  </a:lnTo>
                </a:path>
              </a:pathLst>
            </a:custGeom>
            <a:noFill/>
            <a:ln cap="rnd" cmpd="sng" w="19050">
              <a:solidFill>
                <a:srgbClr val="184769"/>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grpSp>
      <p:grpSp>
        <p:nvGrpSpPr>
          <p:cNvPr id="800" name="Google Shape;800;p7"/>
          <p:cNvGrpSpPr/>
          <p:nvPr/>
        </p:nvGrpSpPr>
        <p:grpSpPr>
          <a:xfrm flipH="1" rot="10800000">
            <a:off x="-88363" y="302262"/>
            <a:ext cx="1034724" cy="895486"/>
            <a:chOff x="238125" y="1431100"/>
            <a:chExt cx="3296350" cy="2852775"/>
          </a:xfrm>
        </p:grpSpPr>
        <p:sp>
          <p:nvSpPr>
            <p:cNvPr id="801" name="Google Shape;801;p7"/>
            <p:cNvSpPr/>
            <p:nvPr/>
          </p:nvSpPr>
          <p:spPr>
            <a:xfrm>
              <a:off x="980725" y="4136025"/>
              <a:ext cx="157950" cy="147850"/>
            </a:xfrm>
            <a:custGeom>
              <a:rect b="b" l="l" r="r" t="t"/>
              <a:pathLst>
                <a:path extrusionOk="0" h="5914" w="6318">
                  <a:moveTo>
                    <a:pt x="403" y="0"/>
                  </a:moveTo>
                  <a:lnTo>
                    <a:pt x="0" y="269"/>
                  </a:lnTo>
                  <a:lnTo>
                    <a:pt x="3226" y="5914"/>
                  </a:lnTo>
                  <a:lnTo>
                    <a:pt x="6317" y="5914"/>
                  </a:lnTo>
                  <a:lnTo>
                    <a:pt x="403" y="0"/>
                  </a:lnTo>
                  <a:close/>
                </a:path>
              </a:pathLst>
            </a:custGeom>
            <a:solidFill>
              <a:srgbClr val="00E2C7"/>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802" name="Google Shape;802;p7"/>
            <p:cNvSpPr/>
            <p:nvPr/>
          </p:nvSpPr>
          <p:spPr>
            <a:xfrm>
              <a:off x="849675" y="3907525"/>
              <a:ext cx="386425" cy="376350"/>
            </a:xfrm>
            <a:custGeom>
              <a:rect b="b" l="l" r="r" t="t"/>
              <a:pathLst>
                <a:path extrusionOk="0" h="15054" w="15457">
                  <a:moveTo>
                    <a:pt x="403" y="0"/>
                  </a:moveTo>
                  <a:lnTo>
                    <a:pt x="0" y="269"/>
                  </a:lnTo>
                  <a:lnTo>
                    <a:pt x="5242" y="9543"/>
                  </a:lnTo>
                  <a:lnTo>
                    <a:pt x="10887" y="15054"/>
                  </a:lnTo>
                  <a:lnTo>
                    <a:pt x="15457" y="15054"/>
                  </a:lnTo>
                  <a:lnTo>
                    <a:pt x="403" y="0"/>
                  </a:lnTo>
                  <a:close/>
                </a:path>
              </a:pathLst>
            </a:custGeom>
            <a:solidFill>
              <a:srgbClr val="01E0C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803" name="Google Shape;803;p7"/>
            <p:cNvSpPr/>
            <p:nvPr/>
          </p:nvSpPr>
          <p:spPr>
            <a:xfrm>
              <a:off x="715250" y="3675675"/>
              <a:ext cx="618300" cy="608200"/>
            </a:xfrm>
            <a:custGeom>
              <a:rect b="b" l="l" r="r" t="t"/>
              <a:pathLst>
                <a:path extrusionOk="0" h="24328" w="24732">
                  <a:moveTo>
                    <a:pt x="404" y="0"/>
                  </a:moveTo>
                  <a:lnTo>
                    <a:pt x="1" y="404"/>
                  </a:lnTo>
                  <a:lnTo>
                    <a:pt x="5377" y="9543"/>
                  </a:lnTo>
                  <a:lnTo>
                    <a:pt x="20162" y="24328"/>
                  </a:lnTo>
                  <a:lnTo>
                    <a:pt x="24732" y="24328"/>
                  </a:lnTo>
                  <a:lnTo>
                    <a:pt x="404" y="0"/>
                  </a:lnTo>
                  <a:close/>
                </a:path>
              </a:pathLst>
            </a:custGeom>
            <a:solidFill>
              <a:srgbClr val="02DFC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804" name="Google Shape;804;p7"/>
            <p:cNvSpPr/>
            <p:nvPr/>
          </p:nvSpPr>
          <p:spPr>
            <a:xfrm>
              <a:off x="584200" y="3447175"/>
              <a:ext cx="846800" cy="836700"/>
            </a:xfrm>
            <a:custGeom>
              <a:rect b="b" l="l" r="r" t="t"/>
              <a:pathLst>
                <a:path extrusionOk="0" h="33468" w="33872">
                  <a:moveTo>
                    <a:pt x="404" y="1"/>
                  </a:moveTo>
                  <a:lnTo>
                    <a:pt x="1" y="270"/>
                  </a:lnTo>
                  <a:lnTo>
                    <a:pt x="5243" y="9544"/>
                  </a:lnTo>
                  <a:lnTo>
                    <a:pt x="29167" y="33468"/>
                  </a:lnTo>
                  <a:lnTo>
                    <a:pt x="33872" y="33468"/>
                  </a:lnTo>
                  <a:lnTo>
                    <a:pt x="404" y="1"/>
                  </a:lnTo>
                  <a:close/>
                </a:path>
              </a:pathLst>
            </a:custGeom>
            <a:solidFill>
              <a:srgbClr val="03DDC9"/>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805" name="Google Shape;805;p7"/>
            <p:cNvSpPr/>
            <p:nvPr/>
          </p:nvSpPr>
          <p:spPr>
            <a:xfrm>
              <a:off x="449800" y="3218700"/>
              <a:ext cx="1078650" cy="1065175"/>
            </a:xfrm>
            <a:custGeom>
              <a:rect b="b" l="l" r="r" t="t"/>
              <a:pathLst>
                <a:path extrusionOk="0" h="42607" w="43146">
                  <a:moveTo>
                    <a:pt x="404" y="0"/>
                  </a:moveTo>
                  <a:lnTo>
                    <a:pt x="1" y="269"/>
                  </a:lnTo>
                  <a:lnTo>
                    <a:pt x="5377" y="9543"/>
                  </a:lnTo>
                  <a:lnTo>
                    <a:pt x="38441" y="42607"/>
                  </a:lnTo>
                  <a:lnTo>
                    <a:pt x="43145" y="42607"/>
                  </a:lnTo>
                  <a:lnTo>
                    <a:pt x="404" y="0"/>
                  </a:lnTo>
                  <a:close/>
                </a:path>
              </a:pathLst>
            </a:custGeom>
            <a:solidFill>
              <a:srgbClr val="04DBC9"/>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806" name="Google Shape;806;p7"/>
            <p:cNvSpPr/>
            <p:nvPr/>
          </p:nvSpPr>
          <p:spPr>
            <a:xfrm>
              <a:off x="318750" y="2990200"/>
              <a:ext cx="1307150" cy="1293675"/>
            </a:xfrm>
            <a:custGeom>
              <a:rect b="b" l="l" r="r" t="t"/>
              <a:pathLst>
                <a:path extrusionOk="0" h="51747" w="52286">
                  <a:moveTo>
                    <a:pt x="404" y="1"/>
                  </a:moveTo>
                  <a:lnTo>
                    <a:pt x="1" y="269"/>
                  </a:lnTo>
                  <a:lnTo>
                    <a:pt x="5243" y="9409"/>
                  </a:lnTo>
                  <a:lnTo>
                    <a:pt x="47581" y="51747"/>
                  </a:lnTo>
                  <a:lnTo>
                    <a:pt x="52285" y="51747"/>
                  </a:lnTo>
                  <a:lnTo>
                    <a:pt x="39517" y="38978"/>
                  </a:lnTo>
                  <a:lnTo>
                    <a:pt x="37097" y="38978"/>
                  </a:lnTo>
                  <a:lnTo>
                    <a:pt x="33737" y="33333"/>
                  </a:lnTo>
                  <a:lnTo>
                    <a:pt x="404" y="1"/>
                  </a:lnTo>
                  <a:close/>
                </a:path>
              </a:pathLst>
            </a:custGeom>
            <a:solidFill>
              <a:srgbClr val="06D9CA"/>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807" name="Google Shape;807;p7"/>
            <p:cNvSpPr/>
            <p:nvPr/>
          </p:nvSpPr>
          <p:spPr>
            <a:xfrm>
              <a:off x="1286500" y="3964650"/>
              <a:ext cx="436850" cy="319225"/>
            </a:xfrm>
            <a:custGeom>
              <a:rect b="b" l="l" r="r" t="t"/>
              <a:pathLst>
                <a:path extrusionOk="0" h="12769" w="17474">
                  <a:moveTo>
                    <a:pt x="0" y="0"/>
                  </a:moveTo>
                  <a:lnTo>
                    <a:pt x="12769" y="12769"/>
                  </a:lnTo>
                  <a:lnTo>
                    <a:pt x="17473" y="12769"/>
                  </a:lnTo>
                  <a:lnTo>
                    <a:pt x="4704" y="0"/>
                  </a:lnTo>
                  <a:close/>
                </a:path>
              </a:pathLst>
            </a:custGeom>
            <a:solidFill>
              <a:srgbClr val="07D8C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808" name="Google Shape;808;p7"/>
            <p:cNvSpPr/>
            <p:nvPr/>
          </p:nvSpPr>
          <p:spPr>
            <a:xfrm>
              <a:off x="238125" y="2822200"/>
              <a:ext cx="924075" cy="1008075"/>
            </a:xfrm>
            <a:custGeom>
              <a:rect b="b" l="l" r="r" t="t"/>
              <a:pathLst>
                <a:path extrusionOk="0" h="40323" w="36963">
                  <a:moveTo>
                    <a:pt x="806" y="0"/>
                  </a:moveTo>
                  <a:lnTo>
                    <a:pt x="0" y="1479"/>
                  </a:lnTo>
                  <a:lnTo>
                    <a:pt x="3226" y="6989"/>
                  </a:lnTo>
                  <a:lnTo>
                    <a:pt x="36559" y="40322"/>
                  </a:lnTo>
                  <a:lnTo>
                    <a:pt x="36962" y="40053"/>
                  </a:lnTo>
                  <a:lnTo>
                    <a:pt x="31720" y="30779"/>
                  </a:lnTo>
                  <a:lnTo>
                    <a:pt x="806" y="0"/>
                  </a:lnTo>
                  <a:close/>
                </a:path>
              </a:pathLst>
            </a:custGeom>
            <a:solidFill>
              <a:srgbClr val="07D8C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809" name="Google Shape;809;p7"/>
            <p:cNvSpPr/>
            <p:nvPr/>
          </p:nvSpPr>
          <p:spPr>
            <a:xfrm>
              <a:off x="1383925" y="3964650"/>
              <a:ext cx="433500" cy="319225"/>
            </a:xfrm>
            <a:custGeom>
              <a:rect b="b" l="l" r="r" t="t"/>
              <a:pathLst>
                <a:path extrusionOk="0" h="12769" w="17340">
                  <a:moveTo>
                    <a:pt x="1" y="0"/>
                  </a:moveTo>
                  <a:lnTo>
                    <a:pt x="12770" y="12769"/>
                  </a:lnTo>
                  <a:lnTo>
                    <a:pt x="17339" y="12769"/>
                  </a:lnTo>
                  <a:lnTo>
                    <a:pt x="4705" y="0"/>
                  </a:lnTo>
                  <a:close/>
                </a:path>
              </a:pathLst>
            </a:custGeom>
            <a:solidFill>
              <a:srgbClr val="08D6C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810" name="Google Shape;810;p7"/>
            <p:cNvSpPr/>
            <p:nvPr/>
          </p:nvSpPr>
          <p:spPr>
            <a:xfrm>
              <a:off x="251550" y="2761700"/>
              <a:ext cx="779600" cy="840075"/>
            </a:xfrm>
            <a:custGeom>
              <a:rect b="b" l="l" r="r" t="t"/>
              <a:pathLst>
                <a:path extrusionOk="0" h="33603" w="31184">
                  <a:moveTo>
                    <a:pt x="1748" y="1"/>
                  </a:moveTo>
                  <a:lnTo>
                    <a:pt x="1" y="2823"/>
                  </a:lnTo>
                  <a:lnTo>
                    <a:pt x="30780" y="33603"/>
                  </a:lnTo>
                  <a:lnTo>
                    <a:pt x="31183" y="33199"/>
                  </a:lnTo>
                  <a:lnTo>
                    <a:pt x="25807" y="24060"/>
                  </a:lnTo>
                  <a:lnTo>
                    <a:pt x="1748" y="1"/>
                  </a:lnTo>
                  <a:close/>
                </a:path>
              </a:pathLst>
            </a:custGeom>
            <a:solidFill>
              <a:srgbClr val="08D6C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811" name="Google Shape;811;p7"/>
            <p:cNvSpPr/>
            <p:nvPr/>
          </p:nvSpPr>
          <p:spPr>
            <a:xfrm>
              <a:off x="288525" y="2697875"/>
              <a:ext cx="608200" cy="675400"/>
            </a:xfrm>
            <a:custGeom>
              <a:rect b="b" l="l" r="r" t="t"/>
              <a:pathLst>
                <a:path extrusionOk="0" h="27016" w="24328">
                  <a:moveTo>
                    <a:pt x="1613" y="0"/>
                  </a:moveTo>
                  <a:lnTo>
                    <a:pt x="0" y="2957"/>
                  </a:lnTo>
                  <a:lnTo>
                    <a:pt x="23925" y="27016"/>
                  </a:lnTo>
                  <a:lnTo>
                    <a:pt x="24328" y="26613"/>
                  </a:lnTo>
                  <a:lnTo>
                    <a:pt x="19086" y="17473"/>
                  </a:lnTo>
                  <a:lnTo>
                    <a:pt x="1613" y="0"/>
                  </a:lnTo>
                  <a:close/>
                </a:path>
              </a:pathLst>
            </a:custGeom>
            <a:solidFill>
              <a:srgbClr val="09D4C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812" name="Google Shape;812;p7"/>
            <p:cNvSpPr/>
            <p:nvPr/>
          </p:nvSpPr>
          <p:spPr>
            <a:xfrm>
              <a:off x="1481375" y="3964650"/>
              <a:ext cx="433500" cy="319225"/>
            </a:xfrm>
            <a:custGeom>
              <a:rect b="b" l="l" r="r" t="t"/>
              <a:pathLst>
                <a:path extrusionOk="0" h="12769" w="17340">
                  <a:moveTo>
                    <a:pt x="1" y="0"/>
                  </a:moveTo>
                  <a:lnTo>
                    <a:pt x="12769" y="12769"/>
                  </a:lnTo>
                  <a:lnTo>
                    <a:pt x="17339" y="12769"/>
                  </a:lnTo>
                  <a:lnTo>
                    <a:pt x="4705" y="0"/>
                  </a:lnTo>
                  <a:close/>
                </a:path>
              </a:pathLst>
            </a:custGeom>
            <a:solidFill>
              <a:srgbClr val="09D4C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813" name="Google Shape;813;p7"/>
            <p:cNvSpPr/>
            <p:nvPr/>
          </p:nvSpPr>
          <p:spPr>
            <a:xfrm>
              <a:off x="1578825" y="3964650"/>
              <a:ext cx="433500" cy="319225"/>
            </a:xfrm>
            <a:custGeom>
              <a:rect b="b" l="l" r="r" t="t"/>
              <a:pathLst>
                <a:path extrusionOk="0" h="12769" w="17340">
                  <a:moveTo>
                    <a:pt x="1" y="0"/>
                  </a:moveTo>
                  <a:lnTo>
                    <a:pt x="12769" y="12769"/>
                  </a:lnTo>
                  <a:lnTo>
                    <a:pt x="17339" y="12769"/>
                  </a:lnTo>
                  <a:lnTo>
                    <a:pt x="4570" y="0"/>
                  </a:lnTo>
                  <a:close/>
                </a:path>
              </a:pathLst>
            </a:custGeom>
            <a:solidFill>
              <a:srgbClr val="0AD3C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814" name="Google Shape;814;p7"/>
            <p:cNvSpPr/>
            <p:nvPr/>
          </p:nvSpPr>
          <p:spPr>
            <a:xfrm>
              <a:off x="322125" y="2637375"/>
              <a:ext cx="443550" cy="504050"/>
            </a:xfrm>
            <a:custGeom>
              <a:rect b="b" l="l" r="r" t="t"/>
              <a:pathLst>
                <a:path extrusionOk="0" h="20162" w="17742">
                  <a:moveTo>
                    <a:pt x="1747" y="1"/>
                  </a:moveTo>
                  <a:lnTo>
                    <a:pt x="0" y="2958"/>
                  </a:lnTo>
                  <a:lnTo>
                    <a:pt x="17339" y="20162"/>
                  </a:lnTo>
                  <a:lnTo>
                    <a:pt x="17742" y="19893"/>
                  </a:lnTo>
                  <a:lnTo>
                    <a:pt x="12366" y="10619"/>
                  </a:lnTo>
                  <a:lnTo>
                    <a:pt x="1747" y="1"/>
                  </a:lnTo>
                  <a:close/>
                </a:path>
              </a:pathLst>
            </a:custGeom>
            <a:solidFill>
              <a:srgbClr val="0AD3C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815" name="Google Shape;815;p7"/>
            <p:cNvSpPr/>
            <p:nvPr/>
          </p:nvSpPr>
          <p:spPr>
            <a:xfrm>
              <a:off x="359075" y="2576900"/>
              <a:ext cx="275575" cy="336050"/>
            </a:xfrm>
            <a:custGeom>
              <a:rect b="b" l="l" r="r" t="t"/>
              <a:pathLst>
                <a:path extrusionOk="0" h="13442" w="11023">
                  <a:moveTo>
                    <a:pt x="1614" y="1"/>
                  </a:moveTo>
                  <a:lnTo>
                    <a:pt x="1" y="2823"/>
                  </a:lnTo>
                  <a:lnTo>
                    <a:pt x="10484" y="13441"/>
                  </a:lnTo>
                  <a:lnTo>
                    <a:pt x="10888" y="13172"/>
                  </a:lnTo>
                  <a:lnTo>
                    <a:pt x="9812" y="11291"/>
                  </a:lnTo>
                  <a:lnTo>
                    <a:pt x="11022" y="9275"/>
                  </a:lnTo>
                  <a:lnTo>
                    <a:pt x="1614" y="1"/>
                  </a:lnTo>
                  <a:close/>
                </a:path>
              </a:pathLst>
            </a:custGeom>
            <a:solidFill>
              <a:srgbClr val="0BD1C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816" name="Google Shape;816;p7"/>
            <p:cNvSpPr/>
            <p:nvPr/>
          </p:nvSpPr>
          <p:spPr>
            <a:xfrm>
              <a:off x="1676275" y="3964650"/>
              <a:ext cx="433475" cy="319225"/>
            </a:xfrm>
            <a:custGeom>
              <a:rect b="b" l="l" r="r" t="t"/>
              <a:pathLst>
                <a:path extrusionOk="0" h="12769" w="17339">
                  <a:moveTo>
                    <a:pt x="0" y="0"/>
                  </a:moveTo>
                  <a:lnTo>
                    <a:pt x="12769" y="12769"/>
                  </a:lnTo>
                  <a:lnTo>
                    <a:pt x="17339" y="12769"/>
                  </a:lnTo>
                  <a:lnTo>
                    <a:pt x="4570" y="0"/>
                  </a:lnTo>
                  <a:close/>
                </a:path>
              </a:pathLst>
            </a:custGeom>
            <a:solidFill>
              <a:srgbClr val="0BD1C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817" name="Google Shape;817;p7"/>
            <p:cNvSpPr/>
            <p:nvPr/>
          </p:nvSpPr>
          <p:spPr>
            <a:xfrm>
              <a:off x="392675" y="2513050"/>
              <a:ext cx="275575" cy="309175"/>
            </a:xfrm>
            <a:custGeom>
              <a:rect b="b" l="l" r="r" t="t"/>
              <a:pathLst>
                <a:path extrusionOk="0" h="12367" w="11023">
                  <a:moveTo>
                    <a:pt x="1748" y="1"/>
                  </a:moveTo>
                  <a:lnTo>
                    <a:pt x="1" y="2958"/>
                  </a:lnTo>
                  <a:lnTo>
                    <a:pt x="9409" y="12366"/>
                  </a:lnTo>
                  <a:lnTo>
                    <a:pt x="11022" y="9409"/>
                  </a:lnTo>
                  <a:lnTo>
                    <a:pt x="1748" y="1"/>
                  </a:lnTo>
                  <a:close/>
                </a:path>
              </a:pathLst>
            </a:custGeom>
            <a:solidFill>
              <a:srgbClr val="0CCFC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818" name="Google Shape;818;p7"/>
            <p:cNvSpPr/>
            <p:nvPr/>
          </p:nvSpPr>
          <p:spPr>
            <a:xfrm>
              <a:off x="1773725" y="3964650"/>
              <a:ext cx="433475" cy="319225"/>
            </a:xfrm>
            <a:custGeom>
              <a:rect b="b" l="l" r="r" t="t"/>
              <a:pathLst>
                <a:path extrusionOk="0" h="12769" w="17339">
                  <a:moveTo>
                    <a:pt x="0" y="0"/>
                  </a:moveTo>
                  <a:lnTo>
                    <a:pt x="12634" y="12769"/>
                  </a:lnTo>
                  <a:lnTo>
                    <a:pt x="17339" y="12769"/>
                  </a:lnTo>
                  <a:lnTo>
                    <a:pt x="4570" y="0"/>
                  </a:lnTo>
                  <a:close/>
                </a:path>
              </a:pathLst>
            </a:custGeom>
            <a:solidFill>
              <a:srgbClr val="0CCFC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819" name="Google Shape;819;p7"/>
            <p:cNvSpPr/>
            <p:nvPr/>
          </p:nvSpPr>
          <p:spPr>
            <a:xfrm>
              <a:off x="429650" y="2452575"/>
              <a:ext cx="275550" cy="305800"/>
            </a:xfrm>
            <a:custGeom>
              <a:rect b="b" l="l" r="r" t="t"/>
              <a:pathLst>
                <a:path extrusionOk="0" h="12232" w="11022">
                  <a:moveTo>
                    <a:pt x="1748" y="1"/>
                  </a:moveTo>
                  <a:lnTo>
                    <a:pt x="0" y="2957"/>
                  </a:lnTo>
                  <a:lnTo>
                    <a:pt x="9274" y="12232"/>
                  </a:lnTo>
                  <a:lnTo>
                    <a:pt x="11022" y="9275"/>
                  </a:lnTo>
                  <a:lnTo>
                    <a:pt x="1748" y="1"/>
                  </a:lnTo>
                  <a:close/>
                </a:path>
              </a:pathLst>
            </a:custGeom>
            <a:solidFill>
              <a:srgbClr val="0DCDCE"/>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820" name="Google Shape;820;p7"/>
            <p:cNvSpPr/>
            <p:nvPr/>
          </p:nvSpPr>
          <p:spPr>
            <a:xfrm>
              <a:off x="1871150" y="3964650"/>
              <a:ext cx="433500" cy="319225"/>
            </a:xfrm>
            <a:custGeom>
              <a:rect b="b" l="l" r="r" t="t"/>
              <a:pathLst>
                <a:path extrusionOk="0" h="12769" w="17340">
                  <a:moveTo>
                    <a:pt x="1" y="0"/>
                  </a:moveTo>
                  <a:lnTo>
                    <a:pt x="12635" y="12769"/>
                  </a:lnTo>
                  <a:lnTo>
                    <a:pt x="17340" y="12769"/>
                  </a:lnTo>
                  <a:lnTo>
                    <a:pt x="4571" y="0"/>
                  </a:lnTo>
                  <a:close/>
                </a:path>
              </a:pathLst>
            </a:custGeom>
            <a:solidFill>
              <a:srgbClr val="0DCDCE"/>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821" name="Google Shape;821;p7"/>
            <p:cNvSpPr/>
            <p:nvPr/>
          </p:nvSpPr>
          <p:spPr>
            <a:xfrm>
              <a:off x="1965250" y="3964650"/>
              <a:ext cx="436850" cy="319225"/>
            </a:xfrm>
            <a:custGeom>
              <a:rect b="b" l="l" r="r" t="t"/>
              <a:pathLst>
                <a:path extrusionOk="0" h="12769" w="17474">
                  <a:moveTo>
                    <a:pt x="0" y="0"/>
                  </a:moveTo>
                  <a:lnTo>
                    <a:pt x="12769" y="12769"/>
                  </a:lnTo>
                  <a:lnTo>
                    <a:pt x="17473" y="12769"/>
                  </a:lnTo>
                  <a:lnTo>
                    <a:pt x="4705" y="0"/>
                  </a:lnTo>
                  <a:close/>
                </a:path>
              </a:pathLst>
            </a:custGeom>
            <a:solidFill>
              <a:srgbClr val="0ECCC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822" name="Google Shape;822;p7"/>
            <p:cNvSpPr/>
            <p:nvPr/>
          </p:nvSpPr>
          <p:spPr>
            <a:xfrm>
              <a:off x="466600" y="2392100"/>
              <a:ext cx="272200" cy="305800"/>
            </a:xfrm>
            <a:custGeom>
              <a:rect b="b" l="l" r="r" t="t"/>
              <a:pathLst>
                <a:path extrusionOk="0" h="12232" w="10888">
                  <a:moveTo>
                    <a:pt x="1614" y="0"/>
                  </a:moveTo>
                  <a:lnTo>
                    <a:pt x="1" y="2957"/>
                  </a:lnTo>
                  <a:lnTo>
                    <a:pt x="9275" y="12231"/>
                  </a:lnTo>
                  <a:lnTo>
                    <a:pt x="10888" y="9274"/>
                  </a:lnTo>
                  <a:lnTo>
                    <a:pt x="1614" y="0"/>
                  </a:lnTo>
                  <a:close/>
                </a:path>
              </a:pathLst>
            </a:custGeom>
            <a:solidFill>
              <a:srgbClr val="0ECCC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823" name="Google Shape;823;p7"/>
            <p:cNvSpPr/>
            <p:nvPr/>
          </p:nvSpPr>
          <p:spPr>
            <a:xfrm>
              <a:off x="2062700" y="3964650"/>
              <a:ext cx="433475" cy="319225"/>
            </a:xfrm>
            <a:custGeom>
              <a:rect b="b" l="l" r="r" t="t"/>
              <a:pathLst>
                <a:path extrusionOk="0" h="12769" w="17339">
                  <a:moveTo>
                    <a:pt x="0" y="0"/>
                  </a:moveTo>
                  <a:lnTo>
                    <a:pt x="12769" y="12769"/>
                  </a:lnTo>
                  <a:lnTo>
                    <a:pt x="17339" y="12769"/>
                  </a:lnTo>
                  <a:lnTo>
                    <a:pt x="4704" y="0"/>
                  </a:lnTo>
                  <a:close/>
                </a:path>
              </a:pathLst>
            </a:custGeom>
            <a:solidFill>
              <a:srgbClr val="10CAC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824" name="Google Shape;824;p7"/>
            <p:cNvSpPr/>
            <p:nvPr/>
          </p:nvSpPr>
          <p:spPr>
            <a:xfrm>
              <a:off x="500200" y="2328250"/>
              <a:ext cx="275575" cy="309150"/>
            </a:xfrm>
            <a:custGeom>
              <a:rect b="b" l="l" r="r" t="t"/>
              <a:pathLst>
                <a:path extrusionOk="0" h="12366" w="11023">
                  <a:moveTo>
                    <a:pt x="1748" y="1"/>
                  </a:moveTo>
                  <a:lnTo>
                    <a:pt x="1" y="2957"/>
                  </a:lnTo>
                  <a:lnTo>
                    <a:pt x="9275" y="12366"/>
                  </a:lnTo>
                  <a:lnTo>
                    <a:pt x="11022" y="9409"/>
                  </a:lnTo>
                  <a:lnTo>
                    <a:pt x="1748" y="1"/>
                  </a:lnTo>
                  <a:close/>
                </a:path>
              </a:pathLst>
            </a:custGeom>
            <a:solidFill>
              <a:srgbClr val="10CAC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825" name="Google Shape;825;p7"/>
            <p:cNvSpPr/>
            <p:nvPr/>
          </p:nvSpPr>
          <p:spPr>
            <a:xfrm>
              <a:off x="537175" y="2267775"/>
              <a:ext cx="275550" cy="305800"/>
            </a:xfrm>
            <a:custGeom>
              <a:rect b="b" l="l" r="r" t="t"/>
              <a:pathLst>
                <a:path extrusionOk="0" h="12232" w="11022">
                  <a:moveTo>
                    <a:pt x="1613" y="0"/>
                  </a:moveTo>
                  <a:lnTo>
                    <a:pt x="0" y="2957"/>
                  </a:lnTo>
                  <a:lnTo>
                    <a:pt x="9274" y="12231"/>
                  </a:lnTo>
                  <a:lnTo>
                    <a:pt x="11022" y="9274"/>
                  </a:lnTo>
                  <a:lnTo>
                    <a:pt x="1613" y="0"/>
                  </a:lnTo>
                  <a:close/>
                </a:path>
              </a:pathLst>
            </a:custGeom>
            <a:solidFill>
              <a:srgbClr val="11C8D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826" name="Google Shape;826;p7"/>
            <p:cNvSpPr/>
            <p:nvPr/>
          </p:nvSpPr>
          <p:spPr>
            <a:xfrm>
              <a:off x="2160150" y="3964650"/>
              <a:ext cx="433475" cy="319225"/>
            </a:xfrm>
            <a:custGeom>
              <a:rect b="b" l="l" r="r" t="t"/>
              <a:pathLst>
                <a:path extrusionOk="0" h="12769" w="17339">
                  <a:moveTo>
                    <a:pt x="0" y="0"/>
                  </a:moveTo>
                  <a:lnTo>
                    <a:pt x="12769" y="12769"/>
                  </a:lnTo>
                  <a:lnTo>
                    <a:pt x="17339" y="12769"/>
                  </a:lnTo>
                  <a:lnTo>
                    <a:pt x="4704" y="0"/>
                  </a:lnTo>
                  <a:close/>
                </a:path>
              </a:pathLst>
            </a:custGeom>
            <a:solidFill>
              <a:srgbClr val="11C8D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827" name="Google Shape;827;p7"/>
            <p:cNvSpPr/>
            <p:nvPr/>
          </p:nvSpPr>
          <p:spPr>
            <a:xfrm>
              <a:off x="570775" y="2207275"/>
              <a:ext cx="275550" cy="305800"/>
            </a:xfrm>
            <a:custGeom>
              <a:rect b="b" l="l" r="r" t="t"/>
              <a:pathLst>
                <a:path extrusionOk="0" h="12232" w="11022">
                  <a:moveTo>
                    <a:pt x="1748" y="1"/>
                  </a:moveTo>
                  <a:lnTo>
                    <a:pt x="0" y="2958"/>
                  </a:lnTo>
                  <a:lnTo>
                    <a:pt x="9409" y="12232"/>
                  </a:lnTo>
                  <a:lnTo>
                    <a:pt x="11022" y="9275"/>
                  </a:lnTo>
                  <a:lnTo>
                    <a:pt x="1748" y="1"/>
                  </a:lnTo>
                  <a:close/>
                </a:path>
              </a:pathLst>
            </a:custGeom>
            <a:solidFill>
              <a:srgbClr val="12C7D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828" name="Google Shape;828;p7"/>
            <p:cNvSpPr/>
            <p:nvPr/>
          </p:nvSpPr>
          <p:spPr>
            <a:xfrm>
              <a:off x="2257575" y="3964650"/>
              <a:ext cx="433500" cy="319225"/>
            </a:xfrm>
            <a:custGeom>
              <a:rect b="b" l="l" r="r" t="t"/>
              <a:pathLst>
                <a:path extrusionOk="0" h="12769" w="17340">
                  <a:moveTo>
                    <a:pt x="1" y="0"/>
                  </a:moveTo>
                  <a:lnTo>
                    <a:pt x="12770" y="12769"/>
                  </a:lnTo>
                  <a:lnTo>
                    <a:pt x="17339" y="12769"/>
                  </a:lnTo>
                  <a:lnTo>
                    <a:pt x="4705" y="0"/>
                  </a:lnTo>
                  <a:close/>
                </a:path>
              </a:pathLst>
            </a:custGeom>
            <a:solidFill>
              <a:srgbClr val="12C7D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829" name="Google Shape;829;p7"/>
            <p:cNvSpPr/>
            <p:nvPr/>
          </p:nvSpPr>
          <p:spPr>
            <a:xfrm>
              <a:off x="2355025" y="3964650"/>
              <a:ext cx="383100" cy="319225"/>
            </a:xfrm>
            <a:custGeom>
              <a:rect b="b" l="l" r="r" t="t"/>
              <a:pathLst>
                <a:path extrusionOk="0" h="12769" w="15324">
                  <a:moveTo>
                    <a:pt x="1" y="0"/>
                  </a:moveTo>
                  <a:lnTo>
                    <a:pt x="12769" y="12769"/>
                  </a:lnTo>
                  <a:lnTo>
                    <a:pt x="14248" y="12769"/>
                  </a:lnTo>
                  <a:lnTo>
                    <a:pt x="15323" y="10753"/>
                  </a:lnTo>
                  <a:lnTo>
                    <a:pt x="4570" y="0"/>
                  </a:lnTo>
                  <a:close/>
                </a:path>
              </a:pathLst>
            </a:custGeom>
            <a:solidFill>
              <a:srgbClr val="13C5D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830" name="Google Shape;830;p7"/>
            <p:cNvSpPr/>
            <p:nvPr/>
          </p:nvSpPr>
          <p:spPr>
            <a:xfrm>
              <a:off x="607725" y="2146800"/>
              <a:ext cx="275575" cy="305800"/>
            </a:xfrm>
            <a:custGeom>
              <a:rect b="b" l="l" r="r" t="t"/>
              <a:pathLst>
                <a:path extrusionOk="0" h="12232" w="11023">
                  <a:moveTo>
                    <a:pt x="1614" y="1"/>
                  </a:moveTo>
                  <a:lnTo>
                    <a:pt x="1" y="2823"/>
                  </a:lnTo>
                  <a:lnTo>
                    <a:pt x="9275" y="12232"/>
                  </a:lnTo>
                  <a:lnTo>
                    <a:pt x="11022" y="9275"/>
                  </a:lnTo>
                  <a:lnTo>
                    <a:pt x="1614" y="1"/>
                  </a:lnTo>
                  <a:close/>
                </a:path>
              </a:pathLst>
            </a:custGeom>
            <a:solidFill>
              <a:srgbClr val="13C5D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831" name="Google Shape;831;p7"/>
            <p:cNvSpPr/>
            <p:nvPr/>
          </p:nvSpPr>
          <p:spPr>
            <a:xfrm>
              <a:off x="2452475" y="3941125"/>
              <a:ext cx="322600" cy="305800"/>
            </a:xfrm>
            <a:custGeom>
              <a:rect b="b" l="l" r="r" t="t"/>
              <a:pathLst>
                <a:path extrusionOk="0" h="12232" w="12904">
                  <a:moveTo>
                    <a:pt x="3495" y="1"/>
                  </a:moveTo>
                  <a:lnTo>
                    <a:pt x="2957" y="941"/>
                  </a:lnTo>
                  <a:lnTo>
                    <a:pt x="0" y="941"/>
                  </a:lnTo>
                  <a:lnTo>
                    <a:pt x="11156" y="12232"/>
                  </a:lnTo>
                  <a:lnTo>
                    <a:pt x="12904" y="9275"/>
                  </a:lnTo>
                  <a:lnTo>
                    <a:pt x="3495" y="1"/>
                  </a:lnTo>
                  <a:close/>
                </a:path>
              </a:pathLst>
            </a:custGeom>
            <a:solidFill>
              <a:srgbClr val="14C3D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832" name="Google Shape;832;p7"/>
            <p:cNvSpPr/>
            <p:nvPr/>
          </p:nvSpPr>
          <p:spPr>
            <a:xfrm>
              <a:off x="641325" y="2082950"/>
              <a:ext cx="275575" cy="305800"/>
            </a:xfrm>
            <a:custGeom>
              <a:rect b="b" l="l" r="r" t="t"/>
              <a:pathLst>
                <a:path extrusionOk="0" h="12232" w="11023">
                  <a:moveTo>
                    <a:pt x="1748" y="1"/>
                  </a:moveTo>
                  <a:lnTo>
                    <a:pt x="1" y="2958"/>
                  </a:lnTo>
                  <a:lnTo>
                    <a:pt x="9409" y="12232"/>
                  </a:lnTo>
                  <a:lnTo>
                    <a:pt x="11022" y="9409"/>
                  </a:lnTo>
                  <a:lnTo>
                    <a:pt x="1748" y="1"/>
                  </a:lnTo>
                  <a:close/>
                </a:path>
              </a:pathLst>
            </a:custGeom>
            <a:solidFill>
              <a:srgbClr val="14C3D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833" name="Google Shape;833;p7"/>
            <p:cNvSpPr/>
            <p:nvPr/>
          </p:nvSpPr>
          <p:spPr>
            <a:xfrm>
              <a:off x="678300" y="2022475"/>
              <a:ext cx="275550" cy="305800"/>
            </a:xfrm>
            <a:custGeom>
              <a:rect b="b" l="l" r="r" t="t"/>
              <a:pathLst>
                <a:path extrusionOk="0" h="12232" w="11022">
                  <a:moveTo>
                    <a:pt x="1748" y="1"/>
                  </a:moveTo>
                  <a:lnTo>
                    <a:pt x="0" y="2957"/>
                  </a:lnTo>
                  <a:lnTo>
                    <a:pt x="9274" y="12232"/>
                  </a:lnTo>
                  <a:lnTo>
                    <a:pt x="11022" y="9275"/>
                  </a:lnTo>
                  <a:lnTo>
                    <a:pt x="1748" y="1"/>
                  </a:lnTo>
                  <a:close/>
                </a:path>
              </a:pathLst>
            </a:custGeom>
            <a:solidFill>
              <a:srgbClr val="15C1D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834" name="Google Shape;834;p7"/>
            <p:cNvSpPr/>
            <p:nvPr/>
          </p:nvSpPr>
          <p:spPr>
            <a:xfrm>
              <a:off x="2533125" y="3877275"/>
              <a:ext cx="275550" cy="309175"/>
            </a:xfrm>
            <a:custGeom>
              <a:rect b="b" l="l" r="r" t="t"/>
              <a:pathLst>
                <a:path extrusionOk="0" h="12367" w="11022">
                  <a:moveTo>
                    <a:pt x="1748" y="1"/>
                  </a:moveTo>
                  <a:lnTo>
                    <a:pt x="0" y="2958"/>
                  </a:lnTo>
                  <a:lnTo>
                    <a:pt x="9409" y="12366"/>
                  </a:lnTo>
                  <a:lnTo>
                    <a:pt x="11022" y="9409"/>
                  </a:lnTo>
                  <a:lnTo>
                    <a:pt x="1748" y="1"/>
                  </a:lnTo>
                  <a:close/>
                </a:path>
              </a:pathLst>
            </a:custGeom>
            <a:solidFill>
              <a:srgbClr val="15C1D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835" name="Google Shape;835;p7"/>
            <p:cNvSpPr/>
            <p:nvPr/>
          </p:nvSpPr>
          <p:spPr>
            <a:xfrm>
              <a:off x="2570075" y="3816800"/>
              <a:ext cx="275575" cy="305800"/>
            </a:xfrm>
            <a:custGeom>
              <a:rect b="b" l="l" r="r" t="t"/>
              <a:pathLst>
                <a:path extrusionOk="0" h="12232" w="11023">
                  <a:moveTo>
                    <a:pt x="1614" y="1"/>
                  </a:moveTo>
                  <a:lnTo>
                    <a:pt x="1" y="2957"/>
                  </a:lnTo>
                  <a:lnTo>
                    <a:pt x="9275" y="12232"/>
                  </a:lnTo>
                  <a:lnTo>
                    <a:pt x="11022" y="9275"/>
                  </a:lnTo>
                  <a:lnTo>
                    <a:pt x="1614" y="1"/>
                  </a:lnTo>
                  <a:close/>
                </a:path>
              </a:pathLst>
            </a:custGeom>
            <a:solidFill>
              <a:srgbClr val="16C0D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836" name="Google Shape;836;p7"/>
            <p:cNvSpPr/>
            <p:nvPr/>
          </p:nvSpPr>
          <p:spPr>
            <a:xfrm>
              <a:off x="711900" y="1962000"/>
              <a:ext cx="275550" cy="305800"/>
            </a:xfrm>
            <a:custGeom>
              <a:rect b="b" l="l" r="r" t="t"/>
              <a:pathLst>
                <a:path extrusionOk="0" h="12232" w="11022">
                  <a:moveTo>
                    <a:pt x="1748" y="0"/>
                  </a:moveTo>
                  <a:lnTo>
                    <a:pt x="0" y="2957"/>
                  </a:lnTo>
                  <a:lnTo>
                    <a:pt x="9409" y="12231"/>
                  </a:lnTo>
                  <a:lnTo>
                    <a:pt x="11022" y="9274"/>
                  </a:lnTo>
                  <a:lnTo>
                    <a:pt x="1748" y="0"/>
                  </a:lnTo>
                  <a:close/>
                </a:path>
              </a:pathLst>
            </a:custGeom>
            <a:solidFill>
              <a:srgbClr val="16C0D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837" name="Google Shape;837;p7"/>
            <p:cNvSpPr/>
            <p:nvPr/>
          </p:nvSpPr>
          <p:spPr>
            <a:xfrm>
              <a:off x="2603675" y="3756325"/>
              <a:ext cx="275575" cy="305800"/>
            </a:xfrm>
            <a:custGeom>
              <a:rect b="b" l="l" r="r" t="t"/>
              <a:pathLst>
                <a:path extrusionOk="0" h="12232" w="11023">
                  <a:moveTo>
                    <a:pt x="1748" y="0"/>
                  </a:moveTo>
                  <a:lnTo>
                    <a:pt x="1" y="2957"/>
                  </a:lnTo>
                  <a:lnTo>
                    <a:pt x="9409" y="12231"/>
                  </a:lnTo>
                  <a:lnTo>
                    <a:pt x="11022" y="9274"/>
                  </a:lnTo>
                  <a:lnTo>
                    <a:pt x="1748" y="0"/>
                  </a:lnTo>
                  <a:close/>
                </a:path>
              </a:pathLst>
            </a:custGeom>
            <a:solidFill>
              <a:srgbClr val="17BED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838" name="Google Shape;838;p7"/>
            <p:cNvSpPr/>
            <p:nvPr/>
          </p:nvSpPr>
          <p:spPr>
            <a:xfrm>
              <a:off x="748850" y="1898150"/>
              <a:ext cx="275575" cy="309150"/>
            </a:xfrm>
            <a:custGeom>
              <a:rect b="b" l="l" r="r" t="t"/>
              <a:pathLst>
                <a:path extrusionOk="0" h="12366" w="11023">
                  <a:moveTo>
                    <a:pt x="1748" y="0"/>
                  </a:moveTo>
                  <a:lnTo>
                    <a:pt x="1" y="2957"/>
                  </a:lnTo>
                  <a:lnTo>
                    <a:pt x="9275" y="12366"/>
                  </a:lnTo>
                  <a:lnTo>
                    <a:pt x="11022" y="9409"/>
                  </a:lnTo>
                  <a:lnTo>
                    <a:pt x="1748" y="0"/>
                  </a:lnTo>
                  <a:close/>
                </a:path>
              </a:pathLst>
            </a:custGeom>
            <a:solidFill>
              <a:srgbClr val="17BED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839" name="Google Shape;839;p7"/>
            <p:cNvSpPr/>
            <p:nvPr/>
          </p:nvSpPr>
          <p:spPr>
            <a:xfrm>
              <a:off x="2640650" y="3692475"/>
              <a:ext cx="275550" cy="309150"/>
            </a:xfrm>
            <a:custGeom>
              <a:rect b="b" l="l" r="r" t="t"/>
              <a:pathLst>
                <a:path extrusionOk="0" h="12366" w="11022">
                  <a:moveTo>
                    <a:pt x="1748" y="0"/>
                  </a:moveTo>
                  <a:lnTo>
                    <a:pt x="0" y="2957"/>
                  </a:lnTo>
                  <a:lnTo>
                    <a:pt x="9274" y="12366"/>
                  </a:lnTo>
                  <a:lnTo>
                    <a:pt x="11022" y="9409"/>
                  </a:lnTo>
                  <a:lnTo>
                    <a:pt x="1748" y="0"/>
                  </a:lnTo>
                  <a:close/>
                </a:path>
              </a:pathLst>
            </a:custGeom>
            <a:solidFill>
              <a:srgbClr val="18BCD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840" name="Google Shape;840;p7"/>
            <p:cNvSpPr/>
            <p:nvPr/>
          </p:nvSpPr>
          <p:spPr>
            <a:xfrm>
              <a:off x="785825" y="1837675"/>
              <a:ext cx="275550" cy="305800"/>
            </a:xfrm>
            <a:custGeom>
              <a:rect b="b" l="l" r="r" t="t"/>
              <a:pathLst>
                <a:path extrusionOk="0" h="12232" w="11022">
                  <a:moveTo>
                    <a:pt x="1613" y="0"/>
                  </a:moveTo>
                  <a:lnTo>
                    <a:pt x="0" y="2957"/>
                  </a:lnTo>
                  <a:lnTo>
                    <a:pt x="9275" y="12231"/>
                  </a:lnTo>
                  <a:lnTo>
                    <a:pt x="11022" y="9274"/>
                  </a:lnTo>
                  <a:lnTo>
                    <a:pt x="1613" y="0"/>
                  </a:lnTo>
                  <a:close/>
                </a:path>
              </a:pathLst>
            </a:custGeom>
            <a:solidFill>
              <a:srgbClr val="18BCD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841" name="Google Shape;841;p7"/>
            <p:cNvSpPr/>
            <p:nvPr/>
          </p:nvSpPr>
          <p:spPr>
            <a:xfrm>
              <a:off x="2677600" y="3632000"/>
              <a:ext cx="275575" cy="305800"/>
            </a:xfrm>
            <a:custGeom>
              <a:rect b="b" l="l" r="r" t="t"/>
              <a:pathLst>
                <a:path extrusionOk="0" h="12232" w="11023">
                  <a:moveTo>
                    <a:pt x="1614" y="0"/>
                  </a:moveTo>
                  <a:lnTo>
                    <a:pt x="1" y="2957"/>
                  </a:lnTo>
                  <a:lnTo>
                    <a:pt x="9275" y="12231"/>
                  </a:lnTo>
                  <a:lnTo>
                    <a:pt x="11022" y="9274"/>
                  </a:lnTo>
                  <a:lnTo>
                    <a:pt x="1614" y="0"/>
                  </a:lnTo>
                  <a:close/>
                </a:path>
              </a:pathLst>
            </a:custGeom>
            <a:solidFill>
              <a:srgbClr val="19BBD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842" name="Google Shape;842;p7"/>
            <p:cNvSpPr/>
            <p:nvPr/>
          </p:nvSpPr>
          <p:spPr>
            <a:xfrm>
              <a:off x="819425" y="1777175"/>
              <a:ext cx="275550" cy="305800"/>
            </a:xfrm>
            <a:custGeom>
              <a:rect b="b" l="l" r="r" t="t"/>
              <a:pathLst>
                <a:path extrusionOk="0" h="12232" w="11022">
                  <a:moveTo>
                    <a:pt x="1748" y="1"/>
                  </a:moveTo>
                  <a:lnTo>
                    <a:pt x="0" y="2958"/>
                  </a:lnTo>
                  <a:lnTo>
                    <a:pt x="9275" y="12232"/>
                  </a:lnTo>
                  <a:lnTo>
                    <a:pt x="11022" y="9275"/>
                  </a:lnTo>
                  <a:lnTo>
                    <a:pt x="1748" y="1"/>
                  </a:lnTo>
                  <a:close/>
                </a:path>
              </a:pathLst>
            </a:custGeom>
            <a:solidFill>
              <a:srgbClr val="19BBD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843" name="Google Shape;843;p7"/>
            <p:cNvSpPr/>
            <p:nvPr/>
          </p:nvSpPr>
          <p:spPr>
            <a:xfrm>
              <a:off x="2711200" y="3571500"/>
              <a:ext cx="275575" cy="305800"/>
            </a:xfrm>
            <a:custGeom>
              <a:rect b="b" l="l" r="r" t="t"/>
              <a:pathLst>
                <a:path extrusionOk="0" h="12232" w="11023">
                  <a:moveTo>
                    <a:pt x="1748" y="1"/>
                  </a:moveTo>
                  <a:lnTo>
                    <a:pt x="1" y="2958"/>
                  </a:lnTo>
                  <a:lnTo>
                    <a:pt x="9275" y="12232"/>
                  </a:lnTo>
                  <a:lnTo>
                    <a:pt x="11022" y="9275"/>
                  </a:lnTo>
                  <a:lnTo>
                    <a:pt x="1748" y="1"/>
                  </a:lnTo>
                  <a:close/>
                </a:path>
              </a:pathLst>
            </a:custGeom>
            <a:solidFill>
              <a:srgbClr val="1BB9D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844" name="Google Shape;844;p7"/>
            <p:cNvSpPr/>
            <p:nvPr/>
          </p:nvSpPr>
          <p:spPr>
            <a:xfrm>
              <a:off x="856375" y="1713350"/>
              <a:ext cx="275575" cy="309150"/>
            </a:xfrm>
            <a:custGeom>
              <a:rect b="b" l="l" r="r" t="t"/>
              <a:pathLst>
                <a:path extrusionOk="0" h="12366" w="11023">
                  <a:moveTo>
                    <a:pt x="1614" y="0"/>
                  </a:moveTo>
                  <a:lnTo>
                    <a:pt x="1" y="2957"/>
                  </a:lnTo>
                  <a:lnTo>
                    <a:pt x="9275" y="12366"/>
                  </a:lnTo>
                  <a:lnTo>
                    <a:pt x="11022" y="9409"/>
                  </a:lnTo>
                  <a:lnTo>
                    <a:pt x="1614" y="0"/>
                  </a:lnTo>
                  <a:close/>
                </a:path>
              </a:pathLst>
            </a:custGeom>
            <a:solidFill>
              <a:srgbClr val="1BB9D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845" name="Google Shape;845;p7"/>
            <p:cNvSpPr/>
            <p:nvPr/>
          </p:nvSpPr>
          <p:spPr>
            <a:xfrm>
              <a:off x="890000" y="1652850"/>
              <a:ext cx="275550" cy="305800"/>
            </a:xfrm>
            <a:custGeom>
              <a:rect b="b" l="l" r="r" t="t"/>
              <a:pathLst>
                <a:path extrusionOk="0" h="12232" w="11022">
                  <a:moveTo>
                    <a:pt x="1747" y="1"/>
                  </a:moveTo>
                  <a:lnTo>
                    <a:pt x="0" y="2958"/>
                  </a:lnTo>
                  <a:lnTo>
                    <a:pt x="9409" y="12232"/>
                  </a:lnTo>
                  <a:lnTo>
                    <a:pt x="11021" y="9275"/>
                  </a:lnTo>
                  <a:lnTo>
                    <a:pt x="1747" y="1"/>
                  </a:lnTo>
                  <a:close/>
                </a:path>
              </a:pathLst>
            </a:custGeom>
            <a:solidFill>
              <a:srgbClr val="1CB7D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846" name="Google Shape;846;p7"/>
            <p:cNvSpPr/>
            <p:nvPr/>
          </p:nvSpPr>
          <p:spPr>
            <a:xfrm>
              <a:off x="2748175" y="3511025"/>
              <a:ext cx="275550" cy="305800"/>
            </a:xfrm>
            <a:custGeom>
              <a:rect b="b" l="l" r="r" t="t"/>
              <a:pathLst>
                <a:path extrusionOk="0" h="12232" w="11022">
                  <a:moveTo>
                    <a:pt x="1613" y="1"/>
                  </a:moveTo>
                  <a:lnTo>
                    <a:pt x="0" y="2823"/>
                  </a:lnTo>
                  <a:lnTo>
                    <a:pt x="9274" y="12232"/>
                  </a:lnTo>
                  <a:lnTo>
                    <a:pt x="11022" y="9275"/>
                  </a:lnTo>
                  <a:lnTo>
                    <a:pt x="1613" y="1"/>
                  </a:lnTo>
                  <a:close/>
                </a:path>
              </a:pathLst>
            </a:custGeom>
            <a:solidFill>
              <a:srgbClr val="1CB7D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847" name="Google Shape;847;p7"/>
            <p:cNvSpPr/>
            <p:nvPr/>
          </p:nvSpPr>
          <p:spPr>
            <a:xfrm>
              <a:off x="2781775" y="3447175"/>
              <a:ext cx="275550" cy="305800"/>
            </a:xfrm>
            <a:custGeom>
              <a:rect b="b" l="l" r="r" t="t"/>
              <a:pathLst>
                <a:path extrusionOk="0" h="12232" w="11022">
                  <a:moveTo>
                    <a:pt x="1748" y="1"/>
                  </a:moveTo>
                  <a:lnTo>
                    <a:pt x="0" y="2958"/>
                  </a:lnTo>
                  <a:lnTo>
                    <a:pt x="9409" y="12232"/>
                  </a:lnTo>
                  <a:lnTo>
                    <a:pt x="11022" y="9409"/>
                  </a:lnTo>
                  <a:lnTo>
                    <a:pt x="1748" y="1"/>
                  </a:lnTo>
                  <a:close/>
                </a:path>
              </a:pathLst>
            </a:custGeom>
            <a:solidFill>
              <a:srgbClr val="1DB5D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848" name="Google Shape;848;p7"/>
            <p:cNvSpPr/>
            <p:nvPr/>
          </p:nvSpPr>
          <p:spPr>
            <a:xfrm>
              <a:off x="926950" y="1592375"/>
              <a:ext cx="275550" cy="305800"/>
            </a:xfrm>
            <a:custGeom>
              <a:rect b="b" l="l" r="r" t="t"/>
              <a:pathLst>
                <a:path extrusionOk="0" h="12232" w="11022">
                  <a:moveTo>
                    <a:pt x="1613" y="1"/>
                  </a:moveTo>
                  <a:lnTo>
                    <a:pt x="1" y="2957"/>
                  </a:lnTo>
                  <a:lnTo>
                    <a:pt x="9275" y="12231"/>
                  </a:lnTo>
                  <a:lnTo>
                    <a:pt x="11022" y="9275"/>
                  </a:lnTo>
                  <a:lnTo>
                    <a:pt x="1613" y="1"/>
                  </a:lnTo>
                  <a:close/>
                </a:path>
              </a:pathLst>
            </a:custGeom>
            <a:solidFill>
              <a:srgbClr val="1DB5D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849" name="Google Shape;849;p7"/>
            <p:cNvSpPr/>
            <p:nvPr/>
          </p:nvSpPr>
          <p:spPr>
            <a:xfrm>
              <a:off x="960550" y="1531900"/>
              <a:ext cx="275550" cy="305800"/>
            </a:xfrm>
            <a:custGeom>
              <a:rect b="b" l="l" r="r" t="t"/>
              <a:pathLst>
                <a:path extrusionOk="0" h="12232" w="11022">
                  <a:moveTo>
                    <a:pt x="1748" y="0"/>
                  </a:moveTo>
                  <a:lnTo>
                    <a:pt x="1" y="2823"/>
                  </a:lnTo>
                  <a:lnTo>
                    <a:pt x="9409" y="12231"/>
                  </a:lnTo>
                  <a:lnTo>
                    <a:pt x="11022" y="9274"/>
                  </a:lnTo>
                  <a:lnTo>
                    <a:pt x="1748" y="0"/>
                  </a:lnTo>
                  <a:close/>
                </a:path>
              </a:pathLst>
            </a:custGeom>
            <a:solidFill>
              <a:srgbClr val="1EB4D7"/>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850" name="Google Shape;850;p7"/>
            <p:cNvSpPr/>
            <p:nvPr/>
          </p:nvSpPr>
          <p:spPr>
            <a:xfrm>
              <a:off x="2818725" y="3386700"/>
              <a:ext cx="275575" cy="305800"/>
            </a:xfrm>
            <a:custGeom>
              <a:rect b="b" l="l" r="r" t="t"/>
              <a:pathLst>
                <a:path extrusionOk="0" h="12232" w="11023">
                  <a:moveTo>
                    <a:pt x="1614" y="1"/>
                  </a:moveTo>
                  <a:lnTo>
                    <a:pt x="1" y="2957"/>
                  </a:lnTo>
                  <a:lnTo>
                    <a:pt x="9275" y="12231"/>
                  </a:lnTo>
                  <a:lnTo>
                    <a:pt x="11022" y="9275"/>
                  </a:lnTo>
                  <a:lnTo>
                    <a:pt x="1614" y="1"/>
                  </a:lnTo>
                  <a:close/>
                </a:path>
              </a:pathLst>
            </a:custGeom>
            <a:solidFill>
              <a:srgbClr val="1EB4D7"/>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851" name="Google Shape;851;p7"/>
            <p:cNvSpPr/>
            <p:nvPr/>
          </p:nvSpPr>
          <p:spPr>
            <a:xfrm>
              <a:off x="997525" y="1468050"/>
              <a:ext cx="322600" cy="305800"/>
            </a:xfrm>
            <a:custGeom>
              <a:rect b="b" l="l" r="r" t="t"/>
              <a:pathLst>
                <a:path extrusionOk="0" h="12232" w="12904">
                  <a:moveTo>
                    <a:pt x="1747" y="0"/>
                  </a:moveTo>
                  <a:lnTo>
                    <a:pt x="0" y="2957"/>
                  </a:lnTo>
                  <a:lnTo>
                    <a:pt x="9274" y="12231"/>
                  </a:lnTo>
                  <a:lnTo>
                    <a:pt x="9946" y="11291"/>
                  </a:lnTo>
                  <a:lnTo>
                    <a:pt x="12903" y="11291"/>
                  </a:lnTo>
                  <a:lnTo>
                    <a:pt x="1747" y="0"/>
                  </a:lnTo>
                  <a:close/>
                </a:path>
              </a:pathLst>
            </a:custGeom>
            <a:solidFill>
              <a:srgbClr val="1FB2D7"/>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852" name="Google Shape;852;p7"/>
            <p:cNvSpPr/>
            <p:nvPr/>
          </p:nvSpPr>
          <p:spPr>
            <a:xfrm>
              <a:off x="2852325" y="3326225"/>
              <a:ext cx="275575" cy="305800"/>
            </a:xfrm>
            <a:custGeom>
              <a:rect b="b" l="l" r="r" t="t"/>
              <a:pathLst>
                <a:path extrusionOk="0" h="12232" w="11023">
                  <a:moveTo>
                    <a:pt x="1748" y="0"/>
                  </a:moveTo>
                  <a:lnTo>
                    <a:pt x="1" y="2957"/>
                  </a:lnTo>
                  <a:lnTo>
                    <a:pt x="9409" y="12231"/>
                  </a:lnTo>
                  <a:lnTo>
                    <a:pt x="11022" y="9274"/>
                  </a:lnTo>
                  <a:lnTo>
                    <a:pt x="1748" y="0"/>
                  </a:lnTo>
                  <a:close/>
                </a:path>
              </a:pathLst>
            </a:custGeom>
            <a:solidFill>
              <a:srgbClr val="1FB2D7"/>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853" name="Google Shape;853;p7"/>
            <p:cNvSpPr/>
            <p:nvPr/>
          </p:nvSpPr>
          <p:spPr>
            <a:xfrm>
              <a:off x="1034475" y="1431100"/>
              <a:ext cx="383075" cy="319225"/>
            </a:xfrm>
            <a:custGeom>
              <a:rect b="b" l="l" r="r" t="t"/>
              <a:pathLst>
                <a:path extrusionOk="0" h="12769" w="15323">
                  <a:moveTo>
                    <a:pt x="1076" y="0"/>
                  </a:moveTo>
                  <a:lnTo>
                    <a:pt x="1" y="2016"/>
                  </a:lnTo>
                  <a:lnTo>
                    <a:pt x="10619" y="12769"/>
                  </a:lnTo>
                  <a:lnTo>
                    <a:pt x="15323" y="12769"/>
                  </a:lnTo>
                  <a:lnTo>
                    <a:pt x="2554" y="0"/>
                  </a:lnTo>
                  <a:close/>
                </a:path>
              </a:pathLst>
            </a:custGeom>
            <a:solidFill>
              <a:srgbClr val="20B0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854" name="Google Shape;854;p7"/>
            <p:cNvSpPr/>
            <p:nvPr/>
          </p:nvSpPr>
          <p:spPr>
            <a:xfrm>
              <a:off x="2889300" y="3262375"/>
              <a:ext cx="275550" cy="309150"/>
            </a:xfrm>
            <a:custGeom>
              <a:rect b="b" l="l" r="r" t="t"/>
              <a:pathLst>
                <a:path extrusionOk="0" h="12366" w="11022">
                  <a:moveTo>
                    <a:pt x="1748" y="0"/>
                  </a:moveTo>
                  <a:lnTo>
                    <a:pt x="0" y="2957"/>
                  </a:lnTo>
                  <a:lnTo>
                    <a:pt x="9274" y="12366"/>
                  </a:lnTo>
                  <a:lnTo>
                    <a:pt x="11022" y="9409"/>
                  </a:lnTo>
                  <a:lnTo>
                    <a:pt x="1748" y="0"/>
                  </a:lnTo>
                  <a:close/>
                </a:path>
              </a:pathLst>
            </a:custGeom>
            <a:solidFill>
              <a:srgbClr val="20B0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855" name="Google Shape;855;p7"/>
            <p:cNvSpPr/>
            <p:nvPr/>
          </p:nvSpPr>
          <p:spPr>
            <a:xfrm>
              <a:off x="1078150" y="1431100"/>
              <a:ext cx="436850" cy="319225"/>
            </a:xfrm>
            <a:custGeom>
              <a:rect b="b" l="l" r="r" t="t"/>
              <a:pathLst>
                <a:path extrusionOk="0" h="12769" w="17474">
                  <a:moveTo>
                    <a:pt x="1" y="0"/>
                  </a:moveTo>
                  <a:lnTo>
                    <a:pt x="12770" y="12769"/>
                  </a:lnTo>
                  <a:lnTo>
                    <a:pt x="17474" y="12769"/>
                  </a:lnTo>
                  <a:lnTo>
                    <a:pt x="4705" y="0"/>
                  </a:lnTo>
                  <a:close/>
                </a:path>
              </a:pathLst>
            </a:custGeom>
            <a:solidFill>
              <a:srgbClr val="21AED9"/>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856" name="Google Shape;856;p7"/>
            <p:cNvSpPr/>
            <p:nvPr/>
          </p:nvSpPr>
          <p:spPr>
            <a:xfrm>
              <a:off x="2926250" y="3201900"/>
              <a:ext cx="272200" cy="305800"/>
            </a:xfrm>
            <a:custGeom>
              <a:rect b="b" l="l" r="r" t="t"/>
              <a:pathLst>
                <a:path extrusionOk="0" h="12232" w="10888">
                  <a:moveTo>
                    <a:pt x="1614" y="0"/>
                  </a:moveTo>
                  <a:lnTo>
                    <a:pt x="1" y="2957"/>
                  </a:lnTo>
                  <a:lnTo>
                    <a:pt x="9275" y="12231"/>
                  </a:lnTo>
                  <a:lnTo>
                    <a:pt x="10888" y="9274"/>
                  </a:lnTo>
                  <a:lnTo>
                    <a:pt x="1614" y="0"/>
                  </a:lnTo>
                  <a:close/>
                </a:path>
              </a:pathLst>
            </a:custGeom>
            <a:solidFill>
              <a:srgbClr val="21AED9"/>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857" name="Google Shape;857;p7"/>
            <p:cNvSpPr/>
            <p:nvPr/>
          </p:nvSpPr>
          <p:spPr>
            <a:xfrm>
              <a:off x="1175600" y="1431100"/>
              <a:ext cx="436850" cy="319225"/>
            </a:xfrm>
            <a:custGeom>
              <a:rect b="b" l="l" r="r" t="t"/>
              <a:pathLst>
                <a:path extrusionOk="0" h="12769" w="17474">
                  <a:moveTo>
                    <a:pt x="1" y="0"/>
                  </a:moveTo>
                  <a:lnTo>
                    <a:pt x="12769" y="12769"/>
                  </a:lnTo>
                  <a:lnTo>
                    <a:pt x="17474" y="12769"/>
                  </a:lnTo>
                  <a:lnTo>
                    <a:pt x="4705" y="0"/>
                  </a:lnTo>
                  <a:close/>
                </a:path>
              </a:pathLst>
            </a:custGeom>
            <a:solidFill>
              <a:srgbClr val="22ADD9"/>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858" name="Google Shape;858;p7"/>
            <p:cNvSpPr/>
            <p:nvPr/>
          </p:nvSpPr>
          <p:spPr>
            <a:xfrm>
              <a:off x="2959850" y="3141400"/>
              <a:ext cx="275575" cy="305800"/>
            </a:xfrm>
            <a:custGeom>
              <a:rect b="b" l="l" r="r" t="t"/>
              <a:pathLst>
                <a:path extrusionOk="0" h="12232" w="11023">
                  <a:moveTo>
                    <a:pt x="1748" y="1"/>
                  </a:moveTo>
                  <a:lnTo>
                    <a:pt x="1" y="2958"/>
                  </a:lnTo>
                  <a:lnTo>
                    <a:pt x="9275" y="12232"/>
                  </a:lnTo>
                  <a:lnTo>
                    <a:pt x="11022" y="9275"/>
                  </a:lnTo>
                  <a:lnTo>
                    <a:pt x="1748" y="1"/>
                  </a:lnTo>
                  <a:close/>
                </a:path>
              </a:pathLst>
            </a:custGeom>
            <a:solidFill>
              <a:srgbClr val="22ADD9"/>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859" name="Google Shape;859;p7"/>
            <p:cNvSpPr/>
            <p:nvPr/>
          </p:nvSpPr>
          <p:spPr>
            <a:xfrm>
              <a:off x="2996825" y="3077575"/>
              <a:ext cx="275550" cy="309150"/>
            </a:xfrm>
            <a:custGeom>
              <a:rect b="b" l="l" r="r" t="t"/>
              <a:pathLst>
                <a:path extrusionOk="0" h="12366" w="11022">
                  <a:moveTo>
                    <a:pt x="1613" y="0"/>
                  </a:moveTo>
                  <a:lnTo>
                    <a:pt x="0" y="2957"/>
                  </a:lnTo>
                  <a:lnTo>
                    <a:pt x="9275" y="12366"/>
                  </a:lnTo>
                  <a:lnTo>
                    <a:pt x="11022" y="9409"/>
                  </a:lnTo>
                  <a:lnTo>
                    <a:pt x="1613" y="0"/>
                  </a:lnTo>
                  <a:close/>
                </a:path>
              </a:pathLst>
            </a:custGeom>
            <a:solidFill>
              <a:srgbClr val="23ABDA"/>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860" name="Google Shape;860;p7"/>
            <p:cNvSpPr/>
            <p:nvPr/>
          </p:nvSpPr>
          <p:spPr>
            <a:xfrm>
              <a:off x="1273050" y="1431100"/>
              <a:ext cx="433500" cy="319225"/>
            </a:xfrm>
            <a:custGeom>
              <a:rect b="b" l="l" r="r" t="t"/>
              <a:pathLst>
                <a:path extrusionOk="0" h="12769" w="17340">
                  <a:moveTo>
                    <a:pt x="0" y="0"/>
                  </a:moveTo>
                  <a:lnTo>
                    <a:pt x="12769" y="12769"/>
                  </a:lnTo>
                  <a:lnTo>
                    <a:pt x="17339" y="12769"/>
                  </a:lnTo>
                  <a:lnTo>
                    <a:pt x="4705" y="0"/>
                  </a:lnTo>
                  <a:close/>
                </a:path>
              </a:pathLst>
            </a:custGeom>
            <a:solidFill>
              <a:srgbClr val="23ABDA"/>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861" name="Google Shape;861;p7"/>
            <p:cNvSpPr/>
            <p:nvPr/>
          </p:nvSpPr>
          <p:spPr>
            <a:xfrm>
              <a:off x="1370500" y="1431100"/>
              <a:ext cx="433475" cy="319225"/>
            </a:xfrm>
            <a:custGeom>
              <a:rect b="b" l="l" r="r" t="t"/>
              <a:pathLst>
                <a:path extrusionOk="0" h="12769" w="17339">
                  <a:moveTo>
                    <a:pt x="0" y="0"/>
                  </a:moveTo>
                  <a:lnTo>
                    <a:pt x="12769" y="12769"/>
                  </a:lnTo>
                  <a:lnTo>
                    <a:pt x="17339" y="12769"/>
                  </a:lnTo>
                  <a:lnTo>
                    <a:pt x="4705" y="0"/>
                  </a:lnTo>
                  <a:close/>
                </a:path>
              </a:pathLst>
            </a:custGeom>
            <a:solidFill>
              <a:srgbClr val="25A9DA"/>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862" name="Google Shape;862;p7"/>
            <p:cNvSpPr/>
            <p:nvPr/>
          </p:nvSpPr>
          <p:spPr>
            <a:xfrm>
              <a:off x="3030425" y="3017075"/>
              <a:ext cx="275550" cy="305800"/>
            </a:xfrm>
            <a:custGeom>
              <a:rect b="b" l="l" r="r" t="t"/>
              <a:pathLst>
                <a:path extrusionOk="0" h="12232" w="11022">
                  <a:moveTo>
                    <a:pt x="1748" y="1"/>
                  </a:moveTo>
                  <a:lnTo>
                    <a:pt x="1" y="2958"/>
                  </a:lnTo>
                  <a:lnTo>
                    <a:pt x="9409" y="12232"/>
                  </a:lnTo>
                  <a:lnTo>
                    <a:pt x="11022" y="9275"/>
                  </a:lnTo>
                  <a:lnTo>
                    <a:pt x="1748" y="1"/>
                  </a:lnTo>
                  <a:close/>
                </a:path>
              </a:pathLst>
            </a:custGeom>
            <a:solidFill>
              <a:srgbClr val="25A9DA"/>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863" name="Google Shape;863;p7"/>
            <p:cNvSpPr/>
            <p:nvPr/>
          </p:nvSpPr>
          <p:spPr>
            <a:xfrm>
              <a:off x="1467950" y="1431100"/>
              <a:ext cx="433475" cy="319225"/>
            </a:xfrm>
            <a:custGeom>
              <a:rect b="b" l="l" r="r" t="t"/>
              <a:pathLst>
                <a:path extrusionOk="0" h="12769" w="17339">
                  <a:moveTo>
                    <a:pt x="0" y="0"/>
                  </a:moveTo>
                  <a:lnTo>
                    <a:pt x="12769" y="12769"/>
                  </a:lnTo>
                  <a:lnTo>
                    <a:pt x="17339" y="12769"/>
                  </a:lnTo>
                  <a:lnTo>
                    <a:pt x="4570" y="0"/>
                  </a:lnTo>
                  <a:close/>
                </a:path>
              </a:pathLst>
            </a:custGeom>
            <a:solidFill>
              <a:srgbClr val="26A8D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864" name="Google Shape;864;p7"/>
            <p:cNvSpPr/>
            <p:nvPr/>
          </p:nvSpPr>
          <p:spPr>
            <a:xfrm>
              <a:off x="3067375" y="2956600"/>
              <a:ext cx="275575" cy="305800"/>
            </a:xfrm>
            <a:custGeom>
              <a:rect b="b" l="l" r="r" t="t"/>
              <a:pathLst>
                <a:path extrusionOk="0" h="12232" w="11023">
                  <a:moveTo>
                    <a:pt x="1614" y="0"/>
                  </a:moveTo>
                  <a:lnTo>
                    <a:pt x="1" y="2957"/>
                  </a:lnTo>
                  <a:lnTo>
                    <a:pt x="9275" y="12231"/>
                  </a:lnTo>
                  <a:lnTo>
                    <a:pt x="11022" y="9275"/>
                  </a:lnTo>
                  <a:lnTo>
                    <a:pt x="1614" y="0"/>
                  </a:lnTo>
                  <a:close/>
                </a:path>
              </a:pathLst>
            </a:custGeom>
            <a:solidFill>
              <a:srgbClr val="26A8D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865" name="Google Shape;865;p7"/>
            <p:cNvSpPr/>
            <p:nvPr/>
          </p:nvSpPr>
          <p:spPr>
            <a:xfrm>
              <a:off x="1565375" y="1431100"/>
              <a:ext cx="433500" cy="319225"/>
            </a:xfrm>
            <a:custGeom>
              <a:rect b="b" l="l" r="r" t="t"/>
              <a:pathLst>
                <a:path extrusionOk="0" h="12769" w="17340">
                  <a:moveTo>
                    <a:pt x="1" y="0"/>
                  </a:moveTo>
                  <a:lnTo>
                    <a:pt x="12635" y="12769"/>
                  </a:lnTo>
                  <a:lnTo>
                    <a:pt x="17339" y="12769"/>
                  </a:lnTo>
                  <a:lnTo>
                    <a:pt x="4571" y="0"/>
                  </a:lnTo>
                  <a:close/>
                </a:path>
              </a:pathLst>
            </a:custGeom>
            <a:solidFill>
              <a:srgbClr val="27A6D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866" name="Google Shape;866;p7"/>
            <p:cNvSpPr/>
            <p:nvPr/>
          </p:nvSpPr>
          <p:spPr>
            <a:xfrm>
              <a:off x="3101000" y="2896125"/>
              <a:ext cx="275550" cy="305800"/>
            </a:xfrm>
            <a:custGeom>
              <a:rect b="b" l="l" r="r" t="t"/>
              <a:pathLst>
                <a:path extrusionOk="0" h="12232" w="11022">
                  <a:moveTo>
                    <a:pt x="1747" y="0"/>
                  </a:moveTo>
                  <a:lnTo>
                    <a:pt x="0" y="2823"/>
                  </a:lnTo>
                  <a:lnTo>
                    <a:pt x="9409" y="12231"/>
                  </a:lnTo>
                  <a:lnTo>
                    <a:pt x="11021" y="9274"/>
                  </a:lnTo>
                  <a:lnTo>
                    <a:pt x="1747" y="0"/>
                  </a:lnTo>
                  <a:close/>
                </a:path>
              </a:pathLst>
            </a:custGeom>
            <a:solidFill>
              <a:srgbClr val="27A6D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867" name="Google Shape;867;p7"/>
            <p:cNvSpPr/>
            <p:nvPr/>
          </p:nvSpPr>
          <p:spPr>
            <a:xfrm>
              <a:off x="3137950" y="2802025"/>
              <a:ext cx="275550" cy="336050"/>
            </a:xfrm>
            <a:custGeom>
              <a:rect b="b" l="l" r="r" t="t"/>
              <a:pathLst>
                <a:path extrusionOk="0" h="13442" w="11022">
                  <a:moveTo>
                    <a:pt x="404" y="1"/>
                  </a:moveTo>
                  <a:lnTo>
                    <a:pt x="1" y="404"/>
                  </a:lnTo>
                  <a:lnTo>
                    <a:pt x="1076" y="2286"/>
                  </a:lnTo>
                  <a:lnTo>
                    <a:pt x="1" y="4167"/>
                  </a:lnTo>
                  <a:lnTo>
                    <a:pt x="9275" y="13441"/>
                  </a:lnTo>
                  <a:lnTo>
                    <a:pt x="11022" y="10619"/>
                  </a:lnTo>
                  <a:lnTo>
                    <a:pt x="404" y="1"/>
                  </a:lnTo>
                  <a:close/>
                </a:path>
              </a:pathLst>
            </a:custGeom>
            <a:solidFill>
              <a:srgbClr val="28A4D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868" name="Google Shape;868;p7"/>
            <p:cNvSpPr/>
            <p:nvPr/>
          </p:nvSpPr>
          <p:spPr>
            <a:xfrm>
              <a:off x="1662825" y="1431100"/>
              <a:ext cx="433500" cy="319225"/>
            </a:xfrm>
            <a:custGeom>
              <a:rect b="b" l="l" r="r" t="t"/>
              <a:pathLst>
                <a:path extrusionOk="0" h="12769" w="17340">
                  <a:moveTo>
                    <a:pt x="1" y="0"/>
                  </a:moveTo>
                  <a:lnTo>
                    <a:pt x="12635" y="12769"/>
                  </a:lnTo>
                  <a:lnTo>
                    <a:pt x="17339" y="12769"/>
                  </a:lnTo>
                  <a:lnTo>
                    <a:pt x="4571" y="0"/>
                  </a:lnTo>
                  <a:close/>
                </a:path>
              </a:pathLst>
            </a:custGeom>
            <a:solidFill>
              <a:srgbClr val="28A4D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869" name="Google Shape;869;p7"/>
            <p:cNvSpPr/>
            <p:nvPr/>
          </p:nvSpPr>
          <p:spPr>
            <a:xfrm>
              <a:off x="3006900" y="2573550"/>
              <a:ext cx="440200" cy="504050"/>
            </a:xfrm>
            <a:custGeom>
              <a:rect b="b" l="l" r="r" t="t"/>
              <a:pathLst>
                <a:path extrusionOk="0" h="20162" w="17608">
                  <a:moveTo>
                    <a:pt x="404" y="0"/>
                  </a:moveTo>
                  <a:lnTo>
                    <a:pt x="1" y="269"/>
                  </a:lnTo>
                  <a:lnTo>
                    <a:pt x="5243" y="9543"/>
                  </a:lnTo>
                  <a:lnTo>
                    <a:pt x="15995" y="20161"/>
                  </a:lnTo>
                  <a:lnTo>
                    <a:pt x="17608" y="17204"/>
                  </a:lnTo>
                  <a:lnTo>
                    <a:pt x="404" y="0"/>
                  </a:lnTo>
                  <a:close/>
                </a:path>
              </a:pathLst>
            </a:custGeom>
            <a:solidFill>
              <a:srgbClr val="29A2D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870" name="Google Shape;870;p7"/>
            <p:cNvSpPr/>
            <p:nvPr/>
          </p:nvSpPr>
          <p:spPr>
            <a:xfrm>
              <a:off x="1760275" y="1431100"/>
              <a:ext cx="433500" cy="319225"/>
            </a:xfrm>
            <a:custGeom>
              <a:rect b="b" l="l" r="r" t="t"/>
              <a:pathLst>
                <a:path extrusionOk="0" h="12769" w="17340">
                  <a:moveTo>
                    <a:pt x="1" y="0"/>
                  </a:moveTo>
                  <a:lnTo>
                    <a:pt x="12635" y="12769"/>
                  </a:lnTo>
                  <a:lnTo>
                    <a:pt x="17339" y="12769"/>
                  </a:lnTo>
                  <a:lnTo>
                    <a:pt x="4570" y="0"/>
                  </a:lnTo>
                  <a:close/>
                </a:path>
              </a:pathLst>
            </a:custGeom>
            <a:solidFill>
              <a:srgbClr val="29A2D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871" name="Google Shape;871;p7"/>
            <p:cNvSpPr/>
            <p:nvPr/>
          </p:nvSpPr>
          <p:spPr>
            <a:xfrm>
              <a:off x="1854350" y="1431100"/>
              <a:ext cx="436850" cy="319225"/>
            </a:xfrm>
            <a:custGeom>
              <a:rect b="b" l="l" r="r" t="t"/>
              <a:pathLst>
                <a:path extrusionOk="0" h="12769" w="17474">
                  <a:moveTo>
                    <a:pt x="1" y="0"/>
                  </a:moveTo>
                  <a:lnTo>
                    <a:pt x="12770" y="12769"/>
                  </a:lnTo>
                  <a:lnTo>
                    <a:pt x="17474" y="12769"/>
                  </a:lnTo>
                  <a:lnTo>
                    <a:pt x="4705" y="0"/>
                  </a:lnTo>
                  <a:close/>
                </a:path>
              </a:pathLst>
            </a:custGeom>
            <a:solidFill>
              <a:srgbClr val="2AA1D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872" name="Google Shape;872;p7"/>
            <p:cNvSpPr/>
            <p:nvPr/>
          </p:nvSpPr>
          <p:spPr>
            <a:xfrm>
              <a:off x="2872500" y="2345050"/>
              <a:ext cx="611575" cy="672050"/>
            </a:xfrm>
            <a:custGeom>
              <a:rect b="b" l="l" r="r" t="t"/>
              <a:pathLst>
                <a:path extrusionOk="0" h="26882" w="24463">
                  <a:moveTo>
                    <a:pt x="538" y="1"/>
                  </a:moveTo>
                  <a:lnTo>
                    <a:pt x="0" y="269"/>
                  </a:lnTo>
                  <a:lnTo>
                    <a:pt x="5377" y="9409"/>
                  </a:lnTo>
                  <a:lnTo>
                    <a:pt x="22715" y="26882"/>
                  </a:lnTo>
                  <a:lnTo>
                    <a:pt x="24462" y="23925"/>
                  </a:lnTo>
                  <a:lnTo>
                    <a:pt x="538" y="1"/>
                  </a:lnTo>
                  <a:close/>
                </a:path>
              </a:pathLst>
            </a:custGeom>
            <a:solidFill>
              <a:srgbClr val="2AA1D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873" name="Google Shape;873;p7"/>
            <p:cNvSpPr/>
            <p:nvPr/>
          </p:nvSpPr>
          <p:spPr>
            <a:xfrm>
              <a:off x="2741450" y="2113200"/>
              <a:ext cx="779575" cy="843425"/>
            </a:xfrm>
            <a:custGeom>
              <a:rect b="b" l="l" r="r" t="t"/>
              <a:pathLst>
                <a:path extrusionOk="0" h="33737" w="31183">
                  <a:moveTo>
                    <a:pt x="404" y="0"/>
                  </a:moveTo>
                  <a:lnTo>
                    <a:pt x="0" y="404"/>
                  </a:lnTo>
                  <a:lnTo>
                    <a:pt x="5242" y="9543"/>
                  </a:lnTo>
                  <a:lnTo>
                    <a:pt x="29436" y="33736"/>
                  </a:lnTo>
                  <a:lnTo>
                    <a:pt x="31183" y="30780"/>
                  </a:lnTo>
                  <a:lnTo>
                    <a:pt x="404" y="0"/>
                  </a:lnTo>
                  <a:close/>
                </a:path>
              </a:pathLst>
            </a:custGeom>
            <a:solidFill>
              <a:srgbClr val="2B9FDE"/>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874" name="Google Shape;874;p7"/>
            <p:cNvSpPr/>
            <p:nvPr/>
          </p:nvSpPr>
          <p:spPr>
            <a:xfrm>
              <a:off x="1951800" y="1431100"/>
              <a:ext cx="433500" cy="319225"/>
            </a:xfrm>
            <a:custGeom>
              <a:rect b="b" l="l" r="r" t="t"/>
              <a:pathLst>
                <a:path extrusionOk="0" h="12769" w="17340">
                  <a:moveTo>
                    <a:pt x="1" y="0"/>
                  </a:moveTo>
                  <a:lnTo>
                    <a:pt x="12769" y="12769"/>
                  </a:lnTo>
                  <a:lnTo>
                    <a:pt x="17339" y="12769"/>
                  </a:lnTo>
                  <a:lnTo>
                    <a:pt x="4705" y="0"/>
                  </a:lnTo>
                  <a:close/>
                </a:path>
              </a:pathLst>
            </a:custGeom>
            <a:solidFill>
              <a:srgbClr val="2B9FDE"/>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875" name="Google Shape;875;p7"/>
            <p:cNvSpPr/>
            <p:nvPr/>
          </p:nvSpPr>
          <p:spPr>
            <a:xfrm>
              <a:off x="2049250" y="1431100"/>
              <a:ext cx="433500" cy="319225"/>
            </a:xfrm>
            <a:custGeom>
              <a:rect b="b" l="l" r="r" t="t"/>
              <a:pathLst>
                <a:path extrusionOk="0" h="12769" w="17340">
                  <a:moveTo>
                    <a:pt x="1" y="0"/>
                  </a:moveTo>
                  <a:lnTo>
                    <a:pt x="12769" y="12769"/>
                  </a:lnTo>
                  <a:lnTo>
                    <a:pt x="17339" y="12769"/>
                  </a:lnTo>
                  <a:lnTo>
                    <a:pt x="4705" y="0"/>
                  </a:lnTo>
                  <a:close/>
                </a:path>
              </a:pathLst>
            </a:custGeom>
            <a:solidFill>
              <a:srgbClr val="2C9DDE"/>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876" name="Google Shape;876;p7"/>
            <p:cNvSpPr/>
            <p:nvPr/>
          </p:nvSpPr>
          <p:spPr>
            <a:xfrm>
              <a:off x="2610400" y="1884700"/>
              <a:ext cx="924075" cy="1008075"/>
            </a:xfrm>
            <a:custGeom>
              <a:rect b="b" l="l" r="r" t="t"/>
              <a:pathLst>
                <a:path extrusionOk="0" h="40323" w="36963">
                  <a:moveTo>
                    <a:pt x="404" y="1"/>
                  </a:moveTo>
                  <a:lnTo>
                    <a:pt x="1" y="270"/>
                  </a:lnTo>
                  <a:lnTo>
                    <a:pt x="5242" y="9544"/>
                  </a:lnTo>
                  <a:lnTo>
                    <a:pt x="36022" y="40323"/>
                  </a:lnTo>
                  <a:lnTo>
                    <a:pt x="36963" y="38979"/>
                  </a:lnTo>
                  <a:lnTo>
                    <a:pt x="33737" y="33334"/>
                  </a:lnTo>
                  <a:lnTo>
                    <a:pt x="404" y="1"/>
                  </a:lnTo>
                  <a:close/>
                </a:path>
              </a:pathLst>
            </a:custGeom>
            <a:solidFill>
              <a:srgbClr val="2C9DDE"/>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877" name="Google Shape;877;p7"/>
            <p:cNvSpPr/>
            <p:nvPr/>
          </p:nvSpPr>
          <p:spPr>
            <a:xfrm>
              <a:off x="2146700" y="1431100"/>
              <a:ext cx="1307125" cy="1297025"/>
            </a:xfrm>
            <a:custGeom>
              <a:rect b="b" l="l" r="r" t="t"/>
              <a:pathLst>
                <a:path extrusionOk="0" h="51881" w="52285">
                  <a:moveTo>
                    <a:pt x="0" y="0"/>
                  </a:moveTo>
                  <a:lnTo>
                    <a:pt x="12769" y="12769"/>
                  </a:lnTo>
                  <a:lnTo>
                    <a:pt x="15188" y="12769"/>
                  </a:lnTo>
                  <a:lnTo>
                    <a:pt x="18549" y="18548"/>
                  </a:lnTo>
                  <a:lnTo>
                    <a:pt x="51882" y="51881"/>
                  </a:lnTo>
                  <a:lnTo>
                    <a:pt x="52285" y="51478"/>
                  </a:lnTo>
                  <a:lnTo>
                    <a:pt x="46909" y="42338"/>
                  </a:lnTo>
                  <a:lnTo>
                    <a:pt x="4570" y="0"/>
                  </a:lnTo>
                  <a:close/>
                </a:path>
              </a:pathLst>
            </a:custGeom>
            <a:solidFill>
              <a:srgbClr val="2D9CD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878" name="Google Shape;878;p7"/>
            <p:cNvSpPr/>
            <p:nvPr/>
          </p:nvSpPr>
          <p:spPr>
            <a:xfrm>
              <a:off x="2244150" y="1431100"/>
              <a:ext cx="1075275" cy="1065175"/>
            </a:xfrm>
            <a:custGeom>
              <a:rect b="b" l="l" r="r" t="t"/>
              <a:pathLst>
                <a:path extrusionOk="0" h="42607" w="43011">
                  <a:moveTo>
                    <a:pt x="0" y="0"/>
                  </a:moveTo>
                  <a:lnTo>
                    <a:pt x="42607" y="42607"/>
                  </a:lnTo>
                  <a:lnTo>
                    <a:pt x="43011" y="42338"/>
                  </a:lnTo>
                  <a:lnTo>
                    <a:pt x="37769" y="33064"/>
                  </a:lnTo>
                  <a:lnTo>
                    <a:pt x="4570" y="0"/>
                  </a:lnTo>
                  <a:close/>
                </a:path>
              </a:pathLst>
            </a:custGeom>
            <a:solidFill>
              <a:srgbClr val="2F9AE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879" name="Google Shape;879;p7"/>
            <p:cNvSpPr/>
            <p:nvPr/>
          </p:nvSpPr>
          <p:spPr>
            <a:xfrm>
              <a:off x="2341575" y="1431100"/>
              <a:ext cx="846800" cy="836700"/>
            </a:xfrm>
            <a:custGeom>
              <a:rect b="b" l="l" r="r" t="t"/>
              <a:pathLst>
                <a:path extrusionOk="0" h="33468" w="33872">
                  <a:moveTo>
                    <a:pt x="1" y="0"/>
                  </a:moveTo>
                  <a:lnTo>
                    <a:pt x="33468" y="33467"/>
                  </a:lnTo>
                  <a:lnTo>
                    <a:pt x="33872" y="33198"/>
                  </a:lnTo>
                  <a:lnTo>
                    <a:pt x="28495" y="23924"/>
                  </a:lnTo>
                  <a:lnTo>
                    <a:pt x="4571" y="0"/>
                  </a:lnTo>
                  <a:close/>
                </a:path>
              </a:pathLst>
            </a:custGeom>
            <a:solidFill>
              <a:srgbClr val="3098E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880" name="Google Shape;880;p7"/>
            <p:cNvSpPr/>
            <p:nvPr/>
          </p:nvSpPr>
          <p:spPr>
            <a:xfrm>
              <a:off x="2439025" y="1431100"/>
              <a:ext cx="618300" cy="608200"/>
            </a:xfrm>
            <a:custGeom>
              <a:rect b="b" l="l" r="r" t="t"/>
              <a:pathLst>
                <a:path extrusionOk="0" h="24328" w="24732">
                  <a:moveTo>
                    <a:pt x="1" y="0"/>
                  </a:moveTo>
                  <a:lnTo>
                    <a:pt x="24194" y="24328"/>
                  </a:lnTo>
                  <a:lnTo>
                    <a:pt x="24732" y="23924"/>
                  </a:lnTo>
                  <a:lnTo>
                    <a:pt x="19355" y="14785"/>
                  </a:lnTo>
                  <a:lnTo>
                    <a:pt x="4571" y="0"/>
                  </a:lnTo>
                  <a:close/>
                </a:path>
              </a:pathLst>
            </a:custGeom>
            <a:solidFill>
              <a:srgbClr val="3196E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881" name="Google Shape;881;p7"/>
            <p:cNvSpPr/>
            <p:nvPr/>
          </p:nvSpPr>
          <p:spPr>
            <a:xfrm>
              <a:off x="2533125" y="1431100"/>
              <a:ext cx="389800" cy="376350"/>
            </a:xfrm>
            <a:custGeom>
              <a:rect b="b" l="l" r="r" t="t"/>
              <a:pathLst>
                <a:path extrusionOk="0" h="15054" w="15592">
                  <a:moveTo>
                    <a:pt x="0" y="0"/>
                  </a:moveTo>
                  <a:lnTo>
                    <a:pt x="15188" y="15054"/>
                  </a:lnTo>
                  <a:lnTo>
                    <a:pt x="15591" y="14785"/>
                  </a:lnTo>
                  <a:lnTo>
                    <a:pt x="10350" y="5645"/>
                  </a:lnTo>
                  <a:lnTo>
                    <a:pt x="4704" y="0"/>
                  </a:lnTo>
                  <a:close/>
                </a:path>
              </a:pathLst>
            </a:custGeom>
            <a:solidFill>
              <a:srgbClr val="3295E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882" name="Google Shape;882;p7"/>
            <p:cNvSpPr/>
            <p:nvPr/>
          </p:nvSpPr>
          <p:spPr>
            <a:xfrm>
              <a:off x="2630575" y="1431100"/>
              <a:ext cx="161300" cy="147850"/>
            </a:xfrm>
            <a:custGeom>
              <a:rect b="b" l="l" r="r" t="t"/>
              <a:pathLst>
                <a:path extrusionOk="0" h="5914" w="6452">
                  <a:moveTo>
                    <a:pt x="0" y="0"/>
                  </a:moveTo>
                  <a:lnTo>
                    <a:pt x="6048" y="5914"/>
                  </a:lnTo>
                  <a:lnTo>
                    <a:pt x="6452" y="5645"/>
                  </a:lnTo>
                  <a:lnTo>
                    <a:pt x="3226" y="0"/>
                  </a:lnTo>
                  <a:close/>
                </a:path>
              </a:pathLst>
            </a:custGeom>
            <a:solidFill>
              <a:srgbClr val="3393E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grpSp>
      <p:sp>
        <p:nvSpPr>
          <p:cNvPr id="883" name="Google Shape;883;p7"/>
          <p:cNvSpPr/>
          <p:nvPr/>
        </p:nvSpPr>
        <p:spPr>
          <a:xfrm flipH="1" rot="10800000">
            <a:off x="733424" y="3936025"/>
            <a:ext cx="819900" cy="710100"/>
          </a:xfrm>
          <a:prstGeom prst="hexagon">
            <a:avLst>
              <a:gd fmla="val 28678" name="adj"/>
              <a:gd fmla="val 115470" name="vf"/>
            </a:avLst>
          </a:prstGeom>
          <a:noFill/>
          <a:ln cap="flat" cmpd="sng" w="9525">
            <a:solidFill>
              <a:srgbClr val="184769"/>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884" name="Google Shape;884;p7"/>
          <p:cNvSpPr/>
          <p:nvPr/>
        </p:nvSpPr>
        <p:spPr>
          <a:xfrm flipH="1" rot="10800000">
            <a:off x="738525" y="100850"/>
            <a:ext cx="428700" cy="371100"/>
          </a:xfrm>
          <a:prstGeom prst="hexagon">
            <a:avLst>
              <a:gd fmla="val 28678" name="adj"/>
              <a:gd fmla="val 115470" name="vf"/>
            </a:avLst>
          </a:prstGeom>
          <a:solidFill>
            <a:srgbClr val="3292E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885" name="Google Shape;885;p7"/>
          <p:cNvSpPr/>
          <p:nvPr/>
        </p:nvSpPr>
        <p:spPr>
          <a:xfrm flipH="1" rot="10800000">
            <a:off x="-291325" y="4148475"/>
            <a:ext cx="1182300" cy="1023600"/>
          </a:xfrm>
          <a:prstGeom prst="hexagon">
            <a:avLst>
              <a:gd fmla="val 28678" name="adj"/>
              <a:gd fmla="val 115470" name="vf"/>
            </a:avLst>
          </a:prstGeom>
          <a:solidFill>
            <a:srgbClr val="184769"/>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886" name="Google Shape;886;p7"/>
          <p:cNvSpPr/>
          <p:nvPr/>
        </p:nvSpPr>
        <p:spPr>
          <a:xfrm flipH="1" rot="10800000">
            <a:off x="420725" y="-65225"/>
            <a:ext cx="358800" cy="310500"/>
          </a:xfrm>
          <a:prstGeom prst="hexagon">
            <a:avLst>
              <a:gd fmla="val 28678" name="adj"/>
              <a:gd fmla="val 115470" name="vf"/>
            </a:avLst>
          </a:prstGeom>
          <a:noFill/>
          <a:ln cap="flat" cmpd="sng" w="19050">
            <a:solidFill>
              <a:srgbClr val="00E1C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887" name="Google Shape;887;p7"/>
          <p:cNvSpPr/>
          <p:nvPr/>
        </p:nvSpPr>
        <p:spPr>
          <a:xfrm>
            <a:off x="1019338" y="4167058"/>
            <a:ext cx="248073" cy="248058"/>
          </a:xfrm>
          <a:custGeom>
            <a:rect b="b" l="l" r="r" t="t"/>
            <a:pathLst>
              <a:path extrusionOk="0" h="16999" w="17000">
                <a:moveTo>
                  <a:pt x="8769" y="5740"/>
                </a:moveTo>
                <a:lnTo>
                  <a:pt x="9037" y="5788"/>
                </a:lnTo>
                <a:lnTo>
                  <a:pt x="9282" y="5862"/>
                </a:lnTo>
                <a:lnTo>
                  <a:pt x="9550" y="5935"/>
                </a:lnTo>
                <a:lnTo>
                  <a:pt x="9794" y="6057"/>
                </a:lnTo>
                <a:lnTo>
                  <a:pt x="10014" y="6204"/>
                </a:lnTo>
                <a:lnTo>
                  <a:pt x="10234" y="6350"/>
                </a:lnTo>
                <a:lnTo>
                  <a:pt x="10454" y="6546"/>
                </a:lnTo>
                <a:lnTo>
                  <a:pt x="10649" y="6765"/>
                </a:lnTo>
                <a:lnTo>
                  <a:pt x="10796" y="6985"/>
                </a:lnTo>
                <a:lnTo>
                  <a:pt x="10942" y="7205"/>
                </a:lnTo>
                <a:lnTo>
                  <a:pt x="11064" y="7449"/>
                </a:lnTo>
                <a:lnTo>
                  <a:pt x="11138" y="7718"/>
                </a:lnTo>
                <a:lnTo>
                  <a:pt x="11211" y="7962"/>
                </a:lnTo>
                <a:lnTo>
                  <a:pt x="11260" y="8231"/>
                </a:lnTo>
                <a:lnTo>
                  <a:pt x="11260" y="8499"/>
                </a:lnTo>
                <a:lnTo>
                  <a:pt x="11260" y="8768"/>
                </a:lnTo>
                <a:lnTo>
                  <a:pt x="11211" y="9037"/>
                </a:lnTo>
                <a:lnTo>
                  <a:pt x="11138" y="9281"/>
                </a:lnTo>
                <a:lnTo>
                  <a:pt x="11064" y="9550"/>
                </a:lnTo>
                <a:lnTo>
                  <a:pt x="10942" y="9794"/>
                </a:lnTo>
                <a:lnTo>
                  <a:pt x="10796" y="10014"/>
                </a:lnTo>
                <a:lnTo>
                  <a:pt x="10649" y="10233"/>
                </a:lnTo>
                <a:lnTo>
                  <a:pt x="10454" y="10453"/>
                </a:lnTo>
                <a:lnTo>
                  <a:pt x="10234" y="10649"/>
                </a:lnTo>
                <a:lnTo>
                  <a:pt x="10014" y="10795"/>
                </a:lnTo>
                <a:lnTo>
                  <a:pt x="9794" y="10942"/>
                </a:lnTo>
                <a:lnTo>
                  <a:pt x="9550" y="11064"/>
                </a:lnTo>
                <a:lnTo>
                  <a:pt x="9282" y="11137"/>
                </a:lnTo>
                <a:lnTo>
                  <a:pt x="9037" y="11210"/>
                </a:lnTo>
                <a:lnTo>
                  <a:pt x="8769" y="11259"/>
                </a:lnTo>
                <a:lnTo>
                  <a:pt x="8231" y="11259"/>
                </a:lnTo>
                <a:lnTo>
                  <a:pt x="7963" y="11210"/>
                </a:lnTo>
                <a:lnTo>
                  <a:pt x="7719" y="11137"/>
                </a:lnTo>
                <a:lnTo>
                  <a:pt x="7450" y="11064"/>
                </a:lnTo>
                <a:lnTo>
                  <a:pt x="7206" y="10942"/>
                </a:lnTo>
                <a:lnTo>
                  <a:pt x="6986" y="10795"/>
                </a:lnTo>
                <a:lnTo>
                  <a:pt x="6766" y="10649"/>
                </a:lnTo>
                <a:lnTo>
                  <a:pt x="6546" y="10453"/>
                </a:lnTo>
                <a:lnTo>
                  <a:pt x="6351" y="10233"/>
                </a:lnTo>
                <a:lnTo>
                  <a:pt x="6204" y="10014"/>
                </a:lnTo>
                <a:lnTo>
                  <a:pt x="6058" y="9794"/>
                </a:lnTo>
                <a:lnTo>
                  <a:pt x="5936" y="9550"/>
                </a:lnTo>
                <a:lnTo>
                  <a:pt x="5862" y="9281"/>
                </a:lnTo>
                <a:lnTo>
                  <a:pt x="5789" y="9037"/>
                </a:lnTo>
                <a:lnTo>
                  <a:pt x="5740" y="8768"/>
                </a:lnTo>
                <a:lnTo>
                  <a:pt x="5740" y="8499"/>
                </a:lnTo>
                <a:lnTo>
                  <a:pt x="5740" y="8231"/>
                </a:lnTo>
                <a:lnTo>
                  <a:pt x="5789" y="7962"/>
                </a:lnTo>
                <a:lnTo>
                  <a:pt x="5862" y="7718"/>
                </a:lnTo>
                <a:lnTo>
                  <a:pt x="5936" y="7449"/>
                </a:lnTo>
                <a:lnTo>
                  <a:pt x="6058" y="7205"/>
                </a:lnTo>
                <a:lnTo>
                  <a:pt x="6204" y="6985"/>
                </a:lnTo>
                <a:lnTo>
                  <a:pt x="6351" y="6765"/>
                </a:lnTo>
                <a:lnTo>
                  <a:pt x="6546" y="6546"/>
                </a:lnTo>
                <a:lnTo>
                  <a:pt x="6766" y="6350"/>
                </a:lnTo>
                <a:lnTo>
                  <a:pt x="6986" y="6204"/>
                </a:lnTo>
                <a:lnTo>
                  <a:pt x="7206" y="6057"/>
                </a:lnTo>
                <a:lnTo>
                  <a:pt x="7450" y="5935"/>
                </a:lnTo>
                <a:lnTo>
                  <a:pt x="7719" y="5862"/>
                </a:lnTo>
                <a:lnTo>
                  <a:pt x="7963" y="5788"/>
                </a:lnTo>
                <a:lnTo>
                  <a:pt x="8231" y="5740"/>
                </a:lnTo>
                <a:close/>
                <a:moveTo>
                  <a:pt x="7914" y="0"/>
                </a:moveTo>
                <a:lnTo>
                  <a:pt x="7743" y="25"/>
                </a:lnTo>
                <a:lnTo>
                  <a:pt x="7596" y="73"/>
                </a:lnTo>
                <a:lnTo>
                  <a:pt x="7474" y="147"/>
                </a:lnTo>
                <a:lnTo>
                  <a:pt x="7328" y="244"/>
                </a:lnTo>
                <a:lnTo>
                  <a:pt x="7230" y="342"/>
                </a:lnTo>
                <a:lnTo>
                  <a:pt x="7132" y="489"/>
                </a:lnTo>
                <a:lnTo>
                  <a:pt x="7084" y="635"/>
                </a:lnTo>
                <a:lnTo>
                  <a:pt x="7035" y="782"/>
                </a:lnTo>
                <a:lnTo>
                  <a:pt x="6839" y="2540"/>
                </a:lnTo>
                <a:lnTo>
                  <a:pt x="6497" y="2638"/>
                </a:lnTo>
                <a:lnTo>
                  <a:pt x="6131" y="2784"/>
                </a:lnTo>
                <a:lnTo>
                  <a:pt x="5789" y="2931"/>
                </a:lnTo>
                <a:lnTo>
                  <a:pt x="5447" y="3102"/>
                </a:lnTo>
                <a:lnTo>
                  <a:pt x="4079" y="2027"/>
                </a:lnTo>
                <a:lnTo>
                  <a:pt x="3933" y="1930"/>
                </a:lnTo>
                <a:lnTo>
                  <a:pt x="3786" y="1881"/>
                </a:lnTo>
                <a:lnTo>
                  <a:pt x="3640" y="1832"/>
                </a:lnTo>
                <a:lnTo>
                  <a:pt x="3493" y="1832"/>
                </a:lnTo>
                <a:lnTo>
                  <a:pt x="3322" y="1856"/>
                </a:lnTo>
                <a:lnTo>
                  <a:pt x="3176" y="1905"/>
                </a:lnTo>
                <a:lnTo>
                  <a:pt x="3029" y="1978"/>
                </a:lnTo>
                <a:lnTo>
                  <a:pt x="2907" y="2076"/>
                </a:lnTo>
                <a:lnTo>
                  <a:pt x="2077" y="2907"/>
                </a:lnTo>
                <a:lnTo>
                  <a:pt x="1979" y="3029"/>
                </a:lnTo>
                <a:lnTo>
                  <a:pt x="1906" y="3175"/>
                </a:lnTo>
                <a:lnTo>
                  <a:pt x="1857" y="3322"/>
                </a:lnTo>
                <a:lnTo>
                  <a:pt x="1833" y="3493"/>
                </a:lnTo>
                <a:lnTo>
                  <a:pt x="1833" y="3639"/>
                </a:lnTo>
                <a:lnTo>
                  <a:pt x="1881" y="3786"/>
                </a:lnTo>
                <a:lnTo>
                  <a:pt x="1930" y="3932"/>
                </a:lnTo>
                <a:lnTo>
                  <a:pt x="2028" y="4079"/>
                </a:lnTo>
                <a:lnTo>
                  <a:pt x="3103" y="5447"/>
                </a:lnTo>
                <a:lnTo>
                  <a:pt x="2932" y="5788"/>
                </a:lnTo>
                <a:lnTo>
                  <a:pt x="2785" y="6130"/>
                </a:lnTo>
                <a:lnTo>
                  <a:pt x="2639" y="6497"/>
                </a:lnTo>
                <a:lnTo>
                  <a:pt x="2541" y="6839"/>
                </a:lnTo>
                <a:lnTo>
                  <a:pt x="782" y="7034"/>
                </a:lnTo>
                <a:lnTo>
                  <a:pt x="636" y="7083"/>
                </a:lnTo>
                <a:lnTo>
                  <a:pt x="489" y="7132"/>
                </a:lnTo>
                <a:lnTo>
                  <a:pt x="343" y="7229"/>
                </a:lnTo>
                <a:lnTo>
                  <a:pt x="245" y="7327"/>
                </a:lnTo>
                <a:lnTo>
                  <a:pt x="147" y="7474"/>
                </a:lnTo>
                <a:lnTo>
                  <a:pt x="74" y="7596"/>
                </a:lnTo>
                <a:lnTo>
                  <a:pt x="25" y="7742"/>
                </a:lnTo>
                <a:lnTo>
                  <a:pt x="1" y="7913"/>
                </a:lnTo>
                <a:lnTo>
                  <a:pt x="1" y="9086"/>
                </a:lnTo>
                <a:lnTo>
                  <a:pt x="25" y="9257"/>
                </a:lnTo>
                <a:lnTo>
                  <a:pt x="74" y="9403"/>
                </a:lnTo>
                <a:lnTo>
                  <a:pt x="147" y="9525"/>
                </a:lnTo>
                <a:lnTo>
                  <a:pt x="245" y="9672"/>
                </a:lnTo>
                <a:lnTo>
                  <a:pt x="343" y="9769"/>
                </a:lnTo>
                <a:lnTo>
                  <a:pt x="489" y="9867"/>
                </a:lnTo>
                <a:lnTo>
                  <a:pt x="636" y="9916"/>
                </a:lnTo>
                <a:lnTo>
                  <a:pt x="782" y="9965"/>
                </a:lnTo>
                <a:lnTo>
                  <a:pt x="2541" y="10160"/>
                </a:lnTo>
                <a:lnTo>
                  <a:pt x="2639" y="10502"/>
                </a:lnTo>
                <a:lnTo>
                  <a:pt x="2785" y="10868"/>
                </a:lnTo>
                <a:lnTo>
                  <a:pt x="2932" y="11210"/>
                </a:lnTo>
                <a:lnTo>
                  <a:pt x="3103" y="11552"/>
                </a:lnTo>
                <a:lnTo>
                  <a:pt x="2028" y="12920"/>
                </a:lnTo>
                <a:lnTo>
                  <a:pt x="1930" y="13067"/>
                </a:lnTo>
                <a:lnTo>
                  <a:pt x="1881" y="13213"/>
                </a:lnTo>
                <a:lnTo>
                  <a:pt x="1833" y="13360"/>
                </a:lnTo>
                <a:lnTo>
                  <a:pt x="1833" y="13506"/>
                </a:lnTo>
                <a:lnTo>
                  <a:pt x="1857" y="13677"/>
                </a:lnTo>
                <a:lnTo>
                  <a:pt x="1906" y="13824"/>
                </a:lnTo>
                <a:lnTo>
                  <a:pt x="1979" y="13970"/>
                </a:lnTo>
                <a:lnTo>
                  <a:pt x="2077" y="14092"/>
                </a:lnTo>
                <a:lnTo>
                  <a:pt x="2907" y="14923"/>
                </a:lnTo>
                <a:lnTo>
                  <a:pt x="3029" y="15020"/>
                </a:lnTo>
                <a:lnTo>
                  <a:pt x="3176" y="15094"/>
                </a:lnTo>
                <a:lnTo>
                  <a:pt x="3322" y="15142"/>
                </a:lnTo>
                <a:lnTo>
                  <a:pt x="3493" y="15167"/>
                </a:lnTo>
                <a:lnTo>
                  <a:pt x="3640" y="15167"/>
                </a:lnTo>
                <a:lnTo>
                  <a:pt x="3786" y="15118"/>
                </a:lnTo>
                <a:lnTo>
                  <a:pt x="3933" y="15069"/>
                </a:lnTo>
                <a:lnTo>
                  <a:pt x="4079" y="14996"/>
                </a:lnTo>
                <a:lnTo>
                  <a:pt x="5447" y="13897"/>
                </a:lnTo>
                <a:lnTo>
                  <a:pt x="5789" y="14068"/>
                </a:lnTo>
                <a:lnTo>
                  <a:pt x="6131" y="14214"/>
                </a:lnTo>
                <a:lnTo>
                  <a:pt x="6497" y="14361"/>
                </a:lnTo>
                <a:lnTo>
                  <a:pt x="6839" y="14459"/>
                </a:lnTo>
                <a:lnTo>
                  <a:pt x="7035" y="16217"/>
                </a:lnTo>
                <a:lnTo>
                  <a:pt x="7084" y="16364"/>
                </a:lnTo>
                <a:lnTo>
                  <a:pt x="7132" y="16510"/>
                </a:lnTo>
                <a:lnTo>
                  <a:pt x="7230" y="16657"/>
                </a:lnTo>
                <a:lnTo>
                  <a:pt x="7328" y="16754"/>
                </a:lnTo>
                <a:lnTo>
                  <a:pt x="7474" y="16852"/>
                </a:lnTo>
                <a:lnTo>
                  <a:pt x="7596" y="16925"/>
                </a:lnTo>
                <a:lnTo>
                  <a:pt x="7743" y="16974"/>
                </a:lnTo>
                <a:lnTo>
                  <a:pt x="7914" y="16999"/>
                </a:lnTo>
                <a:lnTo>
                  <a:pt x="9086" y="16999"/>
                </a:lnTo>
                <a:lnTo>
                  <a:pt x="9257" y="16974"/>
                </a:lnTo>
                <a:lnTo>
                  <a:pt x="9404" y="16925"/>
                </a:lnTo>
                <a:lnTo>
                  <a:pt x="9526" y="16852"/>
                </a:lnTo>
                <a:lnTo>
                  <a:pt x="9672" y="16754"/>
                </a:lnTo>
                <a:lnTo>
                  <a:pt x="9770" y="16657"/>
                </a:lnTo>
                <a:lnTo>
                  <a:pt x="9868" y="16510"/>
                </a:lnTo>
                <a:lnTo>
                  <a:pt x="9917" y="16364"/>
                </a:lnTo>
                <a:lnTo>
                  <a:pt x="9965" y="16217"/>
                </a:lnTo>
                <a:lnTo>
                  <a:pt x="10161" y="14459"/>
                </a:lnTo>
                <a:lnTo>
                  <a:pt x="10503" y="14361"/>
                </a:lnTo>
                <a:lnTo>
                  <a:pt x="10869" y="14214"/>
                </a:lnTo>
                <a:lnTo>
                  <a:pt x="11211" y="14068"/>
                </a:lnTo>
                <a:lnTo>
                  <a:pt x="11553" y="13897"/>
                </a:lnTo>
                <a:lnTo>
                  <a:pt x="12921" y="14996"/>
                </a:lnTo>
                <a:lnTo>
                  <a:pt x="13067" y="15069"/>
                </a:lnTo>
                <a:lnTo>
                  <a:pt x="13214" y="15118"/>
                </a:lnTo>
                <a:lnTo>
                  <a:pt x="13360" y="15167"/>
                </a:lnTo>
                <a:lnTo>
                  <a:pt x="13507" y="15167"/>
                </a:lnTo>
                <a:lnTo>
                  <a:pt x="13678" y="15142"/>
                </a:lnTo>
                <a:lnTo>
                  <a:pt x="13824" y="15094"/>
                </a:lnTo>
                <a:lnTo>
                  <a:pt x="13971" y="15020"/>
                </a:lnTo>
                <a:lnTo>
                  <a:pt x="14093" y="14923"/>
                </a:lnTo>
                <a:lnTo>
                  <a:pt x="14923" y="14092"/>
                </a:lnTo>
                <a:lnTo>
                  <a:pt x="15021" y="13970"/>
                </a:lnTo>
                <a:lnTo>
                  <a:pt x="15094" y="13824"/>
                </a:lnTo>
                <a:lnTo>
                  <a:pt x="15143" y="13677"/>
                </a:lnTo>
                <a:lnTo>
                  <a:pt x="15168" y="13506"/>
                </a:lnTo>
                <a:lnTo>
                  <a:pt x="15168" y="13360"/>
                </a:lnTo>
                <a:lnTo>
                  <a:pt x="15119" y="13213"/>
                </a:lnTo>
                <a:lnTo>
                  <a:pt x="15070" y="13067"/>
                </a:lnTo>
                <a:lnTo>
                  <a:pt x="14997" y="12920"/>
                </a:lnTo>
                <a:lnTo>
                  <a:pt x="13898" y="11552"/>
                </a:lnTo>
                <a:lnTo>
                  <a:pt x="14068" y="11210"/>
                </a:lnTo>
                <a:lnTo>
                  <a:pt x="14215" y="10868"/>
                </a:lnTo>
                <a:lnTo>
                  <a:pt x="14362" y="10502"/>
                </a:lnTo>
                <a:lnTo>
                  <a:pt x="14459" y="10160"/>
                </a:lnTo>
                <a:lnTo>
                  <a:pt x="16218" y="9965"/>
                </a:lnTo>
                <a:lnTo>
                  <a:pt x="16364" y="9916"/>
                </a:lnTo>
                <a:lnTo>
                  <a:pt x="16511" y="9867"/>
                </a:lnTo>
                <a:lnTo>
                  <a:pt x="16657" y="9769"/>
                </a:lnTo>
                <a:lnTo>
                  <a:pt x="16755" y="9672"/>
                </a:lnTo>
                <a:lnTo>
                  <a:pt x="16853" y="9525"/>
                </a:lnTo>
                <a:lnTo>
                  <a:pt x="16926" y="9403"/>
                </a:lnTo>
                <a:lnTo>
                  <a:pt x="16975" y="9257"/>
                </a:lnTo>
                <a:lnTo>
                  <a:pt x="16999" y="9086"/>
                </a:lnTo>
                <a:lnTo>
                  <a:pt x="16999" y="7913"/>
                </a:lnTo>
                <a:lnTo>
                  <a:pt x="16975" y="7742"/>
                </a:lnTo>
                <a:lnTo>
                  <a:pt x="16926" y="7596"/>
                </a:lnTo>
                <a:lnTo>
                  <a:pt x="16853" y="7474"/>
                </a:lnTo>
                <a:lnTo>
                  <a:pt x="16755" y="7327"/>
                </a:lnTo>
                <a:lnTo>
                  <a:pt x="16657" y="7229"/>
                </a:lnTo>
                <a:lnTo>
                  <a:pt x="16511" y="7132"/>
                </a:lnTo>
                <a:lnTo>
                  <a:pt x="16364" y="7083"/>
                </a:lnTo>
                <a:lnTo>
                  <a:pt x="16218" y="7034"/>
                </a:lnTo>
                <a:lnTo>
                  <a:pt x="14459" y="6839"/>
                </a:lnTo>
                <a:lnTo>
                  <a:pt x="14362" y="6497"/>
                </a:lnTo>
                <a:lnTo>
                  <a:pt x="14215" y="6130"/>
                </a:lnTo>
                <a:lnTo>
                  <a:pt x="14068" y="5788"/>
                </a:lnTo>
                <a:lnTo>
                  <a:pt x="13898" y="5447"/>
                </a:lnTo>
                <a:lnTo>
                  <a:pt x="14997" y="4079"/>
                </a:lnTo>
                <a:lnTo>
                  <a:pt x="15070" y="3932"/>
                </a:lnTo>
                <a:lnTo>
                  <a:pt x="15119" y="3786"/>
                </a:lnTo>
                <a:lnTo>
                  <a:pt x="15168" y="3639"/>
                </a:lnTo>
                <a:lnTo>
                  <a:pt x="15168" y="3493"/>
                </a:lnTo>
                <a:lnTo>
                  <a:pt x="15143" y="3322"/>
                </a:lnTo>
                <a:lnTo>
                  <a:pt x="15094" y="3175"/>
                </a:lnTo>
                <a:lnTo>
                  <a:pt x="15021" y="3029"/>
                </a:lnTo>
                <a:lnTo>
                  <a:pt x="14923" y="2907"/>
                </a:lnTo>
                <a:lnTo>
                  <a:pt x="14093" y="2076"/>
                </a:lnTo>
                <a:lnTo>
                  <a:pt x="13971" y="1978"/>
                </a:lnTo>
                <a:lnTo>
                  <a:pt x="13824" y="1905"/>
                </a:lnTo>
                <a:lnTo>
                  <a:pt x="13678" y="1856"/>
                </a:lnTo>
                <a:lnTo>
                  <a:pt x="13507" y="1832"/>
                </a:lnTo>
                <a:lnTo>
                  <a:pt x="13360" y="1832"/>
                </a:lnTo>
                <a:lnTo>
                  <a:pt x="13214" y="1881"/>
                </a:lnTo>
                <a:lnTo>
                  <a:pt x="13067" y="1930"/>
                </a:lnTo>
                <a:lnTo>
                  <a:pt x="12921" y="2027"/>
                </a:lnTo>
                <a:lnTo>
                  <a:pt x="11553" y="3102"/>
                </a:lnTo>
                <a:lnTo>
                  <a:pt x="11211" y="2931"/>
                </a:lnTo>
                <a:lnTo>
                  <a:pt x="10869" y="2784"/>
                </a:lnTo>
                <a:lnTo>
                  <a:pt x="10503" y="2638"/>
                </a:lnTo>
                <a:lnTo>
                  <a:pt x="10161" y="2540"/>
                </a:lnTo>
                <a:lnTo>
                  <a:pt x="9965" y="782"/>
                </a:lnTo>
                <a:lnTo>
                  <a:pt x="9917" y="635"/>
                </a:lnTo>
                <a:lnTo>
                  <a:pt x="9868" y="489"/>
                </a:lnTo>
                <a:lnTo>
                  <a:pt x="9770" y="342"/>
                </a:lnTo>
                <a:lnTo>
                  <a:pt x="9672" y="244"/>
                </a:lnTo>
                <a:lnTo>
                  <a:pt x="9526" y="147"/>
                </a:lnTo>
                <a:lnTo>
                  <a:pt x="9404" y="73"/>
                </a:lnTo>
                <a:lnTo>
                  <a:pt x="9257" y="25"/>
                </a:lnTo>
                <a:lnTo>
                  <a:pt x="9086" y="0"/>
                </a:lnTo>
                <a:close/>
              </a:path>
            </a:pathLst>
          </a:custGeom>
          <a:solidFill>
            <a:srgbClr val="184769"/>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grpSp>
        <p:nvGrpSpPr>
          <p:cNvPr id="888" name="Google Shape;888;p7"/>
          <p:cNvGrpSpPr/>
          <p:nvPr/>
        </p:nvGrpSpPr>
        <p:grpSpPr>
          <a:xfrm>
            <a:off x="-50285" y="1452794"/>
            <a:ext cx="624844" cy="599376"/>
            <a:chOff x="5241175" y="4959100"/>
            <a:chExt cx="539775" cy="517775"/>
          </a:xfrm>
        </p:grpSpPr>
        <p:sp>
          <p:nvSpPr>
            <p:cNvPr id="889" name="Google Shape;889;p7"/>
            <p:cNvSpPr/>
            <p:nvPr/>
          </p:nvSpPr>
          <p:spPr>
            <a:xfrm>
              <a:off x="5575150" y="4959100"/>
              <a:ext cx="161225" cy="178300"/>
            </a:xfrm>
            <a:custGeom>
              <a:rect b="b" l="l" r="r" t="t"/>
              <a:pathLst>
                <a:path extrusionOk="0" h="7132" w="6449">
                  <a:moveTo>
                    <a:pt x="4641" y="0"/>
                  </a:moveTo>
                  <a:lnTo>
                    <a:pt x="4470" y="25"/>
                  </a:lnTo>
                  <a:lnTo>
                    <a:pt x="4299" y="49"/>
                  </a:lnTo>
                  <a:lnTo>
                    <a:pt x="4128" y="98"/>
                  </a:lnTo>
                  <a:lnTo>
                    <a:pt x="3957" y="147"/>
                  </a:lnTo>
                  <a:lnTo>
                    <a:pt x="3786" y="220"/>
                  </a:lnTo>
                  <a:lnTo>
                    <a:pt x="3640" y="318"/>
                  </a:lnTo>
                  <a:lnTo>
                    <a:pt x="3517" y="415"/>
                  </a:lnTo>
                  <a:lnTo>
                    <a:pt x="3395" y="538"/>
                  </a:lnTo>
                  <a:lnTo>
                    <a:pt x="3273" y="660"/>
                  </a:lnTo>
                  <a:lnTo>
                    <a:pt x="3175" y="806"/>
                  </a:lnTo>
                  <a:lnTo>
                    <a:pt x="3078" y="953"/>
                  </a:lnTo>
                  <a:lnTo>
                    <a:pt x="3005" y="1099"/>
                  </a:lnTo>
                  <a:lnTo>
                    <a:pt x="2931" y="1270"/>
                  </a:lnTo>
                  <a:lnTo>
                    <a:pt x="2907" y="1441"/>
                  </a:lnTo>
                  <a:lnTo>
                    <a:pt x="2882" y="1612"/>
                  </a:lnTo>
                  <a:lnTo>
                    <a:pt x="2858" y="1808"/>
                  </a:lnTo>
                  <a:lnTo>
                    <a:pt x="2882" y="2076"/>
                  </a:lnTo>
                  <a:lnTo>
                    <a:pt x="2956" y="2345"/>
                  </a:lnTo>
                  <a:lnTo>
                    <a:pt x="3053" y="2589"/>
                  </a:lnTo>
                  <a:lnTo>
                    <a:pt x="3175" y="2809"/>
                  </a:lnTo>
                  <a:lnTo>
                    <a:pt x="0" y="6546"/>
                  </a:lnTo>
                  <a:lnTo>
                    <a:pt x="367" y="6814"/>
                  </a:lnTo>
                  <a:lnTo>
                    <a:pt x="709" y="7132"/>
                  </a:lnTo>
                  <a:lnTo>
                    <a:pt x="3884" y="3419"/>
                  </a:lnTo>
                  <a:lnTo>
                    <a:pt x="4055" y="3493"/>
                  </a:lnTo>
                  <a:lnTo>
                    <a:pt x="4250" y="3542"/>
                  </a:lnTo>
                  <a:lnTo>
                    <a:pt x="4445" y="3566"/>
                  </a:lnTo>
                  <a:lnTo>
                    <a:pt x="4641" y="3590"/>
                  </a:lnTo>
                  <a:lnTo>
                    <a:pt x="4836" y="3566"/>
                  </a:lnTo>
                  <a:lnTo>
                    <a:pt x="5007" y="3542"/>
                  </a:lnTo>
                  <a:lnTo>
                    <a:pt x="5178" y="3517"/>
                  </a:lnTo>
                  <a:lnTo>
                    <a:pt x="5349" y="3444"/>
                  </a:lnTo>
                  <a:lnTo>
                    <a:pt x="5496" y="3371"/>
                  </a:lnTo>
                  <a:lnTo>
                    <a:pt x="5642" y="3273"/>
                  </a:lnTo>
                  <a:lnTo>
                    <a:pt x="5789" y="3175"/>
                  </a:lnTo>
                  <a:lnTo>
                    <a:pt x="5911" y="3053"/>
                  </a:lnTo>
                  <a:lnTo>
                    <a:pt x="6033" y="2931"/>
                  </a:lnTo>
                  <a:lnTo>
                    <a:pt x="6131" y="2809"/>
                  </a:lnTo>
                  <a:lnTo>
                    <a:pt x="6228" y="2638"/>
                  </a:lnTo>
                  <a:lnTo>
                    <a:pt x="6302" y="2491"/>
                  </a:lnTo>
                  <a:lnTo>
                    <a:pt x="6350" y="2320"/>
                  </a:lnTo>
                  <a:lnTo>
                    <a:pt x="6399" y="2149"/>
                  </a:lnTo>
                  <a:lnTo>
                    <a:pt x="6424" y="1979"/>
                  </a:lnTo>
                  <a:lnTo>
                    <a:pt x="6448" y="1808"/>
                  </a:lnTo>
                  <a:lnTo>
                    <a:pt x="6424" y="1612"/>
                  </a:lnTo>
                  <a:lnTo>
                    <a:pt x="6399" y="1441"/>
                  </a:lnTo>
                  <a:lnTo>
                    <a:pt x="6350" y="1270"/>
                  </a:lnTo>
                  <a:lnTo>
                    <a:pt x="6302" y="1099"/>
                  </a:lnTo>
                  <a:lnTo>
                    <a:pt x="6228" y="953"/>
                  </a:lnTo>
                  <a:lnTo>
                    <a:pt x="6131" y="806"/>
                  </a:lnTo>
                  <a:lnTo>
                    <a:pt x="6033" y="660"/>
                  </a:lnTo>
                  <a:lnTo>
                    <a:pt x="5911" y="538"/>
                  </a:lnTo>
                  <a:lnTo>
                    <a:pt x="5789" y="415"/>
                  </a:lnTo>
                  <a:lnTo>
                    <a:pt x="5642" y="318"/>
                  </a:lnTo>
                  <a:lnTo>
                    <a:pt x="5496" y="220"/>
                  </a:lnTo>
                  <a:lnTo>
                    <a:pt x="5349" y="147"/>
                  </a:lnTo>
                  <a:lnTo>
                    <a:pt x="5178" y="98"/>
                  </a:lnTo>
                  <a:lnTo>
                    <a:pt x="5007" y="49"/>
                  </a:lnTo>
                  <a:lnTo>
                    <a:pt x="4836" y="25"/>
                  </a:lnTo>
                  <a:lnTo>
                    <a:pt x="4641" y="0"/>
                  </a:lnTo>
                  <a:close/>
                </a:path>
              </a:pathLst>
            </a:custGeom>
            <a:solidFill>
              <a:srgbClr val="184769"/>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890" name="Google Shape;890;p7"/>
            <p:cNvSpPr/>
            <p:nvPr/>
          </p:nvSpPr>
          <p:spPr>
            <a:xfrm>
              <a:off x="5330925" y="4985350"/>
              <a:ext cx="128250" cy="148400"/>
            </a:xfrm>
            <a:custGeom>
              <a:rect b="b" l="l" r="r" t="t"/>
              <a:pathLst>
                <a:path extrusionOk="0" h="5936" w="5130">
                  <a:moveTo>
                    <a:pt x="1563" y="0"/>
                  </a:moveTo>
                  <a:lnTo>
                    <a:pt x="1392" y="25"/>
                  </a:lnTo>
                  <a:lnTo>
                    <a:pt x="1221" y="74"/>
                  </a:lnTo>
                  <a:lnTo>
                    <a:pt x="1075" y="147"/>
                  </a:lnTo>
                  <a:lnTo>
                    <a:pt x="904" y="220"/>
                  </a:lnTo>
                  <a:lnTo>
                    <a:pt x="757" y="318"/>
                  </a:lnTo>
                  <a:lnTo>
                    <a:pt x="635" y="416"/>
                  </a:lnTo>
                  <a:lnTo>
                    <a:pt x="513" y="538"/>
                  </a:lnTo>
                  <a:lnTo>
                    <a:pt x="391" y="660"/>
                  </a:lnTo>
                  <a:lnTo>
                    <a:pt x="293" y="806"/>
                  </a:lnTo>
                  <a:lnTo>
                    <a:pt x="196" y="953"/>
                  </a:lnTo>
                  <a:lnTo>
                    <a:pt x="122" y="1099"/>
                  </a:lnTo>
                  <a:lnTo>
                    <a:pt x="74" y="1270"/>
                  </a:lnTo>
                  <a:lnTo>
                    <a:pt x="25" y="1466"/>
                  </a:lnTo>
                  <a:lnTo>
                    <a:pt x="0" y="1637"/>
                  </a:lnTo>
                  <a:lnTo>
                    <a:pt x="0" y="1808"/>
                  </a:lnTo>
                  <a:lnTo>
                    <a:pt x="0" y="2003"/>
                  </a:lnTo>
                  <a:lnTo>
                    <a:pt x="25" y="2174"/>
                  </a:lnTo>
                  <a:lnTo>
                    <a:pt x="74" y="2345"/>
                  </a:lnTo>
                  <a:lnTo>
                    <a:pt x="147" y="2492"/>
                  </a:lnTo>
                  <a:lnTo>
                    <a:pt x="220" y="2663"/>
                  </a:lnTo>
                  <a:lnTo>
                    <a:pt x="318" y="2785"/>
                  </a:lnTo>
                  <a:lnTo>
                    <a:pt x="415" y="2931"/>
                  </a:lnTo>
                  <a:lnTo>
                    <a:pt x="538" y="3053"/>
                  </a:lnTo>
                  <a:lnTo>
                    <a:pt x="660" y="3175"/>
                  </a:lnTo>
                  <a:lnTo>
                    <a:pt x="806" y="3273"/>
                  </a:lnTo>
                  <a:lnTo>
                    <a:pt x="953" y="3371"/>
                  </a:lnTo>
                  <a:lnTo>
                    <a:pt x="1099" y="3444"/>
                  </a:lnTo>
                  <a:lnTo>
                    <a:pt x="1270" y="3493"/>
                  </a:lnTo>
                  <a:lnTo>
                    <a:pt x="1466" y="3542"/>
                  </a:lnTo>
                  <a:lnTo>
                    <a:pt x="1710" y="3566"/>
                  </a:lnTo>
                  <a:lnTo>
                    <a:pt x="1979" y="3566"/>
                  </a:lnTo>
                  <a:lnTo>
                    <a:pt x="2223" y="3517"/>
                  </a:lnTo>
                  <a:lnTo>
                    <a:pt x="2467" y="3444"/>
                  </a:lnTo>
                  <a:lnTo>
                    <a:pt x="4396" y="5935"/>
                  </a:lnTo>
                  <a:lnTo>
                    <a:pt x="4738" y="5642"/>
                  </a:lnTo>
                  <a:lnTo>
                    <a:pt x="5129" y="5374"/>
                  </a:lnTo>
                  <a:lnTo>
                    <a:pt x="3200" y="2858"/>
                  </a:lnTo>
                  <a:lnTo>
                    <a:pt x="3322" y="2687"/>
                  </a:lnTo>
                  <a:lnTo>
                    <a:pt x="3419" y="2516"/>
                  </a:lnTo>
                  <a:lnTo>
                    <a:pt x="3493" y="2321"/>
                  </a:lnTo>
                  <a:lnTo>
                    <a:pt x="3542" y="2101"/>
                  </a:lnTo>
                  <a:lnTo>
                    <a:pt x="3566" y="1930"/>
                  </a:lnTo>
                  <a:lnTo>
                    <a:pt x="3566" y="1734"/>
                  </a:lnTo>
                  <a:lnTo>
                    <a:pt x="3566" y="1564"/>
                  </a:lnTo>
                  <a:lnTo>
                    <a:pt x="3517" y="1393"/>
                  </a:lnTo>
                  <a:lnTo>
                    <a:pt x="3468" y="1222"/>
                  </a:lnTo>
                  <a:lnTo>
                    <a:pt x="3419" y="1075"/>
                  </a:lnTo>
                  <a:lnTo>
                    <a:pt x="3346" y="904"/>
                  </a:lnTo>
                  <a:lnTo>
                    <a:pt x="3249" y="758"/>
                  </a:lnTo>
                  <a:lnTo>
                    <a:pt x="3151" y="635"/>
                  </a:lnTo>
                  <a:lnTo>
                    <a:pt x="3029" y="513"/>
                  </a:lnTo>
                  <a:lnTo>
                    <a:pt x="2907" y="391"/>
                  </a:lnTo>
                  <a:lnTo>
                    <a:pt x="2760" y="294"/>
                  </a:lnTo>
                  <a:lnTo>
                    <a:pt x="2614" y="196"/>
                  </a:lnTo>
                  <a:lnTo>
                    <a:pt x="2443" y="123"/>
                  </a:lnTo>
                  <a:lnTo>
                    <a:pt x="2272" y="74"/>
                  </a:lnTo>
                  <a:lnTo>
                    <a:pt x="2101" y="25"/>
                  </a:lnTo>
                  <a:lnTo>
                    <a:pt x="1930" y="0"/>
                  </a:lnTo>
                  <a:close/>
                </a:path>
              </a:pathLst>
            </a:custGeom>
            <a:solidFill>
              <a:srgbClr val="184769"/>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891" name="Google Shape;891;p7"/>
            <p:cNvSpPr/>
            <p:nvPr/>
          </p:nvSpPr>
          <p:spPr>
            <a:xfrm>
              <a:off x="5241175" y="5241175"/>
              <a:ext cx="180125" cy="109325"/>
            </a:xfrm>
            <a:custGeom>
              <a:rect b="b" l="l" r="r" t="t"/>
              <a:pathLst>
                <a:path extrusionOk="0" h="4373" w="7205">
                  <a:moveTo>
                    <a:pt x="6839" y="1"/>
                  </a:moveTo>
                  <a:lnTo>
                    <a:pt x="3224" y="1491"/>
                  </a:lnTo>
                  <a:lnTo>
                    <a:pt x="3102" y="1368"/>
                  </a:lnTo>
                  <a:lnTo>
                    <a:pt x="2980" y="1246"/>
                  </a:lnTo>
                  <a:lnTo>
                    <a:pt x="2858" y="1124"/>
                  </a:lnTo>
                  <a:lnTo>
                    <a:pt x="2687" y="1026"/>
                  </a:lnTo>
                  <a:lnTo>
                    <a:pt x="2540" y="953"/>
                  </a:lnTo>
                  <a:lnTo>
                    <a:pt x="2369" y="880"/>
                  </a:lnTo>
                  <a:lnTo>
                    <a:pt x="2198" y="831"/>
                  </a:lnTo>
                  <a:lnTo>
                    <a:pt x="2027" y="807"/>
                  </a:lnTo>
                  <a:lnTo>
                    <a:pt x="1856" y="782"/>
                  </a:lnTo>
                  <a:lnTo>
                    <a:pt x="1685" y="807"/>
                  </a:lnTo>
                  <a:lnTo>
                    <a:pt x="1514" y="807"/>
                  </a:lnTo>
                  <a:lnTo>
                    <a:pt x="1343" y="856"/>
                  </a:lnTo>
                  <a:lnTo>
                    <a:pt x="1172" y="904"/>
                  </a:lnTo>
                  <a:lnTo>
                    <a:pt x="1026" y="978"/>
                  </a:lnTo>
                  <a:lnTo>
                    <a:pt x="879" y="1051"/>
                  </a:lnTo>
                  <a:lnTo>
                    <a:pt x="733" y="1149"/>
                  </a:lnTo>
                  <a:lnTo>
                    <a:pt x="586" y="1271"/>
                  </a:lnTo>
                  <a:lnTo>
                    <a:pt x="464" y="1393"/>
                  </a:lnTo>
                  <a:lnTo>
                    <a:pt x="342" y="1515"/>
                  </a:lnTo>
                  <a:lnTo>
                    <a:pt x="244" y="1686"/>
                  </a:lnTo>
                  <a:lnTo>
                    <a:pt x="171" y="1832"/>
                  </a:lnTo>
                  <a:lnTo>
                    <a:pt x="98" y="2003"/>
                  </a:lnTo>
                  <a:lnTo>
                    <a:pt x="49" y="2174"/>
                  </a:lnTo>
                  <a:lnTo>
                    <a:pt x="25" y="2345"/>
                  </a:lnTo>
                  <a:lnTo>
                    <a:pt x="0" y="2516"/>
                  </a:lnTo>
                  <a:lnTo>
                    <a:pt x="0" y="2687"/>
                  </a:lnTo>
                  <a:lnTo>
                    <a:pt x="25" y="2858"/>
                  </a:lnTo>
                  <a:lnTo>
                    <a:pt x="73" y="3029"/>
                  </a:lnTo>
                  <a:lnTo>
                    <a:pt x="122" y="3200"/>
                  </a:lnTo>
                  <a:lnTo>
                    <a:pt x="195" y="3347"/>
                  </a:lnTo>
                  <a:lnTo>
                    <a:pt x="269" y="3518"/>
                  </a:lnTo>
                  <a:lnTo>
                    <a:pt x="366" y="3640"/>
                  </a:lnTo>
                  <a:lnTo>
                    <a:pt x="464" y="3786"/>
                  </a:lnTo>
                  <a:lnTo>
                    <a:pt x="611" y="3908"/>
                  </a:lnTo>
                  <a:lnTo>
                    <a:pt x="733" y="4031"/>
                  </a:lnTo>
                  <a:lnTo>
                    <a:pt x="904" y="4128"/>
                  </a:lnTo>
                  <a:lnTo>
                    <a:pt x="1050" y="4201"/>
                  </a:lnTo>
                  <a:lnTo>
                    <a:pt x="1221" y="4275"/>
                  </a:lnTo>
                  <a:lnTo>
                    <a:pt x="1392" y="4324"/>
                  </a:lnTo>
                  <a:lnTo>
                    <a:pt x="1563" y="4348"/>
                  </a:lnTo>
                  <a:lnTo>
                    <a:pt x="1734" y="4372"/>
                  </a:lnTo>
                  <a:lnTo>
                    <a:pt x="1905" y="4372"/>
                  </a:lnTo>
                  <a:lnTo>
                    <a:pt x="2076" y="4348"/>
                  </a:lnTo>
                  <a:lnTo>
                    <a:pt x="2247" y="4299"/>
                  </a:lnTo>
                  <a:lnTo>
                    <a:pt x="2418" y="4250"/>
                  </a:lnTo>
                  <a:lnTo>
                    <a:pt x="2565" y="4201"/>
                  </a:lnTo>
                  <a:lnTo>
                    <a:pt x="2711" y="4104"/>
                  </a:lnTo>
                  <a:lnTo>
                    <a:pt x="2858" y="4006"/>
                  </a:lnTo>
                  <a:lnTo>
                    <a:pt x="3004" y="3908"/>
                  </a:lnTo>
                  <a:lnTo>
                    <a:pt x="3126" y="3786"/>
                  </a:lnTo>
                  <a:lnTo>
                    <a:pt x="3248" y="3640"/>
                  </a:lnTo>
                  <a:lnTo>
                    <a:pt x="3346" y="3493"/>
                  </a:lnTo>
                  <a:lnTo>
                    <a:pt x="3468" y="3200"/>
                  </a:lnTo>
                  <a:lnTo>
                    <a:pt x="3541" y="2931"/>
                  </a:lnTo>
                  <a:lnTo>
                    <a:pt x="3590" y="2638"/>
                  </a:lnTo>
                  <a:lnTo>
                    <a:pt x="3566" y="2345"/>
                  </a:lnTo>
                  <a:lnTo>
                    <a:pt x="7205" y="856"/>
                  </a:lnTo>
                  <a:lnTo>
                    <a:pt x="6985" y="440"/>
                  </a:lnTo>
                  <a:lnTo>
                    <a:pt x="6839" y="1"/>
                  </a:lnTo>
                  <a:close/>
                </a:path>
              </a:pathLst>
            </a:custGeom>
            <a:solidFill>
              <a:srgbClr val="184769"/>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892" name="Google Shape;892;p7"/>
            <p:cNvSpPr/>
            <p:nvPr/>
          </p:nvSpPr>
          <p:spPr>
            <a:xfrm>
              <a:off x="5461575" y="5316900"/>
              <a:ext cx="89175" cy="159975"/>
            </a:xfrm>
            <a:custGeom>
              <a:rect b="b" l="l" r="r" t="t"/>
              <a:pathLst>
                <a:path extrusionOk="0" h="6399" w="3567">
                  <a:moveTo>
                    <a:pt x="1491" y="0"/>
                  </a:moveTo>
                  <a:lnTo>
                    <a:pt x="1393" y="2858"/>
                  </a:lnTo>
                  <a:lnTo>
                    <a:pt x="1198" y="2907"/>
                  </a:lnTo>
                  <a:lnTo>
                    <a:pt x="1002" y="3004"/>
                  </a:lnTo>
                  <a:lnTo>
                    <a:pt x="807" y="3102"/>
                  </a:lnTo>
                  <a:lnTo>
                    <a:pt x="636" y="3224"/>
                  </a:lnTo>
                  <a:lnTo>
                    <a:pt x="489" y="3346"/>
                  </a:lnTo>
                  <a:lnTo>
                    <a:pt x="392" y="3493"/>
                  </a:lnTo>
                  <a:lnTo>
                    <a:pt x="269" y="3639"/>
                  </a:lnTo>
                  <a:lnTo>
                    <a:pt x="196" y="3786"/>
                  </a:lnTo>
                  <a:lnTo>
                    <a:pt x="123" y="3932"/>
                  </a:lnTo>
                  <a:lnTo>
                    <a:pt x="74" y="4103"/>
                  </a:lnTo>
                  <a:lnTo>
                    <a:pt x="25" y="4274"/>
                  </a:lnTo>
                  <a:lnTo>
                    <a:pt x="1" y="4445"/>
                  </a:lnTo>
                  <a:lnTo>
                    <a:pt x="1" y="4616"/>
                  </a:lnTo>
                  <a:lnTo>
                    <a:pt x="1" y="4787"/>
                  </a:lnTo>
                  <a:lnTo>
                    <a:pt x="25" y="4958"/>
                  </a:lnTo>
                  <a:lnTo>
                    <a:pt x="74" y="5129"/>
                  </a:lnTo>
                  <a:lnTo>
                    <a:pt x="123" y="5276"/>
                  </a:lnTo>
                  <a:lnTo>
                    <a:pt x="196" y="5447"/>
                  </a:lnTo>
                  <a:lnTo>
                    <a:pt x="294" y="5593"/>
                  </a:lnTo>
                  <a:lnTo>
                    <a:pt x="416" y="5740"/>
                  </a:lnTo>
                  <a:lnTo>
                    <a:pt x="538" y="5886"/>
                  </a:lnTo>
                  <a:lnTo>
                    <a:pt x="660" y="6008"/>
                  </a:lnTo>
                  <a:lnTo>
                    <a:pt x="807" y="6106"/>
                  </a:lnTo>
                  <a:lnTo>
                    <a:pt x="953" y="6179"/>
                  </a:lnTo>
                  <a:lnTo>
                    <a:pt x="1124" y="6252"/>
                  </a:lnTo>
                  <a:lnTo>
                    <a:pt x="1271" y="6326"/>
                  </a:lnTo>
                  <a:lnTo>
                    <a:pt x="1442" y="6350"/>
                  </a:lnTo>
                  <a:lnTo>
                    <a:pt x="1613" y="6375"/>
                  </a:lnTo>
                  <a:lnTo>
                    <a:pt x="1784" y="6399"/>
                  </a:lnTo>
                  <a:lnTo>
                    <a:pt x="1955" y="6375"/>
                  </a:lnTo>
                  <a:lnTo>
                    <a:pt x="2126" y="6350"/>
                  </a:lnTo>
                  <a:lnTo>
                    <a:pt x="2297" y="6301"/>
                  </a:lnTo>
                  <a:lnTo>
                    <a:pt x="2468" y="6252"/>
                  </a:lnTo>
                  <a:lnTo>
                    <a:pt x="2614" y="6179"/>
                  </a:lnTo>
                  <a:lnTo>
                    <a:pt x="2785" y="6082"/>
                  </a:lnTo>
                  <a:lnTo>
                    <a:pt x="2932" y="5984"/>
                  </a:lnTo>
                  <a:lnTo>
                    <a:pt x="3054" y="5862"/>
                  </a:lnTo>
                  <a:lnTo>
                    <a:pt x="3176" y="5715"/>
                  </a:lnTo>
                  <a:lnTo>
                    <a:pt x="3273" y="5569"/>
                  </a:lnTo>
                  <a:lnTo>
                    <a:pt x="3371" y="5422"/>
                  </a:lnTo>
                  <a:lnTo>
                    <a:pt x="3444" y="5276"/>
                  </a:lnTo>
                  <a:lnTo>
                    <a:pt x="3493" y="5105"/>
                  </a:lnTo>
                  <a:lnTo>
                    <a:pt x="3542" y="4934"/>
                  </a:lnTo>
                  <a:lnTo>
                    <a:pt x="3567" y="4763"/>
                  </a:lnTo>
                  <a:lnTo>
                    <a:pt x="3567" y="4592"/>
                  </a:lnTo>
                  <a:lnTo>
                    <a:pt x="3567" y="4421"/>
                  </a:lnTo>
                  <a:lnTo>
                    <a:pt x="3542" y="4250"/>
                  </a:lnTo>
                  <a:lnTo>
                    <a:pt x="3493" y="4079"/>
                  </a:lnTo>
                  <a:lnTo>
                    <a:pt x="3420" y="3908"/>
                  </a:lnTo>
                  <a:lnTo>
                    <a:pt x="3347" y="3761"/>
                  </a:lnTo>
                  <a:lnTo>
                    <a:pt x="3273" y="3615"/>
                  </a:lnTo>
                  <a:lnTo>
                    <a:pt x="3151" y="3468"/>
                  </a:lnTo>
                  <a:lnTo>
                    <a:pt x="2980" y="3273"/>
                  </a:lnTo>
                  <a:lnTo>
                    <a:pt x="2761" y="3102"/>
                  </a:lnTo>
                  <a:lnTo>
                    <a:pt x="2541" y="2980"/>
                  </a:lnTo>
                  <a:lnTo>
                    <a:pt x="2321" y="2907"/>
                  </a:lnTo>
                  <a:lnTo>
                    <a:pt x="2419" y="25"/>
                  </a:lnTo>
                  <a:lnTo>
                    <a:pt x="2419" y="25"/>
                  </a:lnTo>
                  <a:lnTo>
                    <a:pt x="2126" y="49"/>
                  </a:lnTo>
                  <a:lnTo>
                    <a:pt x="1808" y="25"/>
                  </a:lnTo>
                  <a:lnTo>
                    <a:pt x="1491" y="0"/>
                  </a:lnTo>
                  <a:close/>
                </a:path>
              </a:pathLst>
            </a:custGeom>
            <a:solidFill>
              <a:srgbClr val="184769"/>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893" name="Google Shape;893;p7"/>
            <p:cNvSpPr/>
            <p:nvPr/>
          </p:nvSpPr>
          <p:spPr>
            <a:xfrm>
              <a:off x="5619100" y="5194175"/>
              <a:ext cx="161850" cy="89775"/>
            </a:xfrm>
            <a:custGeom>
              <a:rect b="b" l="l" r="r" t="t"/>
              <a:pathLst>
                <a:path extrusionOk="0" h="3591" w="6474">
                  <a:moveTo>
                    <a:pt x="4592" y="0"/>
                  </a:moveTo>
                  <a:lnTo>
                    <a:pt x="4422" y="25"/>
                  </a:lnTo>
                  <a:lnTo>
                    <a:pt x="4251" y="73"/>
                  </a:lnTo>
                  <a:lnTo>
                    <a:pt x="4080" y="122"/>
                  </a:lnTo>
                  <a:lnTo>
                    <a:pt x="3884" y="196"/>
                  </a:lnTo>
                  <a:lnTo>
                    <a:pt x="3713" y="293"/>
                  </a:lnTo>
                  <a:lnTo>
                    <a:pt x="3567" y="391"/>
                  </a:lnTo>
                  <a:lnTo>
                    <a:pt x="3420" y="513"/>
                  </a:lnTo>
                  <a:lnTo>
                    <a:pt x="3298" y="660"/>
                  </a:lnTo>
                  <a:lnTo>
                    <a:pt x="3200" y="806"/>
                  </a:lnTo>
                  <a:lnTo>
                    <a:pt x="3103" y="953"/>
                  </a:lnTo>
                  <a:lnTo>
                    <a:pt x="3029" y="1124"/>
                  </a:lnTo>
                  <a:lnTo>
                    <a:pt x="99" y="757"/>
                  </a:lnTo>
                  <a:lnTo>
                    <a:pt x="74" y="1221"/>
                  </a:lnTo>
                  <a:lnTo>
                    <a:pt x="1" y="1661"/>
                  </a:lnTo>
                  <a:lnTo>
                    <a:pt x="2907" y="2027"/>
                  </a:lnTo>
                  <a:lnTo>
                    <a:pt x="2932" y="2223"/>
                  </a:lnTo>
                  <a:lnTo>
                    <a:pt x="3005" y="2418"/>
                  </a:lnTo>
                  <a:lnTo>
                    <a:pt x="3078" y="2565"/>
                  </a:lnTo>
                  <a:lnTo>
                    <a:pt x="3152" y="2736"/>
                  </a:lnTo>
                  <a:lnTo>
                    <a:pt x="3249" y="2882"/>
                  </a:lnTo>
                  <a:lnTo>
                    <a:pt x="3371" y="3004"/>
                  </a:lnTo>
                  <a:lnTo>
                    <a:pt x="3493" y="3126"/>
                  </a:lnTo>
                  <a:lnTo>
                    <a:pt x="3616" y="3248"/>
                  </a:lnTo>
                  <a:lnTo>
                    <a:pt x="3762" y="3346"/>
                  </a:lnTo>
                  <a:lnTo>
                    <a:pt x="3909" y="3419"/>
                  </a:lnTo>
                  <a:lnTo>
                    <a:pt x="4080" y="3493"/>
                  </a:lnTo>
                  <a:lnTo>
                    <a:pt x="4251" y="3541"/>
                  </a:lnTo>
                  <a:lnTo>
                    <a:pt x="4422" y="3566"/>
                  </a:lnTo>
                  <a:lnTo>
                    <a:pt x="4592" y="3590"/>
                  </a:lnTo>
                  <a:lnTo>
                    <a:pt x="4763" y="3590"/>
                  </a:lnTo>
                  <a:lnTo>
                    <a:pt x="4934" y="3566"/>
                  </a:lnTo>
                  <a:lnTo>
                    <a:pt x="5105" y="3541"/>
                  </a:lnTo>
                  <a:lnTo>
                    <a:pt x="5276" y="3468"/>
                  </a:lnTo>
                  <a:lnTo>
                    <a:pt x="5447" y="3419"/>
                  </a:lnTo>
                  <a:lnTo>
                    <a:pt x="5618" y="3322"/>
                  </a:lnTo>
                  <a:lnTo>
                    <a:pt x="5765" y="3224"/>
                  </a:lnTo>
                  <a:lnTo>
                    <a:pt x="5887" y="3102"/>
                  </a:lnTo>
                  <a:lnTo>
                    <a:pt x="6009" y="2980"/>
                  </a:lnTo>
                  <a:lnTo>
                    <a:pt x="6131" y="2858"/>
                  </a:lnTo>
                  <a:lnTo>
                    <a:pt x="6204" y="2711"/>
                  </a:lnTo>
                  <a:lnTo>
                    <a:pt x="6302" y="2565"/>
                  </a:lnTo>
                  <a:lnTo>
                    <a:pt x="6351" y="2394"/>
                  </a:lnTo>
                  <a:lnTo>
                    <a:pt x="6400" y="2223"/>
                  </a:lnTo>
                  <a:lnTo>
                    <a:pt x="6449" y="2076"/>
                  </a:lnTo>
                  <a:lnTo>
                    <a:pt x="6473" y="1881"/>
                  </a:lnTo>
                  <a:lnTo>
                    <a:pt x="6473" y="1710"/>
                  </a:lnTo>
                  <a:lnTo>
                    <a:pt x="6449" y="1539"/>
                  </a:lnTo>
                  <a:lnTo>
                    <a:pt x="6424" y="1368"/>
                  </a:lnTo>
                  <a:lnTo>
                    <a:pt x="6351" y="1197"/>
                  </a:lnTo>
                  <a:lnTo>
                    <a:pt x="6278" y="1026"/>
                  </a:lnTo>
                  <a:lnTo>
                    <a:pt x="6204" y="855"/>
                  </a:lnTo>
                  <a:lnTo>
                    <a:pt x="6107" y="708"/>
                  </a:lnTo>
                  <a:lnTo>
                    <a:pt x="5985" y="586"/>
                  </a:lnTo>
                  <a:lnTo>
                    <a:pt x="5862" y="464"/>
                  </a:lnTo>
                  <a:lnTo>
                    <a:pt x="5740" y="342"/>
                  </a:lnTo>
                  <a:lnTo>
                    <a:pt x="5594" y="269"/>
                  </a:lnTo>
                  <a:lnTo>
                    <a:pt x="5447" y="171"/>
                  </a:lnTo>
                  <a:lnTo>
                    <a:pt x="5276" y="122"/>
                  </a:lnTo>
                  <a:lnTo>
                    <a:pt x="5105" y="73"/>
                  </a:lnTo>
                  <a:lnTo>
                    <a:pt x="4934" y="25"/>
                  </a:lnTo>
                  <a:lnTo>
                    <a:pt x="4763" y="25"/>
                  </a:lnTo>
                  <a:lnTo>
                    <a:pt x="4592" y="0"/>
                  </a:lnTo>
                  <a:close/>
                </a:path>
              </a:pathLst>
            </a:custGeom>
            <a:solidFill>
              <a:srgbClr val="184769"/>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894" name="Google Shape;894;p7"/>
            <p:cNvSpPr/>
            <p:nvPr/>
          </p:nvSpPr>
          <p:spPr>
            <a:xfrm>
              <a:off x="5420075" y="5116000"/>
              <a:ext cx="189300" cy="189925"/>
            </a:xfrm>
            <a:custGeom>
              <a:rect b="b" l="l" r="r" t="t"/>
              <a:pathLst>
                <a:path extrusionOk="0" h="7597" w="7572">
                  <a:moveTo>
                    <a:pt x="3786" y="1"/>
                  </a:moveTo>
                  <a:lnTo>
                    <a:pt x="3395" y="25"/>
                  </a:lnTo>
                  <a:lnTo>
                    <a:pt x="3028" y="74"/>
                  </a:lnTo>
                  <a:lnTo>
                    <a:pt x="2662" y="172"/>
                  </a:lnTo>
                  <a:lnTo>
                    <a:pt x="2320" y="294"/>
                  </a:lnTo>
                  <a:lnTo>
                    <a:pt x="1978" y="465"/>
                  </a:lnTo>
                  <a:lnTo>
                    <a:pt x="1661" y="660"/>
                  </a:lnTo>
                  <a:lnTo>
                    <a:pt x="1392" y="880"/>
                  </a:lnTo>
                  <a:lnTo>
                    <a:pt x="1123" y="1124"/>
                  </a:lnTo>
                  <a:lnTo>
                    <a:pt x="879" y="1393"/>
                  </a:lnTo>
                  <a:lnTo>
                    <a:pt x="659" y="1686"/>
                  </a:lnTo>
                  <a:lnTo>
                    <a:pt x="464" y="1979"/>
                  </a:lnTo>
                  <a:lnTo>
                    <a:pt x="293" y="2321"/>
                  </a:lnTo>
                  <a:lnTo>
                    <a:pt x="171" y="2663"/>
                  </a:lnTo>
                  <a:lnTo>
                    <a:pt x="73" y="3029"/>
                  </a:lnTo>
                  <a:lnTo>
                    <a:pt x="24" y="3420"/>
                  </a:lnTo>
                  <a:lnTo>
                    <a:pt x="0" y="3787"/>
                  </a:lnTo>
                  <a:lnTo>
                    <a:pt x="24" y="4177"/>
                  </a:lnTo>
                  <a:lnTo>
                    <a:pt x="73" y="4568"/>
                  </a:lnTo>
                  <a:lnTo>
                    <a:pt x="171" y="4934"/>
                  </a:lnTo>
                  <a:lnTo>
                    <a:pt x="293" y="5276"/>
                  </a:lnTo>
                  <a:lnTo>
                    <a:pt x="464" y="5594"/>
                  </a:lnTo>
                  <a:lnTo>
                    <a:pt x="659" y="5911"/>
                  </a:lnTo>
                  <a:lnTo>
                    <a:pt x="879" y="6204"/>
                  </a:lnTo>
                  <a:lnTo>
                    <a:pt x="1123" y="6473"/>
                  </a:lnTo>
                  <a:lnTo>
                    <a:pt x="1392" y="6717"/>
                  </a:lnTo>
                  <a:lnTo>
                    <a:pt x="1661" y="6937"/>
                  </a:lnTo>
                  <a:lnTo>
                    <a:pt x="1978" y="7133"/>
                  </a:lnTo>
                  <a:lnTo>
                    <a:pt x="2320" y="7279"/>
                  </a:lnTo>
                  <a:lnTo>
                    <a:pt x="2662" y="7426"/>
                  </a:lnTo>
                  <a:lnTo>
                    <a:pt x="3028" y="7499"/>
                  </a:lnTo>
                  <a:lnTo>
                    <a:pt x="3395" y="7572"/>
                  </a:lnTo>
                  <a:lnTo>
                    <a:pt x="3786" y="7597"/>
                  </a:lnTo>
                  <a:lnTo>
                    <a:pt x="4176" y="7572"/>
                  </a:lnTo>
                  <a:lnTo>
                    <a:pt x="4567" y="7499"/>
                  </a:lnTo>
                  <a:lnTo>
                    <a:pt x="4909" y="7426"/>
                  </a:lnTo>
                  <a:lnTo>
                    <a:pt x="5275" y="7279"/>
                  </a:lnTo>
                  <a:lnTo>
                    <a:pt x="5593" y="7133"/>
                  </a:lnTo>
                  <a:lnTo>
                    <a:pt x="5910" y="6937"/>
                  </a:lnTo>
                  <a:lnTo>
                    <a:pt x="6203" y="6717"/>
                  </a:lnTo>
                  <a:lnTo>
                    <a:pt x="6472" y="6473"/>
                  </a:lnTo>
                  <a:lnTo>
                    <a:pt x="6716" y="6204"/>
                  </a:lnTo>
                  <a:lnTo>
                    <a:pt x="6936" y="5911"/>
                  </a:lnTo>
                  <a:lnTo>
                    <a:pt x="7132" y="5594"/>
                  </a:lnTo>
                  <a:lnTo>
                    <a:pt x="7278" y="5276"/>
                  </a:lnTo>
                  <a:lnTo>
                    <a:pt x="7425" y="4934"/>
                  </a:lnTo>
                  <a:lnTo>
                    <a:pt x="7498" y="4568"/>
                  </a:lnTo>
                  <a:lnTo>
                    <a:pt x="7571" y="4177"/>
                  </a:lnTo>
                  <a:lnTo>
                    <a:pt x="7571" y="3787"/>
                  </a:lnTo>
                  <a:lnTo>
                    <a:pt x="7571" y="3420"/>
                  </a:lnTo>
                  <a:lnTo>
                    <a:pt x="7498" y="3029"/>
                  </a:lnTo>
                  <a:lnTo>
                    <a:pt x="7425" y="2663"/>
                  </a:lnTo>
                  <a:lnTo>
                    <a:pt x="7278" y="2321"/>
                  </a:lnTo>
                  <a:lnTo>
                    <a:pt x="7132" y="1979"/>
                  </a:lnTo>
                  <a:lnTo>
                    <a:pt x="6936" y="1686"/>
                  </a:lnTo>
                  <a:lnTo>
                    <a:pt x="6716" y="1393"/>
                  </a:lnTo>
                  <a:lnTo>
                    <a:pt x="6472" y="1124"/>
                  </a:lnTo>
                  <a:lnTo>
                    <a:pt x="6203" y="880"/>
                  </a:lnTo>
                  <a:lnTo>
                    <a:pt x="5910" y="660"/>
                  </a:lnTo>
                  <a:lnTo>
                    <a:pt x="5593" y="465"/>
                  </a:lnTo>
                  <a:lnTo>
                    <a:pt x="5275" y="294"/>
                  </a:lnTo>
                  <a:lnTo>
                    <a:pt x="4909" y="172"/>
                  </a:lnTo>
                  <a:lnTo>
                    <a:pt x="4567" y="74"/>
                  </a:lnTo>
                  <a:lnTo>
                    <a:pt x="4176" y="25"/>
                  </a:lnTo>
                  <a:lnTo>
                    <a:pt x="3786" y="1"/>
                  </a:lnTo>
                  <a:close/>
                </a:path>
              </a:pathLst>
            </a:custGeom>
            <a:solidFill>
              <a:srgbClr val="184769"/>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grpSp>
      <p:sp>
        <p:nvSpPr>
          <p:cNvPr id="895" name="Google Shape;895;p7"/>
          <p:cNvSpPr/>
          <p:nvPr/>
        </p:nvSpPr>
        <p:spPr>
          <a:xfrm>
            <a:off x="47199" y="4430470"/>
            <a:ext cx="505231" cy="459562"/>
          </a:xfrm>
          <a:custGeom>
            <a:rect b="b" l="l" r="r" t="t"/>
            <a:pathLst>
              <a:path extrusionOk="0" h="14752" w="16218">
                <a:moveTo>
                  <a:pt x="7694" y="0"/>
                </a:moveTo>
                <a:lnTo>
                  <a:pt x="7279" y="25"/>
                </a:lnTo>
                <a:lnTo>
                  <a:pt x="6863" y="74"/>
                </a:lnTo>
                <a:lnTo>
                  <a:pt x="6473" y="123"/>
                </a:lnTo>
                <a:lnTo>
                  <a:pt x="6082" y="196"/>
                </a:lnTo>
                <a:lnTo>
                  <a:pt x="5691" y="293"/>
                </a:lnTo>
                <a:lnTo>
                  <a:pt x="5325" y="416"/>
                </a:lnTo>
                <a:lnTo>
                  <a:pt x="4958" y="538"/>
                </a:lnTo>
                <a:lnTo>
                  <a:pt x="4592" y="660"/>
                </a:lnTo>
                <a:lnTo>
                  <a:pt x="4250" y="831"/>
                </a:lnTo>
                <a:lnTo>
                  <a:pt x="3908" y="977"/>
                </a:lnTo>
                <a:lnTo>
                  <a:pt x="3566" y="1173"/>
                </a:lnTo>
                <a:lnTo>
                  <a:pt x="3249" y="1368"/>
                </a:lnTo>
                <a:lnTo>
                  <a:pt x="2956" y="1563"/>
                </a:lnTo>
                <a:lnTo>
                  <a:pt x="2663" y="1783"/>
                </a:lnTo>
                <a:lnTo>
                  <a:pt x="2370" y="2003"/>
                </a:lnTo>
                <a:lnTo>
                  <a:pt x="2101" y="2247"/>
                </a:lnTo>
                <a:lnTo>
                  <a:pt x="1857" y="2492"/>
                </a:lnTo>
                <a:lnTo>
                  <a:pt x="1612" y="2760"/>
                </a:lnTo>
                <a:lnTo>
                  <a:pt x="1393" y="3029"/>
                </a:lnTo>
                <a:lnTo>
                  <a:pt x="1173" y="3298"/>
                </a:lnTo>
                <a:lnTo>
                  <a:pt x="977" y="3591"/>
                </a:lnTo>
                <a:lnTo>
                  <a:pt x="807" y="3884"/>
                </a:lnTo>
                <a:lnTo>
                  <a:pt x="636" y="4201"/>
                </a:lnTo>
                <a:lnTo>
                  <a:pt x="489" y="4519"/>
                </a:lnTo>
                <a:lnTo>
                  <a:pt x="367" y="4836"/>
                </a:lnTo>
                <a:lnTo>
                  <a:pt x="245" y="5154"/>
                </a:lnTo>
                <a:lnTo>
                  <a:pt x="172" y="5496"/>
                </a:lnTo>
                <a:lnTo>
                  <a:pt x="98" y="5838"/>
                </a:lnTo>
                <a:lnTo>
                  <a:pt x="49" y="6179"/>
                </a:lnTo>
                <a:lnTo>
                  <a:pt x="1" y="6521"/>
                </a:lnTo>
                <a:lnTo>
                  <a:pt x="1" y="6888"/>
                </a:lnTo>
                <a:lnTo>
                  <a:pt x="1" y="7254"/>
                </a:lnTo>
                <a:lnTo>
                  <a:pt x="49" y="7645"/>
                </a:lnTo>
                <a:lnTo>
                  <a:pt x="98" y="8011"/>
                </a:lnTo>
                <a:lnTo>
                  <a:pt x="196" y="8353"/>
                </a:lnTo>
                <a:lnTo>
                  <a:pt x="294" y="8719"/>
                </a:lnTo>
                <a:lnTo>
                  <a:pt x="416" y="9061"/>
                </a:lnTo>
                <a:lnTo>
                  <a:pt x="562" y="9403"/>
                </a:lnTo>
                <a:lnTo>
                  <a:pt x="733" y="9745"/>
                </a:lnTo>
                <a:lnTo>
                  <a:pt x="904" y="10063"/>
                </a:lnTo>
                <a:lnTo>
                  <a:pt x="1100" y="10356"/>
                </a:lnTo>
                <a:lnTo>
                  <a:pt x="1344" y="10673"/>
                </a:lnTo>
                <a:lnTo>
                  <a:pt x="1564" y="10966"/>
                </a:lnTo>
                <a:lnTo>
                  <a:pt x="1832" y="11235"/>
                </a:lnTo>
                <a:lnTo>
                  <a:pt x="2101" y="11504"/>
                </a:lnTo>
                <a:lnTo>
                  <a:pt x="2394" y="11772"/>
                </a:lnTo>
                <a:lnTo>
                  <a:pt x="2687" y="12017"/>
                </a:lnTo>
                <a:lnTo>
                  <a:pt x="2492" y="12383"/>
                </a:lnTo>
                <a:lnTo>
                  <a:pt x="2272" y="12749"/>
                </a:lnTo>
                <a:lnTo>
                  <a:pt x="2028" y="13140"/>
                </a:lnTo>
                <a:lnTo>
                  <a:pt x="1710" y="13506"/>
                </a:lnTo>
                <a:lnTo>
                  <a:pt x="1368" y="13873"/>
                </a:lnTo>
                <a:lnTo>
                  <a:pt x="1173" y="14044"/>
                </a:lnTo>
                <a:lnTo>
                  <a:pt x="953" y="14190"/>
                </a:lnTo>
                <a:lnTo>
                  <a:pt x="733" y="14337"/>
                </a:lnTo>
                <a:lnTo>
                  <a:pt x="513" y="14483"/>
                </a:lnTo>
                <a:lnTo>
                  <a:pt x="269" y="14581"/>
                </a:lnTo>
                <a:lnTo>
                  <a:pt x="1" y="14703"/>
                </a:lnTo>
                <a:lnTo>
                  <a:pt x="123" y="14703"/>
                </a:lnTo>
                <a:lnTo>
                  <a:pt x="489" y="14752"/>
                </a:lnTo>
                <a:lnTo>
                  <a:pt x="1368" y="14752"/>
                </a:lnTo>
                <a:lnTo>
                  <a:pt x="1710" y="14728"/>
                </a:lnTo>
                <a:lnTo>
                  <a:pt x="2101" y="14654"/>
                </a:lnTo>
                <a:lnTo>
                  <a:pt x="2492" y="14581"/>
                </a:lnTo>
                <a:lnTo>
                  <a:pt x="2907" y="14459"/>
                </a:lnTo>
                <a:lnTo>
                  <a:pt x="3322" y="14312"/>
                </a:lnTo>
                <a:lnTo>
                  <a:pt x="3762" y="14117"/>
                </a:lnTo>
                <a:lnTo>
                  <a:pt x="4177" y="13873"/>
                </a:lnTo>
                <a:lnTo>
                  <a:pt x="4592" y="13604"/>
                </a:lnTo>
                <a:lnTo>
                  <a:pt x="4983" y="13238"/>
                </a:lnTo>
                <a:lnTo>
                  <a:pt x="5349" y="13360"/>
                </a:lnTo>
                <a:lnTo>
                  <a:pt x="5716" y="13482"/>
                </a:lnTo>
                <a:lnTo>
                  <a:pt x="6106" y="13555"/>
                </a:lnTo>
                <a:lnTo>
                  <a:pt x="6497" y="13628"/>
                </a:lnTo>
                <a:lnTo>
                  <a:pt x="6888" y="13702"/>
                </a:lnTo>
                <a:lnTo>
                  <a:pt x="7279" y="13751"/>
                </a:lnTo>
                <a:lnTo>
                  <a:pt x="7694" y="13775"/>
                </a:lnTo>
                <a:lnTo>
                  <a:pt x="8524" y="13775"/>
                </a:lnTo>
                <a:lnTo>
                  <a:pt x="8939" y="13751"/>
                </a:lnTo>
                <a:lnTo>
                  <a:pt x="9355" y="13702"/>
                </a:lnTo>
                <a:lnTo>
                  <a:pt x="9745" y="13628"/>
                </a:lnTo>
                <a:lnTo>
                  <a:pt x="10136" y="13555"/>
                </a:lnTo>
                <a:lnTo>
                  <a:pt x="10527" y="13458"/>
                </a:lnTo>
                <a:lnTo>
                  <a:pt x="10893" y="13360"/>
                </a:lnTo>
                <a:lnTo>
                  <a:pt x="11260" y="13238"/>
                </a:lnTo>
                <a:lnTo>
                  <a:pt x="11626" y="13091"/>
                </a:lnTo>
                <a:lnTo>
                  <a:pt x="11968" y="12945"/>
                </a:lnTo>
                <a:lnTo>
                  <a:pt x="12310" y="12774"/>
                </a:lnTo>
                <a:lnTo>
                  <a:pt x="12652" y="12603"/>
                </a:lnTo>
                <a:lnTo>
                  <a:pt x="12969" y="12407"/>
                </a:lnTo>
                <a:lnTo>
                  <a:pt x="13262" y="12212"/>
                </a:lnTo>
                <a:lnTo>
                  <a:pt x="13555" y="11992"/>
                </a:lnTo>
                <a:lnTo>
                  <a:pt x="13848" y="11748"/>
                </a:lnTo>
                <a:lnTo>
                  <a:pt x="14117" y="11528"/>
                </a:lnTo>
                <a:lnTo>
                  <a:pt x="14361" y="11259"/>
                </a:lnTo>
                <a:lnTo>
                  <a:pt x="14606" y="11015"/>
                </a:lnTo>
                <a:lnTo>
                  <a:pt x="14825" y="10747"/>
                </a:lnTo>
                <a:lnTo>
                  <a:pt x="15045" y="10453"/>
                </a:lnTo>
                <a:lnTo>
                  <a:pt x="15241" y="10160"/>
                </a:lnTo>
                <a:lnTo>
                  <a:pt x="15412" y="9867"/>
                </a:lnTo>
                <a:lnTo>
                  <a:pt x="15582" y="9574"/>
                </a:lnTo>
                <a:lnTo>
                  <a:pt x="15729" y="9257"/>
                </a:lnTo>
                <a:lnTo>
                  <a:pt x="15851" y="8939"/>
                </a:lnTo>
                <a:lnTo>
                  <a:pt x="15973" y="8597"/>
                </a:lnTo>
                <a:lnTo>
                  <a:pt x="16047" y="8280"/>
                </a:lnTo>
                <a:lnTo>
                  <a:pt x="16120" y="7938"/>
                </a:lnTo>
                <a:lnTo>
                  <a:pt x="16169" y="7596"/>
                </a:lnTo>
                <a:lnTo>
                  <a:pt x="16217" y="7230"/>
                </a:lnTo>
                <a:lnTo>
                  <a:pt x="16217" y="6888"/>
                </a:lnTo>
                <a:lnTo>
                  <a:pt x="16217" y="6521"/>
                </a:lnTo>
                <a:lnTo>
                  <a:pt x="16169" y="6179"/>
                </a:lnTo>
                <a:lnTo>
                  <a:pt x="16120" y="5838"/>
                </a:lnTo>
                <a:lnTo>
                  <a:pt x="16047" y="5496"/>
                </a:lnTo>
                <a:lnTo>
                  <a:pt x="15973" y="5154"/>
                </a:lnTo>
                <a:lnTo>
                  <a:pt x="15851" y="4836"/>
                </a:lnTo>
                <a:lnTo>
                  <a:pt x="15729" y="4519"/>
                </a:lnTo>
                <a:lnTo>
                  <a:pt x="15582" y="4201"/>
                </a:lnTo>
                <a:lnTo>
                  <a:pt x="15412" y="3884"/>
                </a:lnTo>
                <a:lnTo>
                  <a:pt x="15241" y="3591"/>
                </a:lnTo>
                <a:lnTo>
                  <a:pt x="15045" y="3298"/>
                </a:lnTo>
                <a:lnTo>
                  <a:pt x="14825" y="3029"/>
                </a:lnTo>
                <a:lnTo>
                  <a:pt x="14606" y="2760"/>
                </a:lnTo>
                <a:lnTo>
                  <a:pt x="14361" y="2492"/>
                </a:lnTo>
                <a:lnTo>
                  <a:pt x="14117" y="2247"/>
                </a:lnTo>
                <a:lnTo>
                  <a:pt x="13848" y="2003"/>
                </a:lnTo>
                <a:lnTo>
                  <a:pt x="13555" y="1783"/>
                </a:lnTo>
                <a:lnTo>
                  <a:pt x="13262" y="1563"/>
                </a:lnTo>
                <a:lnTo>
                  <a:pt x="12969" y="1368"/>
                </a:lnTo>
                <a:lnTo>
                  <a:pt x="12652" y="1173"/>
                </a:lnTo>
                <a:lnTo>
                  <a:pt x="12310" y="977"/>
                </a:lnTo>
                <a:lnTo>
                  <a:pt x="11968" y="831"/>
                </a:lnTo>
                <a:lnTo>
                  <a:pt x="11626" y="660"/>
                </a:lnTo>
                <a:lnTo>
                  <a:pt x="11260" y="538"/>
                </a:lnTo>
                <a:lnTo>
                  <a:pt x="10893" y="416"/>
                </a:lnTo>
                <a:lnTo>
                  <a:pt x="10527" y="293"/>
                </a:lnTo>
                <a:lnTo>
                  <a:pt x="10136" y="196"/>
                </a:lnTo>
                <a:lnTo>
                  <a:pt x="9745" y="123"/>
                </a:lnTo>
                <a:lnTo>
                  <a:pt x="9355" y="74"/>
                </a:lnTo>
                <a:lnTo>
                  <a:pt x="8939" y="25"/>
                </a:lnTo>
                <a:lnTo>
                  <a:pt x="8524" y="0"/>
                </a:lnTo>
                <a:close/>
              </a:path>
            </a:pathLst>
          </a:custGeom>
          <a:solidFill>
            <a:srgbClr val="3292E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p:cSld name="TITLE_1_1">
    <p:spTree>
      <p:nvGrpSpPr>
        <p:cNvPr id="896" name="Shape 896"/>
        <p:cNvGrpSpPr/>
        <p:nvPr/>
      </p:nvGrpSpPr>
      <p:grpSpPr>
        <a:xfrm>
          <a:off x="0" y="0"/>
          <a:ext cx="0" cy="0"/>
          <a:chOff x="0" y="0"/>
          <a:chExt cx="0" cy="0"/>
        </a:xfrm>
      </p:grpSpPr>
      <p:sp>
        <p:nvSpPr>
          <p:cNvPr id="897" name="Google Shape;897;p8"/>
          <p:cNvSpPr txBox="1"/>
          <p:nvPr>
            <p:ph idx="1" type="body"/>
          </p:nvPr>
        </p:nvSpPr>
        <p:spPr>
          <a:xfrm>
            <a:off x="2051200" y="2085600"/>
            <a:ext cx="6282300" cy="819900"/>
          </a:xfrm>
          <a:prstGeom prst="rect">
            <a:avLst/>
          </a:prstGeom>
          <a:noFill/>
          <a:ln>
            <a:noFill/>
          </a:ln>
        </p:spPr>
        <p:txBody>
          <a:bodyPr anchorCtr="0" anchor="ctr" bIns="91425" lIns="91425" spcFirstLastPara="1" rIns="91425" wrap="square" tIns="91425">
            <a:noAutofit/>
          </a:bodyPr>
          <a:lstStyle>
            <a:lvl1pPr indent="-381000" lvl="0" marL="457200" algn="l">
              <a:lnSpc>
                <a:spcPct val="100000"/>
              </a:lnSpc>
              <a:spcBef>
                <a:spcPts val="600"/>
              </a:spcBef>
              <a:spcAft>
                <a:spcPts val="0"/>
              </a:spcAft>
              <a:buSzPts val="2400"/>
              <a:buFont typeface="Nixie One"/>
              <a:buChar char="◇"/>
              <a:defRPr sz="2400">
                <a:latin typeface="Nixie One"/>
                <a:ea typeface="Nixie One"/>
                <a:cs typeface="Nixie One"/>
                <a:sym typeface="Nixie One"/>
              </a:defRPr>
            </a:lvl1pPr>
            <a:lvl2pPr indent="-381000" lvl="1" marL="914400" algn="l">
              <a:lnSpc>
                <a:spcPct val="100000"/>
              </a:lnSpc>
              <a:spcBef>
                <a:spcPts val="0"/>
              </a:spcBef>
              <a:spcAft>
                <a:spcPts val="0"/>
              </a:spcAft>
              <a:buSzPts val="2400"/>
              <a:buFont typeface="Nixie One"/>
              <a:buChar char="￭"/>
              <a:defRPr sz="2400">
                <a:latin typeface="Nixie One"/>
                <a:ea typeface="Nixie One"/>
                <a:cs typeface="Nixie One"/>
                <a:sym typeface="Nixie One"/>
              </a:defRPr>
            </a:lvl2pPr>
            <a:lvl3pPr indent="-381000" lvl="2" marL="1371600" algn="l">
              <a:lnSpc>
                <a:spcPct val="100000"/>
              </a:lnSpc>
              <a:spcBef>
                <a:spcPts val="0"/>
              </a:spcBef>
              <a:spcAft>
                <a:spcPts val="0"/>
              </a:spcAft>
              <a:buSzPts val="2400"/>
              <a:buFont typeface="Nixie One"/>
              <a:buChar char="￮"/>
              <a:defRPr sz="2400">
                <a:latin typeface="Nixie One"/>
                <a:ea typeface="Nixie One"/>
                <a:cs typeface="Nixie One"/>
                <a:sym typeface="Nixie One"/>
              </a:defRPr>
            </a:lvl3pPr>
            <a:lvl4pPr indent="-381000" lvl="3" marL="1828800" algn="l">
              <a:lnSpc>
                <a:spcPct val="100000"/>
              </a:lnSpc>
              <a:spcBef>
                <a:spcPts val="0"/>
              </a:spcBef>
              <a:spcAft>
                <a:spcPts val="0"/>
              </a:spcAft>
              <a:buSzPts val="2400"/>
              <a:buFont typeface="Nixie One"/>
              <a:buChar char="●"/>
              <a:defRPr sz="2400">
                <a:latin typeface="Nixie One"/>
                <a:ea typeface="Nixie One"/>
                <a:cs typeface="Nixie One"/>
                <a:sym typeface="Nixie One"/>
              </a:defRPr>
            </a:lvl4pPr>
            <a:lvl5pPr indent="-381000" lvl="4" marL="2286000" algn="l">
              <a:lnSpc>
                <a:spcPct val="100000"/>
              </a:lnSpc>
              <a:spcBef>
                <a:spcPts val="0"/>
              </a:spcBef>
              <a:spcAft>
                <a:spcPts val="0"/>
              </a:spcAft>
              <a:buSzPts val="2400"/>
              <a:buFont typeface="Nixie One"/>
              <a:buChar char="○"/>
              <a:defRPr sz="2400">
                <a:latin typeface="Nixie One"/>
                <a:ea typeface="Nixie One"/>
                <a:cs typeface="Nixie One"/>
                <a:sym typeface="Nixie One"/>
              </a:defRPr>
            </a:lvl5pPr>
            <a:lvl6pPr indent="-381000" lvl="5" marL="2743200" algn="l">
              <a:lnSpc>
                <a:spcPct val="100000"/>
              </a:lnSpc>
              <a:spcBef>
                <a:spcPts val="0"/>
              </a:spcBef>
              <a:spcAft>
                <a:spcPts val="0"/>
              </a:spcAft>
              <a:buSzPts val="2400"/>
              <a:buFont typeface="Nixie One"/>
              <a:buChar char="■"/>
              <a:defRPr sz="2400">
                <a:latin typeface="Nixie One"/>
                <a:ea typeface="Nixie One"/>
                <a:cs typeface="Nixie One"/>
                <a:sym typeface="Nixie One"/>
              </a:defRPr>
            </a:lvl6pPr>
            <a:lvl7pPr indent="-381000" lvl="6" marL="3200400" algn="l">
              <a:lnSpc>
                <a:spcPct val="100000"/>
              </a:lnSpc>
              <a:spcBef>
                <a:spcPts val="0"/>
              </a:spcBef>
              <a:spcAft>
                <a:spcPts val="0"/>
              </a:spcAft>
              <a:buSzPts val="2400"/>
              <a:buFont typeface="Nixie One"/>
              <a:buChar char="●"/>
              <a:defRPr sz="2400">
                <a:latin typeface="Nixie One"/>
                <a:ea typeface="Nixie One"/>
                <a:cs typeface="Nixie One"/>
                <a:sym typeface="Nixie One"/>
              </a:defRPr>
            </a:lvl7pPr>
            <a:lvl8pPr indent="-381000" lvl="7" marL="3657600" algn="l">
              <a:lnSpc>
                <a:spcPct val="100000"/>
              </a:lnSpc>
              <a:spcBef>
                <a:spcPts val="0"/>
              </a:spcBef>
              <a:spcAft>
                <a:spcPts val="0"/>
              </a:spcAft>
              <a:buSzPts val="2400"/>
              <a:buFont typeface="Nixie One"/>
              <a:buChar char="○"/>
              <a:defRPr sz="2400">
                <a:latin typeface="Nixie One"/>
                <a:ea typeface="Nixie One"/>
                <a:cs typeface="Nixie One"/>
                <a:sym typeface="Nixie One"/>
              </a:defRPr>
            </a:lvl8pPr>
            <a:lvl9pPr indent="-381000" lvl="8" marL="4114800" algn="l">
              <a:lnSpc>
                <a:spcPct val="100000"/>
              </a:lnSpc>
              <a:spcBef>
                <a:spcPts val="0"/>
              </a:spcBef>
              <a:spcAft>
                <a:spcPts val="0"/>
              </a:spcAft>
              <a:buSzPts val="2400"/>
              <a:buFont typeface="Nixie One"/>
              <a:buChar char="■"/>
              <a:defRPr sz="2400">
                <a:latin typeface="Nixie One"/>
                <a:ea typeface="Nixie One"/>
                <a:cs typeface="Nixie One"/>
                <a:sym typeface="Nixie One"/>
              </a:defRPr>
            </a:lvl9pPr>
          </a:lstStyle>
          <a:p/>
        </p:txBody>
      </p:sp>
      <p:grpSp>
        <p:nvGrpSpPr>
          <p:cNvPr id="898" name="Google Shape;898;p8"/>
          <p:cNvGrpSpPr/>
          <p:nvPr/>
        </p:nvGrpSpPr>
        <p:grpSpPr>
          <a:xfrm flipH="1" rot="10800000">
            <a:off x="411207" y="1998368"/>
            <a:ext cx="1322798" cy="1145960"/>
            <a:chOff x="4088875" y="1431100"/>
            <a:chExt cx="3293000" cy="2852775"/>
          </a:xfrm>
        </p:grpSpPr>
        <p:sp>
          <p:nvSpPr>
            <p:cNvPr id="899" name="Google Shape;899;p8"/>
            <p:cNvSpPr/>
            <p:nvPr/>
          </p:nvSpPr>
          <p:spPr>
            <a:xfrm>
              <a:off x="4831475" y="4136025"/>
              <a:ext cx="157950" cy="147850"/>
            </a:xfrm>
            <a:custGeom>
              <a:rect b="b" l="l" r="r" t="t"/>
              <a:pathLst>
                <a:path extrusionOk="0" h="5914" w="6318">
                  <a:moveTo>
                    <a:pt x="404" y="0"/>
                  </a:moveTo>
                  <a:lnTo>
                    <a:pt x="1" y="269"/>
                  </a:lnTo>
                  <a:lnTo>
                    <a:pt x="3227" y="5914"/>
                  </a:lnTo>
                  <a:lnTo>
                    <a:pt x="6318" y="5914"/>
                  </a:lnTo>
                  <a:lnTo>
                    <a:pt x="404" y="0"/>
                  </a:lnTo>
                  <a:close/>
                </a:path>
              </a:pathLst>
            </a:custGeom>
            <a:solidFill>
              <a:srgbClr val="00E2C7"/>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900" name="Google Shape;900;p8"/>
            <p:cNvSpPr/>
            <p:nvPr/>
          </p:nvSpPr>
          <p:spPr>
            <a:xfrm>
              <a:off x="4697075" y="3907525"/>
              <a:ext cx="389800" cy="376350"/>
            </a:xfrm>
            <a:custGeom>
              <a:rect b="b" l="l" r="r" t="t"/>
              <a:pathLst>
                <a:path extrusionOk="0" h="15054" w="15592">
                  <a:moveTo>
                    <a:pt x="538" y="0"/>
                  </a:moveTo>
                  <a:lnTo>
                    <a:pt x="1" y="269"/>
                  </a:lnTo>
                  <a:lnTo>
                    <a:pt x="5377" y="9543"/>
                  </a:lnTo>
                  <a:lnTo>
                    <a:pt x="11022" y="15054"/>
                  </a:lnTo>
                  <a:lnTo>
                    <a:pt x="15592" y="15054"/>
                  </a:lnTo>
                  <a:lnTo>
                    <a:pt x="538" y="0"/>
                  </a:lnTo>
                  <a:close/>
                </a:path>
              </a:pathLst>
            </a:custGeom>
            <a:solidFill>
              <a:srgbClr val="01E0C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901" name="Google Shape;901;p8"/>
            <p:cNvSpPr/>
            <p:nvPr/>
          </p:nvSpPr>
          <p:spPr>
            <a:xfrm>
              <a:off x="4566025" y="3675675"/>
              <a:ext cx="618300" cy="608200"/>
            </a:xfrm>
            <a:custGeom>
              <a:rect b="b" l="l" r="r" t="t"/>
              <a:pathLst>
                <a:path extrusionOk="0" h="24328" w="24732">
                  <a:moveTo>
                    <a:pt x="404" y="0"/>
                  </a:moveTo>
                  <a:lnTo>
                    <a:pt x="1" y="404"/>
                  </a:lnTo>
                  <a:lnTo>
                    <a:pt x="5377" y="9543"/>
                  </a:lnTo>
                  <a:lnTo>
                    <a:pt x="20027" y="24328"/>
                  </a:lnTo>
                  <a:lnTo>
                    <a:pt x="24732" y="24328"/>
                  </a:lnTo>
                  <a:lnTo>
                    <a:pt x="404" y="0"/>
                  </a:lnTo>
                  <a:close/>
                </a:path>
              </a:pathLst>
            </a:custGeom>
            <a:solidFill>
              <a:srgbClr val="02DFC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902" name="Google Shape;902;p8"/>
            <p:cNvSpPr/>
            <p:nvPr/>
          </p:nvSpPr>
          <p:spPr>
            <a:xfrm>
              <a:off x="4434975" y="3447175"/>
              <a:ext cx="846800" cy="836700"/>
            </a:xfrm>
            <a:custGeom>
              <a:rect b="b" l="l" r="r" t="t"/>
              <a:pathLst>
                <a:path extrusionOk="0" h="33468" w="33872">
                  <a:moveTo>
                    <a:pt x="404" y="1"/>
                  </a:moveTo>
                  <a:lnTo>
                    <a:pt x="1" y="270"/>
                  </a:lnTo>
                  <a:lnTo>
                    <a:pt x="5243" y="9544"/>
                  </a:lnTo>
                  <a:lnTo>
                    <a:pt x="29167" y="33468"/>
                  </a:lnTo>
                  <a:lnTo>
                    <a:pt x="33871" y="33468"/>
                  </a:lnTo>
                  <a:lnTo>
                    <a:pt x="404" y="1"/>
                  </a:lnTo>
                  <a:close/>
                </a:path>
              </a:pathLst>
            </a:custGeom>
            <a:solidFill>
              <a:srgbClr val="03DDC9"/>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903" name="Google Shape;903;p8"/>
            <p:cNvSpPr/>
            <p:nvPr/>
          </p:nvSpPr>
          <p:spPr>
            <a:xfrm>
              <a:off x="4300575" y="3218700"/>
              <a:ext cx="1078650" cy="1065175"/>
            </a:xfrm>
            <a:custGeom>
              <a:rect b="b" l="l" r="r" t="t"/>
              <a:pathLst>
                <a:path extrusionOk="0" h="42607" w="43146">
                  <a:moveTo>
                    <a:pt x="404" y="0"/>
                  </a:moveTo>
                  <a:lnTo>
                    <a:pt x="0" y="269"/>
                  </a:lnTo>
                  <a:lnTo>
                    <a:pt x="5377" y="9543"/>
                  </a:lnTo>
                  <a:lnTo>
                    <a:pt x="38441" y="42607"/>
                  </a:lnTo>
                  <a:lnTo>
                    <a:pt x="43145" y="42607"/>
                  </a:lnTo>
                  <a:lnTo>
                    <a:pt x="404" y="0"/>
                  </a:lnTo>
                  <a:close/>
                </a:path>
              </a:pathLst>
            </a:custGeom>
            <a:solidFill>
              <a:srgbClr val="04DBC9"/>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904" name="Google Shape;904;p8"/>
            <p:cNvSpPr/>
            <p:nvPr/>
          </p:nvSpPr>
          <p:spPr>
            <a:xfrm>
              <a:off x="4169525" y="2990200"/>
              <a:ext cx="1307150" cy="1293675"/>
            </a:xfrm>
            <a:custGeom>
              <a:rect b="b" l="l" r="r" t="t"/>
              <a:pathLst>
                <a:path extrusionOk="0" h="51747" w="52286">
                  <a:moveTo>
                    <a:pt x="404" y="1"/>
                  </a:moveTo>
                  <a:lnTo>
                    <a:pt x="1" y="269"/>
                  </a:lnTo>
                  <a:lnTo>
                    <a:pt x="5242" y="9409"/>
                  </a:lnTo>
                  <a:lnTo>
                    <a:pt x="47581" y="51747"/>
                  </a:lnTo>
                  <a:lnTo>
                    <a:pt x="52285" y="51747"/>
                  </a:lnTo>
                  <a:lnTo>
                    <a:pt x="404" y="1"/>
                  </a:lnTo>
                  <a:close/>
                </a:path>
              </a:pathLst>
            </a:custGeom>
            <a:solidFill>
              <a:srgbClr val="06D9CA"/>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905" name="Google Shape;905;p8"/>
            <p:cNvSpPr/>
            <p:nvPr/>
          </p:nvSpPr>
          <p:spPr>
            <a:xfrm>
              <a:off x="4088875" y="2822200"/>
              <a:ext cx="1481875" cy="1461675"/>
            </a:xfrm>
            <a:custGeom>
              <a:rect b="b" l="l" r="r" t="t"/>
              <a:pathLst>
                <a:path extrusionOk="0" h="58467" w="59275">
                  <a:moveTo>
                    <a:pt x="807" y="0"/>
                  </a:moveTo>
                  <a:lnTo>
                    <a:pt x="1" y="1479"/>
                  </a:lnTo>
                  <a:lnTo>
                    <a:pt x="3227" y="6989"/>
                  </a:lnTo>
                  <a:lnTo>
                    <a:pt x="54705" y="58467"/>
                  </a:lnTo>
                  <a:lnTo>
                    <a:pt x="59274" y="58467"/>
                  </a:lnTo>
                  <a:lnTo>
                    <a:pt x="807" y="0"/>
                  </a:lnTo>
                  <a:close/>
                </a:path>
              </a:pathLst>
            </a:custGeom>
            <a:solidFill>
              <a:srgbClr val="07D8C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906" name="Google Shape;906;p8"/>
            <p:cNvSpPr/>
            <p:nvPr/>
          </p:nvSpPr>
          <p:spPr>
            <a:xfrm>
              <a:off x="4102325" y="2761700"/>
              <a:ext cx="1565875" cy="1522175"/>
            </a:xfrm>
            <a:custGeom>
              <a:rect b="b" l="l" r="r" t="t"/>
              <a:pathLst>
                <a:path extrusionOk="0" h="60887" w="62635">
                  <a:moveTo>
                    <a:pt x="1748" y="1"/>
                  </a:moveTo>
                  <a:lnTo>
                    <a:pt x="0" y="2823"/>
                  </a:lnTo>
                  <a:lnTo>
                    <a:pt x="58064" y="60887"/>
                  </a:lnTo>
                  <a:lnTo>
                    <a:pt x="62634" y="60887"/>
                  </a:lnTo>
                  <a:lnTo>
                    <a:pt x="1748" y="1"/>
                  </a:lnTo>
                  <a:close/>
                </a:path>
              </a:pathLst>
            </a:custGeom>
            <a:solidFill>
              <a:srgbClr val="08D6C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907" name="Google Shape;907;p8"/>
            <p:cNvSpPr/>
            <p:nvPr/>
          </p:nvSpPr>
          <p:spPr>
            <a:xfrm>
              <a:off x="4139275" y="2697875"/>
              <a:ext cx="1626375" cy="1586000"/>
            </a:xfrm>
            <a:custGeom>
              <a:rect b="b" l="l" r="r" t="t"/>
              <a:pathLst>
                <a:path extrusionOk="0" h="63440" w="65055">
                  <a:moveTo>
                    <a:pt x="1614" y="0"/>
                  </a:moveTo>
                  <a:lnTo>
                    <a:pt x="1" y="2957"/>
                  </a:lnTo>
                  <a:lnTo>
                    <a:pt x="60484" y="63440"/>
                  </a:lnTo>
                  <a:lnTo>
                    <a:pt x="65054" y="63440"/>
                  </a:lnTo>
                  <a:lnTo>
                    <a:pt x="1614" y="0"/>
                  </a:lnTo>
                  <a:close/>
                </a:path>
              </a:pathLst>
            </a:custGeom>
            <a:solidFill>
              <a:srgbClr val="09D4C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908" name="Google Shape;908;p8"/>
            <p:cNvSpPr/>
            <p:nvPr/>
          </p:nvSpPr>
          <p:spPr>
            <a:xfrm>
              <a:off x="4172900" y="2637375"/>
              <a:ext cx="1690175" cy="1646500"/>
            </a:xfrm>
            <a:custGeom>
              <a:rect b="b" l="l" r="r" t="t"/>
              <a:pathLst>
                <a:path extrusionOk="0" h="65860" w="67607">
                  <a:moveTo>
                    <a:pt x="1747" y="1"/>
                  </a:moveTo>
                  <a:lnTo>
                    <a:pt x="0" y="2958"/>
                  </a:lnTo>
                  <a:lnTo>
                    <a:pt x="62903" y="65860"/>
                  </a:lnTo>
                  <a:lnTo>
                    <a:pt x="67607" y="65860"/>
                  </a:lnTo>
                  <a:lnTo>
                    <a:pt x="1747" y="1"/>
                  </a:lnTo>
                  <a:close/>
                </a:path>
              </a:pathLst>
            </a:custGeom>
            <a:solidFill>
              <a:srgbClr val="0AD3C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909" name="Google Shape;909;p8"/>
            <p:cNvSpPr/>
            <p:nvPr/>
          </p:nvSpPr>
          <p:spPr>
            <a:xfrm>
              <a:off x="4209850" y="2576900"/>
              <a:ext cx="1750675" cy="1706975"/>
            </a:xfrm>
            <a:custGeom>
              <a:rect b="b" l="l" r="r" t="t"/>
              <a:pathLst>
                <a:path extrusionOk="0" h="68279" w="70027">
                  <a:moveTo>
                    <a:pt x="1613" y="1"/>
                  </a:moveTo>
                  <a:lnTo>
                    <a:pt x="0" y="2823"/>
                  </a:lnTo>
                  <a:lnTo>
                    <a:pt x="65322" y="68279"/>
                  </a:lnTo>
                  <a:lnTo>
                    <a:pt x="70027" y="68279"/>
                  </a:lnTo>
                  <a:lnTo>
                    <a:pt x="1613" y="1"/>
                  </a:lnTo>
                  <a:close/>
                </a:path>
              </a:pathLst>
            </a:custGeom>
            <a:solidFill>
              <a:srgbClr val="0BD1C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910" name="Google Shape;910;p8"/>
            <p:cNvSpPr/>
            <p:nvPr/>
          </p:nvSpPr>
          <p:spPr>
            <a:xfrm>
              <a:off x="4243450" y="2513050"/>
              <a:ext cx="1814525" cy="1770825"/>
            </a:xfrm>
            <a:custGeom>
              <a:rect b="b" l="l" r="r" t="t"/>
              <a:pathLst>
                <a:path extrusionOk="0" h="70833" w="72581">
                  <a:moveTo>
                    <a:pt x="1748" y="1"/>
                  </a:moveTo>
                  <a:lnTo>
                    <a:pt x="1" y="2958"/>
                  </a:lnTo>
                  <a:lnTo>
                    <a:pt x="67876" y="70833"/>
                  </a:lnTo>
                  <a:lnTo>
                    <a:pt x="72581" y="70833"/>
                  </a:lnTo>
                  <a:lnTo>
                    <a:pt x="1748" y="1"/>
                  </a:lnTo>
                  <a:close/>
                </a:path>
              </a:pathLst>
            </a:custGeom>
            <a:solidFill>
              <a:srgbClr val="0CCFC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911" name="Google Shape;911;p8"/>
            <p:cNvSpPr/>
            <p:nvPr/>
          </p:nvSpPr>
          <p:spPr>
            <a:xfrm>
              <a:off x="4280425" y="2452575"/>
              <a:ext cx="1875000" cy="1831300"/>
            </a:xfrm>
            <a:custGeom>
              <a:rect b="b" l="l" r="r" t="t"/>
              <a:pathLst>
                <a:path extrusionOk="0" h="73252" w="75000">
                  <a:moveTo>
                    <a:pt x="1613" y="1"/>
                  </a:moveTo>
                  <a:lnTo>
                    <a:pt x="0" y="2957"/>
                  </a:lnTo>
                  <a:lnTo>
                    <a:pt x="70295" y="73252"/>
                  </a:lnTo>
                  <a:lnTo>
                    <a:pt x="74999" y="73252"/>
                  </a:lnTo>
                  <a:lnTo>
                    <a:pt x="1613" y="1"/>
                  </a:lnTo>
                  <a:close/>
                </a:path>
              </a:pathLst>
            </a:custGeom>
            <a:solidFill>
              <a:srgbClr val="0DCDCE"/>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912" name="Google Shape;912;p8"/>
            <p:cNvSpPr/>
            <p:nvPr/>
          </p:nvSpPr>
          <p:spPr>
            <a:xfrm>
              <a:off x="4314025" y="2392100"/>
              <a:ext cx="1935475" cy="1891775"/>
            </a:xfrm>
            <a:custGeom>
              <a:rect b="b" l="l" r="r" t="t"/>
              <a:pathLst>
                <a:path extrusionOk="0" h="75671" w="77419">
                  <a:moveTo>
                    <a:pt x="1747" y="0"/>
                  </a:moveTo>
                  <a:lnTo>
                    <a:pt x="0" y="2957"/>
                  </a:lnTo>
                  <a:lnTo>
                    <a:pt x="72849" y="75671"/>
                  </a:lnTo>
                  <a:lnTo>
                    <a:pt x="77419" y="75671"/>
                  </a:lnTo>
                  <a:lnTo>
                    <a:pt x="1747" y="0"/>
                  </a:lnTo>
                  <a:close/>
                </a:path>
              </a:pathLst>
            </a:custGeom>
            <a:solidFill>
              <a:srgbClr val="0ECCC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913" name="Google Shape;913;p8"/>
            <p:cNvSpPr/>
            <p:nvPr/>
          </p:nvSpPr>
          <p:spPr>
            <a:xfrm>
              <a:off x="4350975" y="2328250"/>
              <a:ext cx="1995975" cy="1955625"/>
            </a:xfrm>
            <a:custGeom>
              <a:rect b="b" l="l" r="r" t="t"/>
              <a:pathLst>
                <a:path extrusionOk="0" h="78225" w="79839">
                  <a:moveTo>
                    <a:pt x="1748" y="1"/>
                  </a:moveTo>
                  <a:lnTo>
                    <a:pt x="1" y="2957"/>
                  </a:lnTo>
                  <a:lnTo>
                    <a:pt x="75269" y="78225"/>
                  </a:lnTo>
                  <a:lnTo>
                    <a:pt x="79839" y="78225"/>
                  </a:lnTo>
                  <a:lnTo>
                    <a:pt x="1748" y="1"/>
                  </a:lnTo>
                  <a:close/>
                </a:path>
              </a:pathLst>
            </a:custGeom>
            <a:solidFill>
              <a:srgbClr val="10CAC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914" name="Google Shape;914;p8"/>
            <p:cNvSpPr/>
            <p:nvPr/>
          </p:nvSpPr>
          <p:spPr>
            <a:xfrm>
              <a:off x="4384575" y="2267775"/>
              <a:ext cx="2059825" cy="2016100"/>
            </a:xfrm>
            <a:custGeom>
              <a:rect b="b" l="l" r="r" t="t"/>
              <a:pathLst>
                <a:path extrusionOk="0" h="80644" w="82393">
                  <a:moveTo>
                    <a:pt x="1748" y="0"/>
                  </a:moveTo>
                  <a:lnTo>
                    <a:pt x="1" y="2957"/>
                  </a:lnTo>
                  <a:lnTo>
                    <a:pt x="77823" y="80644"/>
                  </a:lnTo>
                  <a:lnTo>
                    <a:pt x="82392" y="80644"/>
                  </a:lnTo>
                  <a:lnTo>
                    <a:pt x="1748" y="0"/>
                  </a:lnTo>
                  <a:close/>
                </a:path>
              </a:pathLst>
            </a:custGeom>
            <a:solidFill>
              <a:srgbClr val="11C8D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915" name="Google Shape;915;p8"/>
            <p:cNvSpPr/>
            <p:nvPr/>
          </p:nvSpPr>
          <p:spPr>
            <a:xfrm>
              <a:off x="4421550" y="2207275"/>
              <a:ext cx="2120300" cy="2076600"/>
            </a:xfrm>
            <a:custGeom>
              <a:rect b="b" l="l" r="r" t="t"/>
              <a:pathLst>
                <a:path extrusionOk="0" h="83064" w="84812">
                  <a:moveTo>
                    <a:pt x="1747" y="1"/>
                  </a:moveTo>
                  <a:lnTo>
                    <a:pt x="0" y="2958"/>
                  </a:lnTo>
                  <a:lnTo>
                    <a:pt x="80107" y="83064"/>
                  </a:lnTo>
                  <a:lnTo>
                    <a:pt x="84811" y="83064"/>
                  </a:lnTo>
                  <a:lnTo>
                    <a:pt x="1747" y="1"/>
                  </a:lnTo>
                  <a:close/>
                </a:path>
              </a:pathLst>
            </a:custGeom>
            <a:solidFill>
              <a:srgbClr val="12C7D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916" name="Google Shape;916;p8"/>
            <p:cNvSpPr/>
            <p:nvPr/>
          </p:nvSpPr>
          <p:spPr>
            <a:xfrm>
              <a:off x="4458500" y="2146800"/>
              <a:ext cx="2130375" cy="2137075"/>
            </a:xfrm>
            <a:custGeom>
              <a:rect b="b" l="l" r="r" t="t"/>
              <a:pathLst>
                <a:path extrusionOk="0" h="85483" w="85215">
                  <a:moveTo>
                    <a:pt x="1614" y="1"/>
                  </a:moveTo>
                  <a:lnTo>
                    <a:pt x="1" y="2823"/>
                  </a:lnTo>
                  <a:lnTo>
                    <a:pt x="82527" y="85483"/>
                  </a:lnTo>
                  <a:lnTo>
                    <a:pt x="84005" y="85483"/>
                  </a:lnTo>
                  <a:lnTo>
                    <a:pt x="85215" y="83467"/>
                  </a:lnTo>
                  <a:lnTo>
                    <a:pt x="1614" y="1"/>
                  </a:lnTo>
                  <a:close/>
                </a:path>
              </a:pathLst>
            </a:custGeom>
            <a:solidFill>
              <a:srgbClr val="13C5D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917" name="Google Shape;917;p8"/>
            <p:cNvSpPr/>
            <p:nvPr/>
          </p:nvSpPr>
          <p:spPr>
            <a:xfrm>
              <a:off x="4492100" y="2082950"/>
              <a:ext cx="2133750" cy="2163975"/>
            </a:xfrm>
            <a:custGeom>
              <a:rect b="b" l="l" r="r" t="t"/>
              <a:pathLst>
                <a:path extrusionOk="0" h="86559" w="85350">
                  <a:moveTo>
                    <a:pt x="1748" y="1"/>
                  </a:moveTo>
                  <a:lnTo>
                    <a:pt x="1" y="2958"/>
                  </a:lnTo>
                  <a:lnTo>
                    <a:pt x="83602" y="86559"/>
                  </a:lnTo>
                  <a:lnTo>
                    <a:pt x="85349" y="83602"/>
                  </a:lnTo>
                  <a:lnTo>
                    <a:pt x="1748" y="1"/>
                  </a:lnTo>
                  <a:close/>
                </a:path>
              </a:pathLst>
            </a:custGeom>
            <a:solidFill>
              <a:srgbClr val="14C3D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918" name="Google Shape;918;p8"/>
            <p:cNvSpPr/>
            <p:nvPr/>
          </p:nvSpPr>
          <p:spPr>
            <a:xfrm>
              <a:off x="4529075" y="2022475"/>
              <a:ext cx="2130375" cy="2163975"/>
            </a:xfrm>
            <a:custGeom>
              <a:rect b="b" l="l" r="r" t="t"/>
              <a:pathLst>
                <a:path extrusionOk="0" h="86559" w="85215">
                  <a:moveTo>
                    <a:pt x="1613" y="1"/>
                  </a:moveTo>
                  <a:lnTo>
                    <a:pt x="0" y="2957"/>
                  </a:lnTo>
                  <a:lnTo>
                    <a:pt x="83467" y="86558"/>
                  </a:lnTo>
                  <a:lnTo>
                    <a:pt x="85214" y="83601"/>
                  </a:lnTo>
                  <a:lnTo>
                    <a:pt x="1613" y="1"/>
                  </a:lnTo>
                  <a:close/>
                </a:path>
              </a:pathLst>
            </a:custGeom>
            <a:solidFill>
              <a:srgbClr val="15C1D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919" name="Google Shape;919;p8"/>
            <p:cNvSpPr/>
            <p:nvPr/>
          </p:nvSpPr>
          <p:spPr>
            <a:xfrm>
              <a:off x="4562675" y="1962000"/>
              <a:ext cx="2133725" cy="2160600"/>
            </a:xfrm>
            <a:custGeom>
              <a:rect b="b" l="l" r="r" t="t"/>
              <a:pathLst>
                <a:path extrusionOk="0" h="86424" w="85349">
                  <a:moveTo>
                    <a:pt x="1748" y="0"/>
                  </a:moveTo>
                  <a:lnTo>
                    <a:pt x="0" y="2957"/>
                  </a:lnTo>
                  <a:lnTo>
                    <a:pt x="83602" y="86424"/>
                  </a:lnTo>
                  <a:lnTo>
                    <a:pt x="85349" y="83467"/>
                  </a:lnTo>
                  <a:lnTo>
                    <a:pt x="1748" y="0"/>
                  </a:lnTo>
                  <a:close/>
                </a:path>
              </a:pathLst>
            </a:custGeom>
            <a:solidFill>
              <a:srgbClr val="16C0D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920" name="Google Shape;920;p8"/>
            <p:cNvSpPr/>
            <p:nvPr/>
          </p:nvSpPr>
          <p:spPr>
            <a:xfrm>
              <a:off x="4599625" y="1898150"/>
              <a:ext cx="2130375" cy="2163975"/>
            </a:xfrm>
            <a:custGeom>
              <a:rect b="b" l="l" r="r" t="t"/>
              <a:pathLst>
                <a:path extrusionOk="0" h="86559" w="85215">
                  <a:moveTo>
                    <a:pt x="1614" y="0"/>
                  </a:moveTo>
                  <a:lnTo>
                    <a:pt x="1" y="2957"/>
                  </a:lnTo>
                  <a:lnTo>
                    <a:pt x="83602" y="86558"/>
                  </a:lnTo>
                  <a:lnTo>
                    <a:pt x="85215" y="83601"/>
                  </a:lnTo>
                  <a:lnTo>
                    <a:pt x="1614" y="0"/>
                  </a:lnTo>
                  <a:close/>
                </a:path>
              </a:pathLst>
            </a:custGeom>
            <a:solidFill>
              <a:srgbClr val="17BED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921" name="Google Shape;921;p8"/>
            <p:cNvSpPr/>
            <p:nvPr/>
          </p:nvSpPr>
          <p:spPr>
            <a:xfrm>
              <a:off x="4633225" y="1837675"/>
              <a:ext cx="2133750" cy="2163950"/>
            </a:xfrm>
            <a:custGeom>
              <a:rect b="b" l="l" r="r" t="t"/>
              <a:pathLst>
                <a:path extrusionOk="0" h="86558" w="85350">
                  <a:moveTo>
                    <a:pt x="1748" y="0"/>
                  </a:moveTo>
                  <a:lnTo>
                    <a:pt x="1" y="2957"/>
                  </a:lnTo>
                  <a:lnTo>
                    <a:pt x="83602" y="86558"/>
                  </a:lnTo>
                  <a:lnTo>
                    <a:pt x="85349" y="83601"/>
                  </a:lnTo>
                  <a:lnTo>
                    <a:pt x="1748" y="0"/>
                  </a:lnTo>
                  <a:close/>
                </a:path>
              </a:pathLst>
            </a:custGeom>
            <a:solidFill>
              <a:srgbClr val="18BCD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922" name="Google Shape;922;p8"/>
            <p:cNvSpPr/>
            <p:nvPr/>
          </p:nvSpPr>
          <p:spPr>
            <a:xfrm>
              <a:off x="4670200" y="1777175"/>
              <a:ext cx="2130375" cy="2160625"/>
            </a:xfrm>
            <a:custGeom>
              <a:rect b="b" l="l" r="r" t="t"/>
              <a:pathLst>
                <a:path extrusionOk="0" h="86425" w="85215">
                  <a:moveTo>
                    <a:pt x="1748" y="1"/>
                  </a:moveTo>
                  <a:lnTo>
                    <a:pt x="0" y="2958"/>
                  </a:lnTo>
                  <a:lnTo>
                    <a:pt x="83602" y="86424"/>
                  </a:lnTo>
                  <a:lnTo>
                    <a:pt x="85215" y="83467"/>
                  </a:lnTo>
                  <a:lnTo>
                    <a:pt x="1748" y="1"/>
                  </a:lnTo>
                  <a:close/>
                </a:path>
              </a:pathLst>
            </a:custGeom>
            <a:solidFill>
              <a:srgbClr val="19BBD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923" name="Google Shape;923;p8"/>
            <p:cNvSpPr/>
            <p:nvPr/>
          </p:nvSpPr>
          <p:spPr>
            <a:xfrm>
              <a:off x="4707150" y="1713350"/>
              <a:ext cx="2130375" cy="2163950"/>
            </a:xfrm>
            <a:custGeom>
              <a:rect b="b" l="l" r="r" t="t"/>
              <a:pathLst>
                <a:path extrusionOk="0" h="86558" w="85215">
                  <a:moveTo>
                    <a:pt x="1614" y="0"/>
                  </a:moveTo>
                  <a:lnTo>
                    <a:pt x="1" y="2957"/>
                  </a:lnTo>
                  <a:lnTo>
                    <a:pt x="83468" y="86558"/>
                  </a:lnTo>
                  <a:lnTo>
                    <a:pt x="85215" y="83601"/>
                  </a:lnTo>
                  <a:lnTo>
                    <a:pt x="1614" y="0"/>
                  </a:lnTo>
                  <a:close/>
                </a:path>
              </a:pathLst>
            </a:custGeom>
            <a:solidFill>
              <a:srgbClr val="1BB9D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924" name="Google Shape;924;p8"/>
            <p:cNvSpPr/>
            <p:nvPr/>
          </p:nvSpPr>
          <p:spPr>
            <a:xfrm>
              <a:off x="4740750" y="1652850"/>
              <a:ext cx="2130400" cy="2163975"/>
            </a:xfrm>
            <a:custGeom>
              <a:rect b="b" l="l" r="r" t="t"/>
              <a:pathLst>
                <a:path extrusionOk="0" h="86559" w="85216">
                  <a:moveTo>
                    <a:pt x="1748" y="1"/>
                  </a:moveTo>
                  <a:lnTo>
                    <a:pt x="1" y="2958"/>
                  </a:lnTo>
                  <a:lnTo>
                    <a:pt x="83602" y="86559"/>
                  </a:lnTo>
                  <a:lnTo>
                    <a:pt x="85215" y="83602"/>
                  </a:lnTo>
                  <a:lnTo>
                    <a:pt x="1748" y="1"/>
                  </a:lnTo>
                  <a:close/>
                </a:path>
              </a:pathLst>
            </a:custGeom>
            <a:solidFill>
              <a:srgbClr val="1CB7D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925" name="Google Shape;925;p8"/>
            <p:cNvSpPr/>
            <p:nvPr/>
          </p:nvSpPr>
          <p:spPr>
            <a:xfrm>
              <a:off x="4777725" y="1592375"/>
              <a:ext cx="2130375" cy="2160600"/>
            </a:xfrm>
            <a:custGeom>
              <a:rect b="b" l="l" r="r" t="t"/>
              <a:pathLst>
                <a:path extrusionOk="0" h="86424" w="85215">
                  <a:moveTo>
                    <a:pt x="1613" y="1"/>
                  </a:moveTo>
                  <a:lnTo>
                    <a:pt x="0" y="2957"/>
                  </a:lnTo>
                  <a:lnTo>
                    <a:pt x="83467" y="86424"/>
                  </a:lnTo>
                  <a:lnTo>
                    <a:pt x="85215" y="83601"/>
                  </a:lnTo>
                  <a:lnTo>
                    <a:pt x="1613" y="1"/>
                  </a:lnTo>
                  <a:close/>
                </a:path>
              </a:pathLst>
            </a:custGeom>
            <a:solidFill>
              <a:srgbClr val="1DB5D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926" name="Google Shape;926;p8"/>
            <p:cNvSpPr/>
            <p:nvPr/>
          </p:nvSpPr>
          <p:spPr>
            <a:xfrm>
              <a:off x="4811325" y="1531900"/>
              <a:ext cx="2133750" cy="2160600"/>
            </a:xfrm>
            <a:custGeom>
              <a:rect b="b" l="l" r="r" t="t"/>
              <a:pathLst>
                <a:path extrusionOk="0" h="86424" w="85350">
                  <a:moveTo>
                    <a:pt x="1748" y="0"/>
                  </a:moveTo>
                  <a:lnTo>
                    <a:pt x="0" y="2823"/>
                  </a:lnTo>
                  <a:lnTo>
                    <a:pt x="83602" y="86423"/>
                  </a:lnTo>
                  <a:lnTo>
                    <a:pt x="85349" y="83467"/>
                  </a:lnTo>
                  <a:lnTo>
                    <a:pt x="1748" y="0"/>
                  </a:lnTo>
                  <a:close/>
                </a:path>
              </a:pathLst>
            </a:custGeom>
            <a:solidFill>
              <a:srgbClr val="1EB4D7"/>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927" name="Google Shape;927;p8"/>
            <p:cNvSpPr/>
            <p:nvPr/>
          </p:nvSpPr>
          <p:spPr>
            <a:xfrm>
              <a:off x="4848275" y="1468050"/>
              <a:ext cx="2130400" cy="2163975"/>
            </a:xfrm>
            <a:custGeom>
              <a:rect b="b" l="l" r="r" t="t"/>
              <a:pathLst>
                <a:path extrusionOk="0" h="86559" w="85216">
                  <a:moveTo>
                    <a:pt x="1614" y="0"/>
                  </a:moveTo>
                  <a:lnTo>
                    <a:pt x="1" y="2957"/>
                  </a:lnTo>
                  <a:lnTo>
                    <a:pt x="83602" y="86558"/>
                  </a:lnTo>
                  <a:lnTo>
                    <a:pt x="85215" y="83601"/>
                  </a:lnTo>
                  <a:lnTo>
                    <a:pt x="1614" y="0"/>
                  </a:lnTo>
                  <a:close/>
                </a:path>
              </a:pathLst>
            </a:custGeom>
            <a:solidFill>
              <a:srgbClr val="1FB2D7"/>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928" name="Google Shape;928;p8"/>
            <p:cNvSpPr/>
            <p:nvPr/>
          </p:nvSpPr>
          <p:spPr>
            <a:xfrm>
              <a:off x="4881875" y="1431100"/>
              <a:ext cx="2133750" cy="2140425"/>
            </a:xfrm>
            <a:custGeom>
              <a:rect b="b" l="l" r="r" t="t"/>
              <a:pathLst>
                <a:path extrusionOk="0" h="85617" w="85350">
                  <a:moveTo>
                    <a:pt x="1211" y="0"/>
                  </a:moveTo>
                  <a:lnTo>
                    <a:pt x="1" y="2016"/>
                  </a:lnTo>
                  <a:lnTo>
                    <a:pt x="83602" y="85617"/>
                  </a:lnTo>
                  <a:lnTo>
                    <a:pt x="85350" y="82660"/>
                  </a:lnTo>
                  <a:lnTo>
                    <a:pt x="2689" y="0"/>
                  </a:lnTo>
                  <a:close/>
                </a:path>
              </a:pathLst>
            </a:custGeom>
            <a:solidFill>
              <a:srgbClr val="20B0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929" name="Google Shape;929;p8"/>
            <p:cNvSpPr/>
            <p:nvPr/>
          </p:nvSpPr>
          <p:spPr>
            <a:xfrm>
              <a:off x="4928925" y="1431100"/>
              <a:ext cx="2120300" cy="2076600"/>
            </a:xfrm>
            <a:custGeom>
              <a:rect b="b" l="l" r="r" t="t"/>
              <a:pathLst>
                <a:path extrusionOk="0" h="83064" w="84812">
                  <a:moveTo>
                    <a:pt x="1" y="0"/>
                  </a:moveTo>
                  <a:lnTo>
                    <a:pt x="83199" y="83063"/>
                  </a:lnTo>
                  <a:lnTo>
                    <a:pt x="84812" y="80106"/>
                  </a:lnTo>
                  <a:lnTo>
                    <a:pt x="4705" y="0"/>
                  </a:lnTo>
                  <a:close/>
                </a:path>
              </a:pathLst>
            </a:custGeom>
            <a:solidFill>
              <a:srgbClr val="21AED9"/>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930" name="Google Shape;930;p8"/>
            <p:cNvSpPr/>
            <p:nvPr/>
          </p:nvSpPr>
          <p:spPr>
            <a:xfrm>
              <a:off x="5026375" y="1431100"/>
              <a:ext cx="2059825" cy="2016100"/>
            </a:xfrm>
            <a:custGeom>
              <a:rect b="b" l="l" r="r" t="t"/>
              <a:pathLst>
                <a:path extrusionOk="0" h="80644" w="82393">
                  <a:moveTo>
                    <a:pt x="0" y="0"/>
                  </a:moveTo>
                  <a:lnTo>
                    <a:pt x="80645" y="80644"/>
                  </a:lnTo>
                  <a:lnTo>
                    <a:pt x="82392" y="77687"/>
                  </a:lnTo>
                  <a:lnTo>
                    <a:pt x="4705" y="0"/>
                  </a:lnTo>
                  <a:close/>
                </a:path>
              </a:pathLst>
            </a:custGeom>
            <a:solidFill>
              <a:srgbClr val="22ADD9"/>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931" name="Google Shape;931;p8"/>
            <p:cNvSpPr/>
            <p:nvPr/>
          </p:nvSpPr>
          <p:spPr>
            <a:xfrm>
              <a:off x="5123825" y="1431100"/>
              <a:ext cx="1995975" cy="1955625"/>
            </a:xfrm>
            <a:custGeom>
              <a:rect b="b" l="l" r="r" t="t"/>
              <a:pathLst>
                <a:path extrusionOk="0" h="78225" w="79839">
                  <a:moveTo>
                    <a:pt x="0" y="0"/>
                  </a:moveTo>
                  <a:lnTo>
                    <a:pt x="78225" y="78225"/>
                  </a:lnTo>
                  <a:lnTo>
                    <a:pt x="79838" y="75268"/>
                  </a:lnTo>
                  <a:lnTo>
                    <a:pt x="4705" y="0"/>
                  </a:lnTo>
                  <a:close/>
                </a:path>
              </a:pathLst>
            </a:custGeom>
            <a:solidFill>
              <a:srgbClr val="23ABDA"/>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932" name="Google Shape;932;p8"/>
            <p:cNvSpPr/>
            <p:nvPr/>
          </p:nvSpPr>
          <p:spPr>
            <a:xfrm>
              <a:off x="5221275" y="1431100"/>
              <a:ext cx="1935475" cy="1891775"/>
            </a:xfrm>
            <a:custGeom>
              <a:rect b="b" l="l" r="r" t="t"/>
              <a:pathLst>
                <a:path extrusionOk="0" h="75671" w="77419">
                  <a:moveTo>
                    <a:pt x="0" y="0"/>
                  </a:moveTo>
                  <a:lnTo>
                    <a:pt x="75671" y="75671"/>
                  </a:lnTo>
                  <a:lnTo>
                    <a:pt x="77419" y="72714"/>
                  </a:lnTo>
                  <a:lnTo>
                    <a:pt x="4570" y="0"/>
                  </a:lnTo>
                  <a:close/>
                </a:path>
              </a:pathLst>
            </a:custGeom>
            <a:solidFill>
              <a:srgbClr val="25A9DA"/>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933" name="Google Shape;933;p8"/>
            <p:cNvSpPr/>
            <p:nvPr/>
          </p:nvSpPr>
          <p:spPr>
            <a:xfrm>
              <a:off x="5318700" y="1431100"/>
              <a:ext cx="1875025" cy="1831300"/>
            </a:xfrm>
            <a:custGeom>
              <a:rect b="b" l="l" r="r" t="t"/>
              <a:pathLst>
                <a:path extrusionOk="0" h="73252" w="75001">
                  <a:moveTo>
                    <a:pt x="1" y="0"/>
                  </a:moveTo>
                  <a:lnTo>
                    <a:pt x="73253" y="73251"/>
                  </a:lnTo>
                  <a:lnTo>
                    <a:pt x="75000" y="70295"/>
                  </a:lnTo>
                  <a:lnTo>
                    <a:pt x="4571" y="0"/>
                  </a:lnTo>
                  <a:close/>
                </a:path>
              </a:pathLst>
            </a:custGeom>
            <a:solidFill>
              <a:srgbClr val="26A8D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934" name="Google Shape;934;p8"/>
            <p:cNvSpPr/>
            <p:nvPr/>
          </p:nvSpPr>
          <p:spPr>
            <a:xfrm>
              <a:off x="5416150" y="1431100"/>
              <a:ext cx="1811175" cy="1770825"/>
            </a:xfrm>
            <a:custGeom>
              <a:rect b="b" l="l" r="r" t="t"/>
              <a:pathLst>
                <a:path extrusionOk="0" h="70833" w="72447">
                  <a:moveTo>
                    <a:pt x="1" y="0"/>
                  </a:moveTo>
                  <a:lnTo>
                    <a:pt x="70699" y="70832"/>
                  </a:lnTo>
                  <a:lnTo>
                    <a:pt x="72446" y="67875"/>
                  </a:lnTo>
                  <a:lnTo>
                    <a:pt x="4571" y="0"/>
                  </a:lnTo>
                  <a:close/>
                </a:path>
              </a:pathLst>
            </a:custGeom>
            <a:solidFill>
              <a:srgbClr val="27A6D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935" name="Google Shape;935;p8"/>
            <p:cNvSpPr/>
            <p:nvPr/>
          </p:nvSpPr>
          <p:spPr>
            <a:xfrm>
              <a:off x="5510250" y="1431100"/>
              <a:ext cx="1754025" cy="1706975"/>
            </a:xfrm>
            <a:custGeom>
              <a:rect b="b" l="l" r="r" t="t"/>
              <a:pathLst>
                <a:path extrusionOk="0" h="68279" w="70161">
                  <a:moveTo>
                    <a:pt x="0" y="0"/>
                  </a:moveTo>
                  <a:lnTo>
                    <a:pt x="68413" y="68278"/>
                  </a:lnTo>
                  <a:lnTo>
                    <a:pt x="70161" y="65456"/>
                  </a:lnTo>
                  <a:lnTo>
                    <a:pt x="4704" y="0"/>
                  </a:lnTo>
                  <a:close/>
                </a:path>
              </a:pathLst>
            </a:custGeom>
            <a:solidFill>
              <a:srgbClr val="28A4D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936" name="Google Shape;936;p8"/>
            <p:cNvSpPr/>
            <p:nvPr/>
          </p:nvSpPr>
          <p:spPr>
            <a:xfrm>
              <a:off x="5607675" y="1431100"/>
              <a:ext cx="1690200" cy="1646500"/>
            </a:xfrm>
            <a:custGeom>
              <a:rect b="b" l="l" r="r" t="t"/>
              <a:pathLst>
                <a:path extrusionOk="0" h="65860" w="67608">
                  <a:moveTo>
                    <a:pt x="1" y="0"/>
                  </a:moveTo>
                  <a:lnTo>
                    <a:pt x="65995" y="65859"/>
                  </a:lnTo>
                  <a:lnTo>
                    <a:pt x="67608" y="62902"/>
                  </a:lnTo>
                  <a:lnTo>
                    <a:pt x="4705" y="0"/>
                  </a:lnTo>
                  <a:close/>
                </a:path>
              </a:pathLst>
            </a:custGeom>
            <a:solidFill>
              <a:srgbClr val="29A2D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937" name="Google Shape;937;p8"/>
            <p:cNvSpPr/>
            <p:nvPr/>
          </p:nvSpPr>
          <p:spPr>
            <a:xfrm>
              <a:off x="5705125" y="1431100"/>
              <a:ext cx="1629725" cy="1586000"/>
            </a:xfrm>
            <a:custGeom>
              <a:rect b="b" l="l" r="r" t="t"/>
              <a:pathLst>
                <a:path extrusionOk="0" h="63440" w="65189">
                  <a:moveTo>
                    <a:pt x="1" y="0"/>
                  </a:moveTo>
                  <a:lnTo>
                    <a:pt x="63441" y="63440"/>
                  </a:lnTo>
                  <a:lnTo>
                    <a:pt x="65188" y="60483"/>
                  </a:lnTo>
                  <a:lnTo>
                    <a:pt x="4705" y="0"/>
                  </a:lnTo>
                  <a:close/>
                </a:path>
              </a:pathLst>
            </a:custGeom>
            <a:solidFill>
              <a:srgbClr val="2AA1D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938" name="Google Shape;938;p8"/>
            <p:cNvSpPr/>
            <p:nvPr/>
          </p:nvSpPr>
          <p:spPr>
            <a:xfrm>
              <a:off x="5802575" y="1431100"/>
              <a:ext cx="1565875" cy="1525525"/>
            </a:xfrm>
            <a:custGeom>
              <a:rect b="b" l="l" r="r" t="t"/>
              <a:pathLst>
                <a:path extrusionOk="0" h="61021" w="62635">
                  <a:moveTo>
                    <a:pt x="1" y="0"/>
                  </a:moveTo>
                  <a:lnTo>
                    <a:pt x="61021" y="61020"/>
                  </a:lnTo>
                  <a:lnTo>
                    <a:pt x="62634" y="58064"/>
                  </a:lnTo>
                  <a:lnTo>
                    <a:pt x="4705" y="0"/>
                  </a:lnTo>
                  <a:close/>
                </a:path>
              </a:pathLst>
            </a:custGeom>
            <a:solidFill>
              <a:srgbClr val="2B9FDE"/>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939" name="Google Shape;939;p8"/>
            <p:cNvSpPr/>
            <p:nvPr/>
          </p:nvSpPr>
          <p:spPr>
            <a:xfrm>
              <a:off x="5900025" y="1431100"/>
              <a:ext cx="1481850" cy="1461675"/>
            </a:xfrm>
            <a:custGeom>
              <a:rect b="b" l="l" r="r" t="t"/>
              <a:pathLst>
                <a:path extrusionOk="0" h="58467" w="59274">
                  <a:moveTo>
                    <a:pt x="0" y="0"/>
                  </a:moveTo>
                  <a:lnTo>
                    <a:pt x="58468" y="58467"/>
                  </a:lnTo>
                  <a:lnTo>
                    <a:pt x="59274" y="57123"/>
                  </a:lnTo>
                  <a:lnTo>
                    <a:pt x="56048" y="51478"/>
                  </a:lnTo>
                  <a:lnTo>
                    <a:pt x="4570" y="0"/>
                  </a:lnTo>
                  <a:close/>
                </a:path>
              </a:pathLst>
            </a:custGeom>
            <a:solidFill>
              <a:srgbClr val="2C9DDE"/>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940" name="Google Shape;940;p8"/>
            <p:cNvSpPr/>
            <p:nvPr/>
          </p:nvSpPr>
          <p:spPr>
            <a:xfrm>
              <a:off x="5997475" y="1431100"/>
              <a:ext cx="1307125" cy="1297025"/>
            </a:xfrm>
            <a:custGeom>
              <a:rect b="b" l="l" r="r" t="t"/>
              <a:pathLst>
                <a:path extrusionOk="0" h="51881" w="52285">
                  <a:moveTo>
                    <a:pt x="0" y="0"/>
                  </a:moveTo>
                  <a:lnTo>
                    <a:pt x="51747" y="51881"/>
                  </a:lnTo>
                  <a:lnTo>
                    <a:pt x="52285" y="51478"/>
                  </a:lnTo>
                  <a:lnTo>
                    <a:pt x="46908" y="42338"/>
                  </a:lnTo>
                  <a:lnTo>
                    <a:pt x="4570" y="0"/>
                  </a:lnTo>
                  <a:close/>
                </a:path>
              </a:pathLst>
            </a:custGeom>
            <a:solidFill>
              <a:srgbClr val="2D9CD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941" name="Google Shape;941;p8"/>
            <p:cNvSpPr/>
            <p:nvPr/>
          </p:nvSpPr>
          <p:spPr>
            <a:xfrm>
              <a:off x="6094900" y="1431100"/>
              <a:ext cx="1075300" cy="1065175"/>
            </a:xfrm>
            <a:custGeom>
              <a:rect b="b" l="l" r="r" t="t"/>
              <a:pathLst>
                <a:path extrusionOk="0" h="42607" w="43012">
                  <a:moveTo>
                    <a:pt x="1" y="0"/>
                  </a:moveTo>
                  <a:lnTo>
                    <a:pt x="42608" y="42607"/>
                  </a:lnTo>
                  <a:lnTo>
                    <a:pt x="43011" y="42338"/>
                  </a:lnTo>
                  <a:lnTo>
                    <a:pt x="37769" y="33064"/>
                  </a:lnTo>
                  <a:lnTo>
                    <a:pt x="4571" y="0"/>
                  </a:lnTo>
                  <a:close/>
                </a:path>
              </a:pathLst>
            </a:custGeom>
            <a:solidFill>
              <a:srgbClr val="2F9AE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942" name="Google Shape;942;p8"/>
            <p:cNvSpPr/>
            <p:nvPr/>
          </p:nvSpPr>
          <p:spPr>
            <a:xfrm>
              <a:off x="6189000" y="1431100"/>
              <a:ext cx="850150" cy="836700"/>
            </a:xfrm>
            <a:custGeom>
              <a:rect b="b" l="l" r="r" t="t"/>
              <a:pathLst>
                <a:path extrusionOk="0" h="33468" w="34006">
                  <a:moveTo>
                    <a:pt x="0" y="0"/>
                  </a:moveTo>
                  <a:lnTo>
                    <a:pt x="33602" y="33467"/>
                  </a:lnTo>
                  <a:lnTo>
                    <a:pt x="34005" y="33198"/>
                  </a:lnTo>
                  <a:lnTo>
                    <a:pt x="28629" y="23924"/>
                  </a:lnTo>
                  <a:lnTo>
                    <a:pt x="4705" y="0"/>
                  </a:lnTo>
                  <a:close/>
                </a:path>
              </a:pathLst>
            </a:custGeom>
            <a:solidFill>
              <a:srgbClr val="3098E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943" name="Google Shape;943;p8"/>
            <p:cNvSpPr/>
            <p:nvPr/>
          </p:nvSpPr>
          <p:spPr>
            <a:xfrm>
              <a:off x="6286450" y="1431100"/>
              <a:ext cx="618300" cy="608200"/>
            </a:xfrm>
            <a:custGeom>
              <a:rect b="b" l="l" r="r" t="t"/>
              <a:pathLst>
                <a:path extrusionOk="0" h="24328" w="24732">
                  <a:moveTo>
                    <a:pt x="0" y="0"/>
                  </a:moveTo>
                  <a:lnTo>
                    <a:pt x="24328" y="24328"/>
                  </a:lnTo>
                  <a:lnTo>
                    <a:pt x="24731" y="23924"/>
                  </a:lnTo>
                  <a:lnTo>
                    <a:pt x="19489" y="14785"/>
                  </a:lnTo>
                  <a:lnTo>
                    <a:pt x="4704" y="0"/>
                  </a:lnTo>
                  <a:close/>
                </a:path>
              </a:pathLst>
            </a:custGeom>
            <a:solidFill>
              <a:srgbClr val="3196E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944" name="Google Shape;944;p8"/>
            <p:cNvSpPr/>
            <p:nvPr/>
          </p:nvSpPr>
          <p:spPr>
            <a:xfrm>
              <a:off x="6383900" y="1431100"/>
              <a:ext cx="389800" cy="376350"/>
            </a:xfrm>
            <a:custGeom>
              <a:rect b="b" l="l" r="r" t="t"/>
              <a:pathLst>
                <a:path extrusionOk="0" h="15054" w="15592">
                  <a:moveTo>
                    <a:pt x="0" y="0"/>
                  </a:moveTo>
                  <a:lnTo>
                    <a:pt x="15188" y="15054"/>
                  </a:lnTo>
                  <a:lnTo>
                    <a:pt x="15591" y="14785"/>
                  </a:lnTo>
                  <a:lnTo>
                    <a:pt x="10215" y="5645"/>
                  </a:lnTo>
                  <a:lnTo>
                    <a:pt x="4704" y="0"/>
                  </a:lnTo>
                  <a:close/>
                </a:path>
              </a:pathLst>
            </a:custGeom>
            <a:solidFill>
              <a:srgbClr val="3295E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945" name="Google Shape;945;p8"/>
            <p:cNvSpPr/>
            <p:nvPr/>
          </p:nvSpPr>
          <p:spPr>
            <a:xfrm>
              <a:off x="6481325" y="1431100"/>
              <a:ext cx="157950" cy="147850"/>
            </a:xfrm>
            <a:custGeom>
              <a:rect b="b" l="l" r="r" t="t"/>
              <a:pathLst>
                <a:path extrusionOk="0" h="5914" w="6318">
                  <a:moveTo>
                    <a:pt x="1" y="0"/>
                  </a:moveTo>
                  <a:lnTo>
                    <a:pt x="5915" y="5914"/>
                  </a:lnTo>
                  <a:lnTo>
                    <a:pt x="6318" y="5645"/>
                  </a:lnTo>
                  <a:lnTo>
                    <a:pt x="3092" y="0"/>
                  </a:lnTo>
                  <a:close/>
                </a:path>
              </a:pathLst>
            </a:custGeom>
            <a:solidFill>
              <a:srgbClr val="3393E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grpSp>
      <p:sp>
        <p:nvSpPr>
          <p:cNvPr id="946" name="Google Shape;946;p8"/>
          <p:cNvSpPr/>
          <p:nvPr/>
        </p:nvSpPr>
        <p:spPr>
          <a:xfrm flipH="1" rot="10800000">
            <a:off x="-123826" y="2811575"/>
            <a:ext cx="819900" cy="710100"/>
          </a:xfrm>
          <a:prstGeom prst="hexagon">
            <a:avLst>
              <a:gd fmla="val 28678" name="adj"/>
              <a:gd fmla="val 115470" name="vf"/>
            </a:avLst>
          </a:prstGeom>
          <a:noFill/>
          <a:ln cap="flat" cmpd="sng" w="9525">
            <a:solidFill>
              <a:srgbClr val="19BBD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947" name="Google Shape;947;p8"/>
          <p:cNvSpPr/>
          <p:nvPr/>
        </p:nvSpPr>
        <p:spPr>
          <a:xfrm flipH="1" rot="10800000">
            <a:off x="638175" y="3192700"/>
            <a:ext cx="428700" cy="371100"/>
          </a:xfrm>
          <a:prstGeom prst="hexagon">
            <a:avLst>
              <a:gd fmla="val 28678" name="adj"/>
              <a:gd fmla="val 115470" name="vf"/>
            </a:avLst>
          </a:prstGeom>
          <a:solidFill>
            <a:srgbClr val="184769"/>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948" name="Google Shape;948;p8"/>
          <p:cNvSpPr/>
          <p:nvPr/>
        </p:nvSpPr>
        <p:spPr>
          <a:xfrm flipH="1" rot="10800000">
            <a:off x="752474" y="1201800"/>
            <a:ext cx="819900" cy="710100"/>
          </a:xfrm>
          <a:prstGeom prst="hexagon">
            <a:avLst>
              <a:gd fmla="val 28678" name="adj"/>
              <a:gd fmla="val 115470" name="vf"/>
            </a:avLst>
          </a:prstGeom>
          <a:noFill/>
          <a:ln cap="flat" cmpd="sng" w="76200">
            <a:solidFill>
              <a:srgbClr val="184769"/>
            </a:solidFill>
            <a:prstDash val="solid"/>
            <a:miter lim="80"/>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949" name="Google Shape;949;p8"/>
          <p:cNvSpPr/>
          <p:nvPr/>
        </p:nvSpPr>
        <p:spPr>
          <a:xfrm flipH="1" rot="10800000">
            <a:off x="657225" y="4380175"/>
            <a:ext cx="358800" cy="310500"/>
          </a:xfrm>
          <a:prstGeom prst="hexagon">
            <a:avLst>
              <a:gd fmla="val 28678" name="adj"/>
              <a:gd fmla="val 115470" name="vf"/>
            </a:avLst>
          </a:prstGeom>
          <a:solidFill>
            <a:srgbClr val="00E1C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grpSp>
        <p:nvGrpSpPr>
          <p:cNvPr id="950" name="Google Shape;950;p8"/>
          <p:cNvGrpSpPr/>
          <p:nvPr/>
        </p:nvGrpSpPr>
        <p:grpSpPr>
          <a:xfrm>
            <a:off x="986834" y="1394518"/>
            <a:ext cx="351204" cy="324661"/>
            <a:chOff x="5975075" y="2327500"/>
            <a:chExt cx="420100" cy="388350"/>
          </a:xfrm>
        </p:grpSpPr>
        <p:sp>
          <p:nvSpPr>
            <p:cNvPr id="951" name="Google Shape;951;p8"/>
            <p:cNvSpPr/>
            <p:nvPr/>
          </p:nvSpPr>
          <p:spPr>
            <a:xfrm>
              <a:off x="5975075" y="2474650"/>
              <a:ext cx="98325" cy="220450"/>
            </a:xfrm>
            <a:custGeom>
              <a:rect b="b" l="l" r="r" t="t"/>
              <a:pathLst>
                <a:path extrusionOk="0" h="8818" w="3933">
                  <a:moveTo>
                    <a:pt x="2418" y="1002"/>
                  </a:moveTo>
                  <a:lnTo>
                    <a:pt x="2565" y="1027"/>
                  </a:lnTo>
                  <a:lnTo>
                    <a:pt x="2687" y="1075"/>
                  </a:lnTo>
                  <a:lnTo>
                    <a:pt x="2809" y="1124"/>
                  </a:lnTo>
                  <a:lnTo>
                    <a:pt x="2907" y="1222"/>
                  </a:lnTo>
                  <a:lnTo>
                    <a:pt x="3005" y="1320"/>
                  </a:lnTo>
                  <a:lnTo>
                    <a:pt x="3078" y="1442"/>
                  </a:lnTo>
                  <a:lnTo>
                    <a:pt x="3102" y="1564"/>
                  </a:lnTo>
                  <a:lnTo>
                    <a:pt x="3127" y="1710"/>
                  </a:lnTo>
                  <a:lnTo>
                    <a:pt x="3102" y="1857"/>
                  </a:lnTo>
                  <a:lnTo>
                    <a:pt x="3078" y="1979"/>
                  </a:lnTo>
                  <a:lnTo>
                    <a:pt x="3005" y="2101"/>
                  </a:lnTo>
                  <a:lnTo>
                    <a:pt x="2907" y="2223"/>
                  </a:lnTo>
                  <a:lnTo>
                    <a:pt x="2809" y="2297"/>
                  </a:lnTo>
                  <a:lnTo>
                    <a:pt x="2687" y="2370"/>
                  </a:lnTo>
                  <a:lnTo>
                    <a:pt x="2565" y="2394"/>
                  </a:lnTo>
                  <a:lnTo>
                    <a:pt x="2418" y="2419"/>
                  </a:lnTo>
                  <a:lnTo>
                    <a:pt x="2272" y="2394"/>
                  </a:lnTo>
                  <a:lnTo>
                    <a:pt x="2150" y="2370"/>
                  </a:lnTo>
                  <a:lnTo>
                    <a:pt x="2028" y="2297"/>
                  </a:lnTo>
                  <a:lnTo>
                    <a:pt x="1930" y="2223"/>
                  </a:lnTo>
                  <a:lnTo>
                    <a:pt x="1832" y="2101"/>
                  </a:lnTo>
                  <a:lnTo>
                    <a:pt x="1759" y="1979"/>
                  </a:lnTo>
                  <a:lnTo>
                    <a:pt x="1735" y="1857"/>
                  </a:lnTo>
                  <a:lnTo>
                    <a:pt x="1710" y="1710"/>
                  </a:lnTo>
                  <a:lnTo>
                    <a:pt x="1735" y="1564"/>
                  </a:lnTo>
                  <a:lnTo>
                    <a:pt x="1759" y="1442"/>
                  </a:lnTo>
                  <a:lnTo>
                    <a:pt x="1832" y="1320"/>
                  </a:lnTo>
                  <a:lnTo>
                    <a:pt x="1930" y="1222"/>
                  </a:lnTo>
                  <a:lnTo>
                    <a:pt x="2028" y="1124"/>
                  </a:lnTo>
                  <a:lnTo>
                    <a:pt x="2150" y="1075"/>
                  </a:lnTo>
                  <a:lnTo>
                    <a:pt x="2272" y="1027"/>
                  </a:lnTo>
                  <a:lnTo>
                    <a:pt x="2418" y="1002"/>
                  </a:lnTo>
                  <a:close/>
                  <a:moveTo>
                    <a:pt x="1" y="1"/>
                  </a:moveTo>
                  <a:lnTo>
                    <a:pt x="1" y="8817"/>
                  </a:lnTo>
                  <a:lnTo>
                    <a:pt x="3933" y="8817"/>
                  </a:lnTo>
                  <a:lnTo>
                    <a:pt x="3933" y="1"/>
                  </a:lnTo>
                  <a:close/>
                </a:path>
              </a:pathLst>
            </a:custGeom>
            <a:solidFill>
              <a:srgbClr val="184769"/>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952" name="Google Shape;952;p8"/>
            <p:cNvSpPr/>
            <p:nvPr/>
          </p:nvSpPr>
          <p:spPr>
            <a:xfrm>
              <a:off x="6088025" y="2327500"/>
              <a:ext cx="307150" cy="388350"/>
            </a:xfrm>
            <a:custGeom>
              <a:rect b="b" l="l" r="r" t="t"/>
              <a:pathLst>
                <a:path extrusionOk="0" h="15534" w="12286">
                  <a:moveTo>
                    <a:pt x="6326" y="1"/>
                  </a:moveTo>
                  <a:lnTo>
                    <a:pt x="5960" y="25"/>
                  </a:lnTo>
                  <a:lnTo>
                    <a:pt x="5716" y="74"/>
                  </a:lnTo>
                  <a:lnTo>
                    <a:pt x="5520" y="147"/>
                  </a:lnTo>
                  <a:lnTo>
                    <a:pt x="5374" y="221"/>
                  </a:lnTo>
                  <a:lnTo>
                    <a:pt x="4983" y="1466"/>
                  </a:lnTo>
                  <a:lnTo>
                    <a:pt x="4788" y="2028"/>
                  </a:lnTo>
                  <a:lnTo>
                    <a:pt x="4592" y="2541"/>
                  </a:lnTo>
                  <a:lnTo>
                    <a:pt x="4397" y="3005"/>
                  </a:lnTo>
                  <a:lnTo>
                    <a:pt x="4202" y="3396"/>
                  </a:lnTo>
                  <a:lnTo>
                    <a:pt x="4031" y="3689"/>
                  </a:lnTo>
                  <a:lnTo>
                    <a:pt x="3884" y="3933"/>
                  </a:lnTo>
                  <a:lnTo>
                    <a:pt x="3664" y="4153"/>
                  </a:lnTo>
                  <a:lnTo>
                    <a:pt x="3322" y="4495"/>
                  </a:lnTo>
                  <a:lnTo>
                    <a:pt x="2516" y="5252"/>
                  </a:lnTo>
                  <a:lnTo>
                    <a:pt x="1442" y="6229"/>
                  </a:lnTo>
                  <a:lnTo>
                    <a:pt x="1" y="6229"/>
                  </a:lnTo>
                  <a:lnTo>
                    <a:pt x="1" y="13433"/>
                  </a:lnTo>
                  <a:lnTo>
                    <a:pt x="1515" y="13433"/>
                  </a:lnTo>
                  <a:lnTo>
                    <a:pt x="2004" y="13678"/>
                  </a:lnTo>
                  <a:lnTo>
                    <a:pt x="2687" y="13971"/>
                  </a:lnTo>
                  <a:lnTo>
                    <a:pt x="3567" y="14313"/>
                  </a:lnTo>
                  <a:lnTo>
                    <a:pt x="4544" y="14679"/>
                  </a:lnTo>
                  <a:lnTo>
                    <a:pt x="5594" y="14997"/>
                  </a:lnTo>
                  <a:lnTo>
                    <a:pt x="6131" y="15143"/>
                  </a:lnTo>
                  <a:lnTo>
                    <a:pt x="6668" y="15265"/>
                  </a:lnTo>
                  <a:lnTo>
                    <a:pt x="7181" y="15387"/>
                  </a:lnTo>
                  <a:lnTo>
                    <a:pt x="7694" y="15461"/>
                  </a:lnTo>
                  <a:lnTo>
                    <a:pt x="8158" y="15509"/>
                  </a:lnTo>
                  <a:lnTo>
                    <a:pt x="8622" y="15534"/>
                  </a:lnTo>
                  <a:lnTo>
                    <a:pt x="9404" y="15534"/>
                  </a:lnTo>
                  <a:lnTo>
                    <a:pt x="9819" y="15509"/>
                  </a:lnTo>
                  <a:lnTo>
                    <a:pt x="10210" y="15461"/>
                  </a:lnTo>
                  <a:lnTo>
                    <a:pt x="10552" y="15363"/>
                  </a:lnTo>
                  <a:lnTo>
                    <a:pt x="10723" y="15314"/>
                  </a:lnTo>
                  <a:lnTo>
                    <a:pt x="10845" y="15265"/>
                  </a:lnTo>
                  <a:lnTo>
                    <a:pt x="10967" y="15192"/>
                  </a:lnTo>
                  <a:lnTo>
                    <a:pt x="11064" y="15094"/>
                  </a:lnTo>
                  <a:lnTo>
                    <a:pt x="11113" y="14997"/>
                  </a:lnTo>
                  <a:lnTo>
                    <a:pt x="11162" y="14874"/>
                  </a:lnTo>
                  <a:lnTo>
                    <a:pt x="11235" y="14166"/>
                  </a:lnTo>
                  <a:lnTo>
                    <a:pt x="11211" y="13995"/>
                  </a:lnTo>
                  <a:lnTo>
                    <a:pt x="11162" y="13849"/>
                  </a:lnTo>
                  <a:lnTo>
                    <a:pt x="11064" y="13702"/>
                  </a:lnTo>
                  <a:lnTo>
                    <a:pt x="10918" y="13580"/>
                  </a:lnTo>
                  <a:lnTo>
                    <a:pt x="11040" y="13556"/>
                  </a:lnTo>
                  <a:lnTo>
                    <a:pt x="11162" y="13507"/>
                  </a:lnTo>
                  <a:lnTo>
                    <a:pt x="11284" y="13458"/>
                  </a:lnTo>
                  <a:lnTo>
                    <a:pt x="11382" y="13360"/>
                  </a:lnTo>
                  <a:lnTo>
                    <a:pt x="11455" y="13263"/>
                  </a:lnTo>
                  <a:lnTo>
                    <a:pt x="11528" y="13140"/>
                  </a:lnTo>
                  <a:lnTo>
                    <a:pt x="11577" y="12994"/>
                  </a:lnTo>
                  <a:lnTo>
                    <a:pt x="11602" y="12872"/>
                  </a:lnTo>
                  <a:lnTo>
                    <a:pt x="11675" y="11993"/>
                  </a:lnTo>
                  <a:lnTo>
                    <a:pt x="11675" y="11870"/>
                  </a:lnTo>
                  <a:lnTo>
                    <a:pt x="11675" y="11773"/>
                  </a:lnTo>
                  <a:lnTo>
                    <a:pt x="11651" y="11651"/>
                  </a:lnTo>
                  <a:lnTo>
                    <a:pt x="11602" y="11553"/>
                  </a:lnTo>
                  <a:lnTo>
                    <a:pt x="11480" y="11382"/>
                  </a:lnTo>
                  <a:lnTo>
                    <a:pt x="11406" y="11309"/>
                  </a:lnTo>
                  <a:lnTo>
                    <a:pt x="11333" y="11235"/>
                  </a:lnTo>
                  <a:lnTo>
                    <a:pt x="11455" y="11211"/>
                  </a:lnTo>
                  <a:lnTo>
                    <a:pt x="11553" y="11162"/>
                  </a:lnTo>
                  <a:lnTo>
                    <a:pt x="11651" y="11089"/>
                  </a:lnTo>
                  <a:lnTo>
                    <a:pt x="11748" y="10991"/>
                  </a:lnTo>
                  <a:lnTo>
                    <a:pt x="11822" y="10893"/>
                  </a:lnTo>
                  <a:lnTo>
                    <a:pt x="11870" y="10796"/>
                  </a:lnTo>
                  <a:lnTo>
                    <a:pt x="11919" y="10674"/>
                  </a:lnTo>
                  <a:lnTo>
                    <a:pt x="11944" y="10527"/>
                  </a:lnTo>
                  <a:lnTo>
                    <a:pt x="12017" y="9672"/>
                  </a:lnTo>
                  <a:lnTo>
                    <a:pt x="12017" y="9550"/>
                  </a:lnTo>
                  <a:lnTo>
                    <a:pt x="12017" y="9428"/>
                  </a:lnTo>
                  <a:lnTo>
                    <a:pt x="11993" y="9306"/>
                  </a:lnTo>
                  <a:lnTo>
                    <a:pt x="11944" y="9208"/>
                  </a:lnTo>
                  <a:lnTo>
                    <a:pt x="11895" y="9111"/>
                  </a:lnTo>
                  <a:lnTo>
                    <a:pt x="11822" y="9037"/>
                  </a:lnTo>
                  <a:lnTo>
                    <a:pt x="11748" y="8964"/>
                  </a:lnTo>
                  <a:lnTo>
                    <a:pt x="11651" y="8891"/>
                  </a:lnTo>
                  <a:lnTo>
                    <a:pt x="11748" y="8866"/>
                  </a:lnTo>
                  <a:lnTo>
                    <a:pt x="11846" y="8793"/>
                  </a:lnTo>
                  <a:lnTo>
                    <a:pt x="11944" y="8720"/>
                  </a:lnTo>
                  <a:lnTo>
                    <a:pt x="12017" y="8647"/>
                  </a:lnTo>
                  <a:lnTo>
                    <a:pt x="12090" y="8549"/>
                  </a:lnTo>
                  <a:lnTo>
                    <a:pt x="12139" y="8451"/>
                  </a:lnTo>
                  <a:lnTo>
                    <a:pt x="12163" y="8329"/>
                  </a:lnTo>
                  <a:lnTo>
                    <a:pt x="12188" y="8207"/>
                  </a:lnTo>
                  <a:lnTo>
                    <a:pt x="12286" y="7328"/>
                  </a:lnTo>
                  <a:lnTo>
                    <a:pt x="12261" y="7206"/>
                  </a:lnTo>
                  <a:lnTo>
                    <a:pt x="12237" y="7083"/>
                  </a:lnTo>
                  <a:lnTo>
                    <a:pt x="12188" y="6986"/>
                  </a:lnTo>
                  <a:lnTo>
                    <a:pt x="12139" y="6888"/>
                  </a:lnTo>
                  <a:lnTo>
                    <a:pt x="12066" y="6790"/>
                  </a:lnTo>
                  <a:lnTo>
                    <a:pt x="11968" y="6717"/>
                  </a:lnTo>
                  <a:lnTo>
                    <a:pt x="11748" y="6571"/>
                  </a:lnTo>
                  <a:lnTo>
                    <a:pt x="11504" y="6448"/>
                  </a:lnTo>
                  <a:lnTo>
                    <a:pt x="11211" y="6351"/>
                  </a:lnTo>
                  <a:lnTo>
                    <a:pt x="10893" y="6278"/>
                  </a:lnTo>
                  <a:lnTo>
                    <a:pt x="10576" y="6229"/>
                  </a:lnTo>
                  <a:lnTo>
                    <a:pt x="9892" y="6131"/>
                  </a:lnTo>
                  <a:lnTo>
                    <a:pt x="8842" y="6033"/>
                  </a:lnTo>
                  <a:lnTo>
                    <a:pt x="7596" y="5960"/>
                  </a:lnTo>
                  <a:lnTo>
                    <a:pt x="6326" y="5887"/>
                  </a:lnTo>
                  <a:lnTo>
                    <a:pt x="6497" y="5594"/>
                  </a:lnTo>
                  <a:lnTo>
                    <a:pt x="6644" y="5252"/>
                  </a:lnTo>
                  <a:lnTo>
                    <a:pt x="6790" y="4885"/>
                  </a:lnTo>
                  <a:lnTo>
                    <a:pt x="6888" y="4495"/>
                  </a:lnTo>
                  <a:lnTo>
                    <a:pt x="6986" y="4104"/>
                  </a:lnTo>
                  <a:lnTo>
                    <a:pt x="7083" y="3689"/>
                  </a:lnTo>
                  <a:lnTo>
                    <a:pt x="7181" y="2883"/>
                  </a:lnTo>
                  <a:lnTo>
                    <a:pt x="7254" y="2150"/>
                  </a:lnTo>
                  <a:lnTo>
                    <a:pt x="7303" y="1539"/>
                  </a:lnTo>
                  <a:lnTo>
                    <a:pt x="7303" y="978"/>
                  </a:lnTo>
                  <a:lnTo>
                    <a:pt x="7303" y="807"/>
                  </a:lnTo>
                  <a:lnTo>
                    <a:pt x="7230" y="611"/>
                  </a:lnTo>
                  <a:lnTo>
                    <a:pt x="7157" y="465"/>
                  </a:lnTo>
                  <a:lnTo>
                    <a:pt x="7035" y="318"/>
                  </a:lnTo>
                  <a:lnTo>
                    <a:pt x="6888" y="172"/>
                  </a:lnTo>
                  <a:lnTo>
                    <a:pt x="6717" y="98"/>
                  </a:lnTo>
                  <a:lnTo>
                    <a:pt x="6522" y="25"/>
                  </a:lnTo>
                  <a:lnTo>
                    <a:pt x="6326" y="1"/>
                  </a:lnTo>
                  <a:close/>
                </a:path>
              </a:pathLst>
            </a:custGeom>
            <a:solidFill>
              <a:srgbClr val="184769"/>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grpSp>
      <p:sp>
        <p:nvSpPr>
          <p:cNvPr id="953" name="Google Shape;953;p8"/>
          <p:cNvSpPr/>
          <p:nvPr/>
        </p:nvSpPr>
        <p:spPr>
          <a:xfrm>
            <a:off x="203100" y="3022777"/>
            <a:ext cx="166061" cy="287704"/>
          </a:xfrm>
          <a:custGeom>
            <a:rect b="b" l="l" r="r" t="t"/>
            <a:pathLst>
              <a:path extrusionOk="0" h="20565" w="11870">
                <a:moveTo>
                  <a:pt x="6301" y="977"/>
                </a:moveTo>
                <a:lnTo>
                  <a:pt x="6423" y="1002"/>
                </a:lnTo>
                <a:lnTo>
                  <a:pt x="6497" y="1075"/>
                </a:lnTo>
                <a:lnTo>
                  <a:pt x="6570" y="1148"/>
                </a:lnTo>
                <a:lnTo>
                  <a:pt x="6594" y="1270"/>
                </a:lnTo>
                <a:lnTo>
                  <a:pt x="6570" y="1368"/>
                </a:lnTo>
                <a:lnTo>
                  <a:pt x="6497" y="1466"/>
                </a:lnTo>
                <a:lnTo>
                  <a:pt x="6423" y="1515"/>
                </a:lnTo>
                <a:lnTo>
                  <a:pt x="6301" y="1539"/>
                </a:lnTo>
                <a:lnTo>
                  <a:pt x="5569" y="1539"/>
                </a:lnTo>
                <a:lnTo>
                  <a:pt x="5446" y="1515"/>
                </a:lnTo>
                <a:lnTo>
                  <a:pt x="5373" y="1466"/>
                </a:lnTo>
                <a:lnTo>
                  <a:pt x="5300" y="1368"/>
                </a:lnTo>
                <a:lnTo>
                  <a:pt x="5276" y="1270"/>
                </a:lnTo>
                <a:lnTo>
                  <a:pt x="5300" y="1148"/>
                </a:lnTo>
                <a:lnTo>
                  <a:pt x="5373" y="1075"/>
                </a:lnTo>
                <a:lnTo>
                  <a:pt x="5446" y="1002"/>
                </a:lnTo>
                <a:lnTo>
                  <a:pt x="5569" y="977"/>
                </a:lnTo>
                <a:close/>
                <a:moveTo>
                  <a:pt x="10575" y="2565"/>
                </a:moveTo>
                <a:lnTo>
                  <a:pt x="10575" y="16706"/>
                </a:lnTo>
                <a:lnTo>
                  <a:pt x="1295" y="16706"/>
                </a:lnTo>
                <a:lnTo>
                  <a:pt x="1295" y="2565"/>
                </a:lnTo>
                <a:close/>
                <a:moveTo>
                  <a:pt x="5935" y="17780"/>
                </a:moveTo>
                <a:lnTo>
                  <a:pt x="6106" y="17805"/>
                </a:lnTo>
                <a:lnTo>
                  <a:pt x="6277" y="17854"/>
                </a:lnTo>
                <a:lnTo>
                  <a:pt x="6423" y="17927"/>
                </a:lnTo>
                <a:lnTo>
                  <a:pt x="6545" y="18025"/>
                </a:lnTo>
                <a:lnTo>
                  <a:pt x="6643" y="18147"/>
                </a:lnTo>
                <a:lnTo>
                  <a:pt x="6716" y="18293"/>
                </a:lnTo>
                <a:lnTo>
                  <a:pt x="6765" y="18464"/>
                </a:lnTo>
                <a:lnTo>
                  <a:pt x="6790" y="18635"/>
                </a:lnTo>
                <a:lnTo>
                  <a:pt x="6765" y="18806"/>
                </a:lnTo>
                <a:lnTo>
                  <a:pt x="6716" y="18977"/>
                </a:lnTo>
                <a:lnTo>
                  <a:pt x="6643" y="19124"/>
                </a:lnTo>
                <a:lnTo>
                  <a:pt x="6545" y="19246"/>
                </a:lnTo>
                <a:lnTo>
                  <a:pt x="6423" y="19343"/>
                </a:lnTo>
                <a:lnTo>
                  <a:pt x="6277" y="19417"/>
                </a:lnTo>
                <a:lnTo>
                  <a:pt x="6106" y="19465"/>
                </a:lnTo>
                <a:lnTo>
                  <a:pt x="5935" y="19490"/>
                </a:lnTo>
                <a:lnTo>
                  <a:pt x="5764" y="19465"/>
                </a:lnTo>
                <a:lnTo>
                  <a:pt x="5593" y="19417"/>
                </a:lnTo>
                <a:lnTo>
                  <a:pt x="5446" y="19343"/>
                </a:lnTo>
                <a:lnTo>
                  <a:pt x="5324" y="19246"/>
                </a:lnTo>
                <a:lnTo>
                  <a:pt x="5227" y="19124"/>
                </a:lnTo>
                <a:lnTo>
                  <a:pt x="5153" y="18977"/>
                </a:lnTo>
                <a:lnTo>
                  <a:pt x="5105" y="18806"/>
                </a:lnTo>
                <a:lnTo>
                  <a:pt x="5080" y="18635"/>
                </a:lnTo>
                <a:lnTo>
                  <a:pt x="5105" y="18464"/>
                </a:lnTo>
                <a:lnTo>
                  <a:pt x="5153" y="18293"/>
                </a:lnTo>
                <a:lnTo>
                  <a:pt x="5227" y="18147"/>
                </a:lnTo>
                <a:lnTo>
                  <a:pt x="5324" y="18025"/>
                </a:lnTo>
                <a:lnTo>
                  <a:pt x="5446" y="17927"/>
                </a:lnTo>
                <a:lnTo>
                  <a:pt x="5593" y="17854"/>
                </a:lnTo>
                <a:lnTo>
                  <a:pt x="5764" y="17805"/>
                </a:lnTo>
                <a:lnTo>
                  <a:pt x="5935" y="17780"/>
                </a:lnTo>
                <a:close/>
                <a:moveTo>
                  <a:pt x="1295" y="0"/>
                </a:moveTo>
                <a:lnTo>
                  <a:pt x="1026" y="25"/>
                </a:lnTo>
                <a:lnTo>
                  <a:pt x="782" y="98"/>
                </a:lnTo>
                <a:lnTo>
                  <a:pt x="562" y="220"/>
                </a:lnTo>
                <a:lnTo>
                  <a:pt x="366" y="367"/>
                </a:lnTo>
                <a:lnTo>
                  <a:pt x="220" y="562"/>
                </a:lnTo>
                <a:lnTo>
                  <a:pt x="98" y="782"/>
                </a:lnTo>
                <a:lnTo>
                  <a:pt x="25" y="1026"/>
                </a:lnTo>
                <a:lnTo>
                  <a:pt x="0" y="1295"/>
                </a:lnTo>
                <a:lnTo>
                  <a:pt x="0" y="19270"/>
                </a:lnTo>
                <a:lnTo>
                  <a:pt x="25" y="19539"/>
                </a:lnTo>
                <a:lnTo>
                  <a:pt x="98" y="19783"/>
                </a:lnTo>
                <a:lnTo>
                  <a:pt x="220" y="20003"/>
                </a:lnTo>
                <a:lnTo>
                  <a:pt x="366" y="20198"/>
                </a:lnTo>
                <a:lnTo>
                  <a:pt x="562" y="20345"/>
                </a:lnTo>
                <a:lnTo>
                  <a:pt x="782" y="20467"/>
                </a:lnTo>
                <a:lnTo>
                  <a:pt x="1026" y="20540"/>
                </a:lnTo>
                <a:lnTo>
                  <a:pt x="1295" y="20565"/>
                </a:lnTo>
                <a:lnTo>
                  <a:pt x="10575" y="20565"/>
                </a:lnTo>
                <a:lnTo>
                  <a:pt x="10844" y="20540"/>
                </a:lnTo>
                <a:lnTo>
                  <a:pt x="11088" y="20467"/>
                </a:lnTo>
                <a:lnTo>
                  <a:pt x="11308" y="20345"/>
                </a:lnTo>
                <a:lnTo>
                  <a:pt x="11503" y="20198"/>
                </a:lnTo>
                <a:lnTo>
                  <a:pt x="11650" y="20003"/>
                </a:lnTo>
                <a:lnTo>
                  <a:pt x="11772" y="19783"/>
                </a:lnTo>
                <a:lnTo>
                  <a:pt x="11845" y="19539"/>
                </a:lnTo>
                <a:lnTo>
                  <a:pt x="11870" y="19270"/>
                </a:lnTo>
                <a:lnTo>
                  <a:pt x="11870" y="1295"/>
                </a:lnTo>
                <a:lnTo>
                  <a:pt x="11845" y="1026"/>
                </a:lnTo>
                <a:lnTo>
                  <a:pt x="11772" y="782"/>
                </a:lnTo>
                <a:lnTo>
                  <a:pt x="11650" y="562"/>
                </a:lnTo>
                <a:lnTo>
                  <a:pt x="11503" y="367"/>
                </a:lnTo>
                <a:lnTo>
                  <a:pt x="11308" y="220"/>
                </a:lnTo>
                <a:lnTo>
                  <a:pt x="11088" y="98"/>
                </a:lnTo>
                <a:lnTo>
                  <a:pt x="10844" y="25"/>
                </a:lnTo>
                <a:lnTo>
                  <a:pt x="10575" y="0"/>
                </a:lnTo>
                <a:close/>
              </a:path>
            </a:pathLst>
          </a:custGeom>
          <a:solidFill>
            <a:srgbClr val="19BBD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grpSp>
        <p:nvGrpSpPr>
          <p:cNvPr id="954" name="Google Shape;954;p8"/>
          <p:cNvGrpSpPr/>
          <p:nvPr/>
        </p:nvGrpSpPr>
        <p:grpSpPr>
          <a:xfrm>
            <a:off x="295728" y="877706"/>
            <a:ext cx="247469" cy="392302"/>
            <a:chOff x="6718575" y="2318625"/>
            <a:chExt cx="256950" cy="407375"/>
          </a:xfrm>
        </p:grpSpPr>
        <p:sp>
          <p:nvSpPr>
            <p:cNvPr id="955" name="Google Shape;955;p8"/>
            <p:cNvSpPr/>
            <p:nvPr/>
          </p:nvSpPr>
          <p:spPr>
            <a:xfrm>
              <a:off x="6795900" y="2673600"/>
              <a:ext cx="102300" cy="22550"/>
            </a:xfrm>
            <a:custGeom>
              <a:rect b="b" l="l" r="r" t="t"/>
              <a:pathLst>
                <a:path extrusionOk="0" fill="none" h="902" w="4092">
                  <a:moveTo>
                    <a:pt x="4092" y="902"/>
                  </a:moveTo>
                  <a:lnTo>
                    <a:pt x="4092" y="1"/>
                  </a:lnTo>
                  <a:lnTo>
                    <a:pt x="0" y="1"/>
                  </a:lnTo>
                  <a:lnTo>
                    <a:pt x="0" y="902"/>
                  </a:lnTo>
                  <a:lnTo>
                    <a:pt x="4092" y="902"/>
                  </a:lnTo>
                  <a:close/>
                </a:path>
              </a:pathLst>
            </a:custGeom>
            <a:noFill/>
            <a:ln cap="rnd" cmpd="sng" w="12175">
              <a:solidFill>
                <a:srgbClr val="19BBD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956" name="Google Shape;956;p8"/>
            <p:cNvSpPr/>
            <p:nvPr/>
          </p:nvSpPr>
          <p:spPr>
            <a:xfrm>
              <a:off x="6795900" y="2650475"/>
              <a:ext cx="102300" cy="22550"/>
            </a:xfrm>
            <a:custGeom>
              <a:rect b="b" l="l" r="r" t="t"/>
              <a:pathLst>
                <a:path extrusionOk="0" fill="none" h="902" w="4092">
                  <a:moveTo>
                    <a:pt x="4092" y="901"/>
                  </a:moveTo>
                  <a:lnTo>
                    <a:pt x="4092" y="0"/>
                  </a:lnTo>
                  <a:lnTo>
                    <a:pt x="0" y="0"/>
                  </a:lnTo>
                  <a:lnTo>
                    <a:pt x="0" y="901"/>
                  </a:lnTo>
                  <a:lnTo>
                    <a:pt x="4092" y="901"/>
                  </a:lnTo>
                  <a:close/>
                </a:path>
              </a:pathLst>
            </a:custGeom>
            <a:noFill/>
            <a:ln cap="rnd" cmpd="sng" w="12175">
              <a:solidFill>
                <a:srgbClr val="19BBD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957" name="Google Shape;957;p8"/>
            <p:cNvSpPr/>
            <p:nvPr/>
          </p:nvSpPr>
          <p:spPr>
            <a:xfrm>
              <a:off x="6795900" y="2696125"/>
              <a:ext cx="102300" cy="29875"/>
            </a:xfrm>
            <a:custGeom>
              <a:rect b="b" l="l" r="r" t="t"/>
              <a:pathLst>
                <a:path extrusionOk="0" fill="none" h="1195" w="4092">
                  <a:moveTo>
                    <a:pt x="0" y="1"/>
                  </a:moveTo>
                  <a:lnTo>
                    <a:pt x="0" y="171"/>
                  </a:lnTo>
                  <a:lnTo>
                    <a:pt x="0" y="171"/>
                  </a:lnTo>
                  <a:lnTo>
                    <a:pt x="24" y="318"/>
                  </a:lnTo>
                  <a:lnTo>
                    <a:pt x="98" y="464"/>
                  </a:lnTo>
                  <a:lnTo>
                    <a:pt x="195" y="585"/>
                  </a:lnTo>
                  <a:lnTo>
                    <a:pt x="341" y="659"/>
                  </a:lnTo>
                  <a:lnTo>
                    <a:pt x="1875" y="1170"/>
                  </a:lnTo>
                  <a:lnTo>
                    <a:pt x="1875" y="1170"/>
                  </a:lnTo>
                  <a:lnTo>
                    <a:pt x="2046" y="1194"/>
                  </a:lnTo>
                  <a:lnTo>
                    <a:pt x="2046" y="1194"/>
                  </a:lnTo>
                  <a:lnTo>
                    <a:pt x="2216" y="1170"/>
                  </a:lnTo>
                  <a:lnTo>
                    <a:pt x="3751" y="659"/>
                  </a:lnTo>
                  <a:lnTo>
                    <a:pt x="3751" y="659"/>
                  </a:lnTo>
                  <a:lnTo>
                    <a:pt x="3897" y="585"/>
                  </a:lnTo>
                  <a:lnTo>
                    <a:pt x="3994" y="464"/>
                  </a:lnTo>
                  <a:lnTo>
                    <a:pt x="4067" y="318"/>
                  </a:lnTo>
                  <a:lnTo>
                    <a:pt x="4092" y="171"/>
                  </a:lnTo>
                  <a:lnTo>
                    <a:pt x="4092" y="1"/>
                  </a:lnTo>
                  <a:lnTo>
                    <a:pt x="0" y="1"/>
                  </a:lnTo>
                  <a:close/>
                </a:path>
              </a:pathLst>
            </a:custGeom>
            <a:noFill/>
            <a:ln cap="rnd" cmpd="sng" w="12175">
              <a:solidFill>
                <a:srgbClr val="19BBD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958" name="Google Shape;958;p8"/>
            <p:cNvSpPr/>
            <p:nvPr/>
          </p:nvSpPr>
          <p:spPr>
            <a:xfrm>
              <a:off x="6784925" y="2459275"/>
              <a:ext cx="35350" cy="166875"/>
            </a:xfrm>
            <a:custGeom>
              <a:rect b="b" l="l" r="r" t="t"/>
              <a:pathLst>
                <a:path extrusionOk="0" fill="none" h="6675" w="1414">
                  <a:moveTo>
                    <a:pt x="1413" y="6674"/>
                  </a:moveTo>
                  <a:lnTo>
                    <a:pt x="1413" y="6674"/>
                  </a:lnTo>
                  <a:lnTo>
                    <a:pt x="585" y="2850"/>
                  </a:lnTo>
                  <a:lnTo>
                    <a:pt x="1" y="1"/>
                  </a:lnTo>
                </a:path>
              </a:pathLst>
            </a:custGeom>
            <a:noFill/>
            <a:ln cap="rnd" cmpd="sng" w="12175">
              <a:solidFill>
                <a:srgbClr val="19BBD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959" name="Google Shape;959;p8"/>
            <p:cNvSpPr/>
            <p:nvPr/>
          </p:nvSpPr>
          <p:spPr>
            <a:xfrm>
              <a:off x="6718575" y="2318625"/>
              <a:ext cx="256950" cy="307525"/>
            </a:xfrm>
            <a:custGeom>
              <a:rect b="b" l="l" r="r" t="t"/>
              <a:pathLst>
                <a:path extrusionOk="0" fill="none" h="12301" w="10278">
                  <a:moveTo>
                    <a:pt x="7185" y="12300"/>
                  </a:moveTo>
                  <a:lnTo>
                    <a:pt x="7185" y="12300"/>
                  </a:lnTo>
                  <a:lnTo>
                    <a:pt x="7307" y="11764"/>
                  </a:lnTo>
                  <a:lnTo>
                    <a:pt x="7477" y="11253"/>
                  </a:lnTo>
                  <a:lnTo>
                    <a:pt x="7672" y="10766"/>
                  </a:lnTo>
                  <a:lnTo>
                    <a:pt x="7891" y="10327"/>
                  </a:lnTo>
                  <a:lnTo>
                    <a:pt x="8135" y="9913"/>
                  </a:lnTo>
                  <a:lnTo>
                    <a:pt x="8378" y="9499"/>
                  </a:lnTo>
                  <a:lnTo>
                    <a:pt x="8914" y="8720"/>
                  </a:lnTo>
                  <a:lnTo>
                    <a:pt x="9182" y="8330"/>
                  </a:lnTo>
                  <a:lnTo>
                    <a:pt x="9425" y="7941"/>
                  </a:lnTo>
                  <a:lnTo>
                    <a:pt x="9645" y="7551"/>
                  </a:lnTo>
                  <a:lnTo>
                    <a:pt x="9864" y="7113"/>
                  </a:lnTo>
                  <a:lnTo>
                    <a:pt x="10034" y="6674"/>
                  </a:lnTo>
                  <a:lnTo>
                    <a:pt x="10156" y="6187"/>
                  </a:lnTo>
                  <a:lnTo>
                    <a:pt x="10229" y="5676"/>
                  </a:lnTo>
                  <a:lnTo>
                    <a:pt x="10253" y="5408"/>
                  </a:lnTo>
                  <a:lnTo>
                    <a:pt x="10278" y="5140"/>
                  </a:lnTo>
                  <a:lnTo>
                    <a:pt x="10278" y="5140"/>
                  </a:lnTo>
                  <a:lnTo>
                    <a:pt x="10229" y="4604"/>
                  </a:lnTo>
                  <a:lnTo>
                    <a:pt x="10156" y="4093"/>
                  </a:lnTo>
                  <a:lnTo>
                    <a:pt x="10034" y="3605"/>
                  </a:lnTo>
                  <a:lnTo>
                    <a:pt x="9864" y="3143"/>
                  </a:lnTo>
                  <a:lnTo>
                    <a:pt x="9645" y="2680"/>
                  </a:lnTo>
                  <a:lnTo>
                    <a:pt x="9401" y="2266"/>
                  </a:lnTo>
                  <a:lnTo>
                    <a:pt x="9084" y="1876"/>
                  </a:lnTo>
                  <a:lnTo>
                    <a:pt x="8768" y="1511"/>
                  </a:lnTo>
                  <a:lnTo>
                    <a:pt x="8402" y="1170"/>
                  </a:lnTo>
                  <a:lnTo>
                    <a:pt x="8013" y="878"/>
                  </a:lnTo>
                  <a:lnTo>
                    <a:pt x="7574" y="634"/>
                  </a:lnTo>
                  <a:lnTo>
                    <a:pt x="7136" y="415"/>
                  </a:lnTo>
                  <a:lnTo>
                    <a:pt x="6673" y="244"/>
                  </a:lnTo>
                  <a:lnTo>
                    <a:pt x="6162" y="98"/>
                  </a:lnTo>
                  <a:lnTo>
                    <a:pt x="5675" y="25"/>
                  </a:lnTo>
                  <a:lnTo>
                    <a:pt x="5139" y="1"/>
                  </a:lnTo>
                  <a:lnTo>
                    <a:pt x="5139" y="1"/>
                  </a:lnTo>
                  <a:lnTo>
                    <a:pt x="4603" y="25"/>
                  </a:lnTo>
                  <a:lnTo>
                    <a:pt x="4116" y="98"/>
                  </a:lnTo>
                  <a:lnTo>
                    <a:pt x="3605" y="244"/>
                  </a:lnTo>
                  <a:lnTo>
                    <a:pt x="3142" y="415"/>
                  </a:lnTo>
                  <a:lnTo>
                    <a:pt x="2703" y="634"/>
                  </a:lnTo>
                  <a:lnTo>
                    <a:pt x="2265" y="878"/>
                  </a:lnTo>
                  <a:lnTo>
                    <a:pt x="1875" y="1170"/>
                  </a:lnTo>
                  <a:lnTo>
                    <a:pt x="1510" y="1511"/>
                  </a:lnTo>
                  <a:lnTo>
                    <a:pt x="1193" y="1876"/>
                  </a:lnTo>
                  <a:lnTo>
                    <a:pt x="877" y="2266"/>
                  </a:lnTo>
                  <a:lnTo>
                    <a:pt x="633" y="2680"/>
                  </a:lnTo>
                  <a:lnTo>
                    <a:pt x="414" y="3143"/>
                  </a:lnTo>
                  <a:lnTo>
                    <a:pt x="244" y="3605"/>
                  </a:lnTo>
                  <a:lnTo>
                    <a:pt x="122" y="4093"/>
                  </a:lnTo>
                  <a:lnTo>
                    <a:pt x="49" y="4604"/>
                  </a:lnTo>
                  <a:lnTo>
                    <a:pt x="0" y="5140"/>
                  </a:lnTo>
                  <a:lnTo>
                    <a:pt x="0" y="5140"/>
                  </a:lnTo>
                  <a:lnTo>
                    <a:pt x="24" y="5408"/>
                  </a:lnTo>
                  <a:lnTo>
                    <a:pt x="49" y="5676"/>
                  </a:lnTo>
                  <a:lnTo>
                    <a:pt x="122" y="6187"/>
                  </a:lnTo>
                  <a:lnTo>
                    <a:pt x="244" y="6674"/>
                  </a:lnTo>
                  <a:lnTo>
                    <a:pt x="414" y="7113"/>
                  </a:lnTo>
                  <a:lnTo>
                    <a:pt x="633" y="7551"/>
                  </a:lnTo>
                  <a:lnTo>
                    <a:pt x="852" y="7941"/>
                  </a:lnTo>
                  <a:lnTo>
                    <a:pt x="1096" y="8330"/>
                  </a:lnTo>
                  <a:lnTo>
                    <a:pt x="1364" y="8720"/>
                  </a:lnTo>
                  <a:lnTo>
                    <a:pt x="1900" y="9499"/>
                  </a:lnTo>
                  <a:lnTo>
                    <a:pt x="2143" y="9913"/>
                  </a:lnTo>
                  <a:lnTo>
                    <a:pt x="2387" y="10327"/>
                  </a:lnTo>
                  <a:lnTo>
                    <a:pt x="2606" y="10766"/>
                  </a:lnTo>
                  <a:lnTo>
                    <a:pt x="2801" y="11253"/>
                  </a:lnTo>
                  <a:lnTo>
                    <a:pt x="2971" y="11764"/>
                  </a:lnTo>
                  <a:lnTo>
                    <a:pt x="3093" y="12300"/>
                  </a:lnTo>
                </a:path>
              </a:pathLst>
            </a:custGeom>
            <a:noFill/>
            <a:ln cap="rnd" cmpd="sng" w="12175">
              <a:solidFill>
                <a:srgbClr val="19BBD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960" name="Google Shape;960;p8"/>
            <p:cNvSpPr/>
            <p:nvPr/>
          </p:nvSpPr>
          <p:spPr>
            <a:xfrm>
              <a:off x="6873825" y="2459275"/>
              <a:ext cx="35350" cy="166875"/>
            </a:xfrm>
            <a:custGeom>
              <a:rect b="b" l="l" r="r" t="t"/>
              <a:pathLst>
                <a:path extrusionOk="0" fill="none" h="6675" w="1414">
                  <a:moveTo>
                    <a:pt x="1413" y="1"/>
                  </a:moveTo>
                  <a:lnTo>
                    <a:pt x="1413" y="1"/>
                  </a:lnTo>
                  <a:lnTo>
                    <a:pt x="829" y="2850"/>
                  </a:lnTo>
                  <a:lnTo>
                    <a:pt x="1" y="6674"/>
                  </a:lnTo>
                </a:path>
              </a:pathLst>
            </a:custGeom>
            <a:noFill/>
            <a:ln cap="rnd" cmpd="sng" w="12175">
              <a:solidFill>
                <a:srgbClr val="19BBD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961" name="Google Shape;961;p8"/>
            <p:cNvSpPr/>
            <p:nvPr/>
          </p:nvSpPr>
          <p:spPr>
            <a:xfrm>
              <a:off x="6801975" y="2453200"/>
              <a:ext cx="90150" cy="19500"/>
            </a:xfrm>
            <a:custGeom>
              <a:rect b="b" l="l" r="r" t="t"/>
              <a:pathLst>
                <a:path extrusionOk="0" fill="none" h="780" w="3606">
                  <a:moveTo>
                    <a:pt x="1" y="73"/>
                  </a:moveTo>
                  <a:lnTo>
                    <a:pt x="829" y="780"/>
                  </a:lnTo>
                  <a:lnTo>
                    <a:pt x="1657" y="73"/>
                  </a:lnTo>
                  <a:lnTo>
                    <a:pt x="1657" y="73"/>
                  </a:lnTo>
                  <a:lnTo>
                    <a:pt x="1730" y="25"/>
                  </a:lnTo>
                  <a:lnTo>
                    <a:pt x="1803" y="0"/>
                  </a:lnTo>
                  <a:lnTo>
                    <a:pt x="1876" y="25"/>
                  </a:lnTo>
                  <a:lnTo>
                    <a:pt x="1949" y="73"/>
                  </a:lnTo>
                  <a:lnTo>
                    <a:pt x="2777" y="780"/>
                  </a:lnTo>
                  <a:lnTo>
                    <a:pt x="3605" y="73"/>
                  </a:lnTo>
                </a:path>
              </a:pathLst>
            </a:custGeom>
            <a:noFill/>
            <a:ln cap="rnd" cmpd="sng" w="12175">
              <a:solidFill>
                <a:srgbClr val="19BBD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962" name="Google Shape;962;p8"/>
            <p:cNvSpPr/>
            <p:nvPr/>
          </p:nvSpPr>
          <p:spPr>
            <a:xfrm>
              <a:off x="6795900" y="2628550"/>
              <a:ext cx="102300" cy="25"/>
            </a:xfrm>
            <a:custGeom>
              <a:rect b="b" l="l" r="r" t="t"/>
              <a:pathLst>
                <a:path extrusionOk="0" fill="none" h="1" w="4092">
                  <a:moveTo>
                    <a:pt x="0" y="1"/>
                  </a:moveTo>
                  <a:lnTo>
                    <a:pt x="4092" y="1"/>
                  </a:lnTo>
                </a:path>
              </a:pathLst>
            </a:custGeom>
            <a:noFill/>
            <a:ln cap="rnd" cmpd="sng" w="12175">
              <a:solidFill>
                <a:srgbClr val="19BBD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grpSp>
      <p:grpSp>
        <p:nvGrpSpPr>
          <p:cNvPr id="963" name="Google Shape;963;p8"/>
          <p:cNvGrpSpPr/>
          <p:nvPr/>
        </p:nvGrpSpPr>
        <p:grpSpPr>
          <a:xfrm>
            <a:off x="1229484" y="3310481"/>
            <a:ext cx="342882" cy="350068"/>
            <a:chOff x="3951850" y="2985350"/>
            <a:chExt cx="407950" cy="416500"/>
          </a:xfrm>
        </p:grpSpPr>
        <p:sp>
          <p:nvSpPr>
            <p:cNvPr id="964" name="Google Shape;964;p8"/>
            <p:cNvSpPr/>
            <p:nvPr/>
          </p:nvSpPr>
          <p:spPr>
            <a:xfrm>
              <a:off x="3951850" y="2985350"/>
              <a:ext cx="314800" cy="314825"/>
            </a:xfrm>
            <a:custGeom>
              <a:rect b="b" l="l" r="r" t="t"/>
              <a:pathLst>
                <a:path extrusionOk="0" fill="none" h="12593" w="12592">
                  <a:moveTo>
                    <a:pt x="6284" y="1"/>
                  </a:moveTo>
                  <a:lnTo>
                    <a:pt x="6284" y="1"/>
                  </a:lnTo>
                  <a:lnTo>
                    <a:pt x="5967" y="25"/>
                  </a:lnTo>
                  <a:lnTo>
                    <a:pt x="5651" y="49"/>
                  </a:lnTo>
                  <a:lnTo>
                    <a:pt x="5334" y="74"/>
                  </a:lnTo>
                  <a:lnTo>
                    <a:pt x="5017" y="147"/>
                  </a:lnTo>
                  <a:lnTo>
                    <a:pt x="4725" y="220"/>
                  </a:lnTo>
                  <a:lnTo>
                    <a:pt x="4433" y="293"/>
                  </a:lnTo>
                  <a:lnTo>
                    <a:pt x="4141" y="390"/>
                  </a:lnTo>
                  <a:lnTo>
                    <a:pt x="3848" y="512"/>
                  </a:lnTo>
                  <a:lnTo>
                    <a:pt x="3556" y="634"/>
                  </a:lnTo>
                  <a:lnTo>
                    <a:pt x="3288" y="780"/>
                  </a:lnTo>
                  <a:lnTo>
                    <a:pt x="3020" y="926"/>
                  </a:lnTo>
                  <a:lnTo>
                    <a:pt x="2777" y="1072"/>
                  </a:lnTo>
                  <a:lnTo>
                    <a:pt x="2290" y="1437"/>
                  </a:lnTo>
                  <a:lnTo>
                    <a:pt x="1851" y="1852"/>
                  </a:lnTo>
                  <a:lnTo>
                    <a:pt x="1437" y="2290"/>
                  </a:lnTo>
                  <a:lnTo>
                    <a:pt x="1072" y="2777"/>
                  </a:lnTo>
                  <a:lnTo>
                    <a:pt x="901" y="3045"/>
                  </a:lnTo>
                  <a:lnTo>
                    <a:pt x="755" y="3313"/>
                  </a:lnTo>
                  <a:lnTo>
                    <a:pt x="609" y="3581"/>
                  </a:lnTo>
                  <a:lnTo>
                    <a:pt x="487" y="3849"/>
                  </a:lnTo>
                  <a:lnTo>
                    <a:pt x="390" y="4141"/>
                  </a:lnTo>
                  <a:lnTo>
                    <a:pt x="292" y="4433"/>
                  </a:lnTo>
                  <a:lnTo>
                    <a:pt x="195" y="4725"/>
                  </a:lnTo>
                  <a:lnTo>
                    <a:pt x="122" y="5042"/>
                  </a:lnTo>
                  <a:lnTo>
                    <a:pt x="73" y="5334"/>
                  </a:lnTo>
                  <a:lnTo>
                    <a:pt x="25" y="5651"/>
                  </a:lnTo>
                  <a:lnTo>
                    <a:pt x="0" y="5968"/>
                  </a:lnTo>
                  <a:lnTo>
                    <a:pt x="0" y="6308"/>
                  </a:lnTo>
                  <a:lnTo>
                    <a:pt x="0" y="6308"/>
                  </a:lnTo>
                  <a:lnTo>
                    <a:pt x="0" y="6625"/>
                  </a:lnTo>
                  <a:lnTo>
                    <a:pt x="25" y="6942"/>
                  </a:lnTo>
                  <a:lnTo>
                    <a:pt x="73" y="7258"/>
                  </a:lnTo>
                  <a:lnTo>
                    <a:pt x="122" y="7575"/>
                  </a:lnTo>
                  <a:lnTo>
                    <a:pt x="195" y="7867"/>
                  </a:lnTo>
                  <a:lnTo>
                    <a:pt x="292" y="8184"/>
                  </a:lnTo>
                  <a:lnTo>
                    <a:pt x="390" y="8476"/>
                  </a:lnTo>
                  <a:lnTo>
                    <a:pt x="487" y="8744"/>
                  </a:lnTo>
                  <a:lnTo>
                    <a:pt x="609" y="9036"/>
                  </a:lnTo>
                  <a:lnTo>
                    <a:pt x="755" y="9304"/>
                  </a:lnTo>
                  <a:lnTo>
                    <a:pt x="901" y="9572"/>
                  </a:lnTo>
                  <a:lnTo>
                    <a:pt x="1072" y="9816"/>
                  </a:lnTo>
                  <a:lnTo>
                    <a:pt x="1437" y="10303"/>
                  </a:lnTo>
                  <a:lnTo>
                    <a:pt x="1851" y="10741"/>
                  </a:lnTo>
                  <a:lnTo>
                    <a:pt x="2290" y="11155"/>
                  </a:lnTo>
                  <a:lnTo>
                    <a:pt x="2777" y="11520"/>
                  </a:lnTo>
                  <a:lnTo>
                    <a:pt x="3020" y="11691"/>
                  </a:lnTo>
                  <a:lnTo>
                    <a:pt x="3288" y="11837"/>
                  </a:lnTo>
                  <a:lnTo>
                    <a:pt x="3556" y="11983"/>
                  </a:lnTo>
                  <a:lnTo>
                    <a:pt x="3848" y="12105"/>
                  </a:lnTo>
                  <a:lnTo>
                    <a:pt x="4141" y="12202"/>
                  </a:lnTo>
                  <a:lnTo>
                    <a:pt x="4433" y="12300"/>
                  </a:lnTo>
                  <a:lnTo>
                    <a:pt x="4725" y="12397"/>
                  </a:lnTo>
                  <a:lnTo>
                    <a:pt x="5017" y="12470"/>
                  </a:lnTo>
                  <a:lnTo>
                    <a:pt x="5334" y="12519"/>
                  </a:lnTo>
                  <a:lnTo>
                    <a:pt x="5651" y="12568"/>
                  </a:lnTo>
                  <a:lnTo>
                    <a:pt x="5967" y="12592"/>
                  </a:lnTo>
                  <a:lnTo>
                    <a:pt x="6284" y="12592"/>
                  </a:lnTo>
                  <a:lnTo>
                    <a:pt x="6284" y="12592"/>
                  </a:lnTo>
                  <a:lnTo>
                    <a:pt x="6625" y="12592"/>
                  </a:lnTo>
                  <a:lnTo>
                    <a:pt x="6941" y="12568"/>
                  </a:lnTo>
                  <a:lnTo>
                    <a:pt x="7258" y="12519"/>
                  </a:lnTo>
                  <a:lnTo>
                    <a:pt x="7550" y="12470"/>
                  </a:lnTo>
                  <a:lnTo>
                    <a:pt x="7867" y="12397"/>
                  </a:lnTo>
                  <a:lnTo>
                    <a:pt x="8159" y="12300"/>
                  </a:lnTo>
                  <a:lnTo>
                    <a:pt x="8451" y="12202"/>
                  </a:lnTo>
                  <a:lnTo>
                    <a:pt x="8744" y="12105"/>
                  </a:lnTo>
                  <a:lnTo>
                    <a:pt x="9012" y="11983"/>
                  </a:lnTo>
                  <a:lnTo>
                    <a:pt x="9279" y="11837"/>
                  </a:lnTo>
                  <a:lnTo>
                    <a:pt x="9547" y="11691"/>
                  </a:lnTo>
                  <a:lnTo>
                    <a:pt x="9815" y="11520"/>
                  </a:lnTo>
                  <a:lnTo>
                    <a:pt x="10302" y="11155"/>
                  </a:lnTo>
                  <a:lnTo>
                    <a:pt x="10741" y="10741"/>
                  </a:lnTo>
                  <a:lnTo>
                    <a:pt x="11155" y="10303"/>
                  </a:lnTo>
                  <a:lnTo>
                    <a:pt x="11520" y="9816"/>
                  </a:lnTo>
                  <a:lnTo>
                    <a:pt x="11666" y="9572"/>
                  </a:lnTo>
                  <a:lnTo>
                    <a:pt x="11812" y="9304"/>
                  </a:lnTo>
                  <a:lnTo>
                    <a:pt x="11958" y="9036"/>
                  </a:lnTo>
                  <a:lnTo>
                    <a:pt x="12080" y="8744"/>
                  </a:lnTo>
                  <a:lnTo>
                    <a:pt x="12202" y="8476"/>
                  </a:lnTo>
                  <a:lnTo>
                    <a:pt x="12299" y="8184"/>
                  </a:lnTo>
                  <a:lnTo>
                    <a:pt x="12397" y="7867"/>
                  </a:lnTo>
                  <a:lnTo>
                    <a:pt x="12446" y="7575"/>
                  </a:lnTo>
                  <a:lnTo>
                    <a:pt x="12519" y="7258"/>
                  </a:lnTo>
                  <a:lnTo>
                    <a:pt x="12543" y="6942"/>
                  </a:lnTo>
                  <a:lnTo>
                    <a:pt x="12567" y="6625"/>
                  </a:lnTo>
                  <a:lnTo>
                    <a:pt x="12592" y="6308"/>
                  </a:lnTo>
                  <a:lnTo>
                    <a:pt x="12592" y="6308"/>
                  </a:lnTo>
                  <a:lnTo>
                    <a:pt x="12567" y="5968"/>
                  </a:lnTo>
                  <a:lnTo>
                    <a:pt x="12543" y="5651"/>
                  </a:lnTo>
                  <a:lnTo>
                    <a:pt x="12519" y="5334"/>
                  </a:lnTo>
                  <a:lnTo>
                    <a:pt x="12446" y="5042"/>
                  </a:lnTo>
                  <a:lnTo>
                    <a:pt x="12397" y="4725"/>
                  </a:lnTo>
                  <a:lnTo>
                    <a:pt x="12299" y="4433"/>
                  </a:lnTo>
                  <a:lnTo>
                    <a:pt x="12202" y="4141"/>
                  </a:lnTo>
                  <a:lnTo>
                    <a:pt x="12080" y="3849"/>
                  </a:lnTo>
                  <a:lnTo>
                    <a:pt x="11958" y="3581"/>
                  </a:lnTo>
                  <a:lnTo>
                    <a:pt x="11812" y="3313"/>
                  </a:lnTo>
                  <a:lnTo>
                    <a:pt x="11666" y="3045"/>
                  </a:lnTo>
                  <a:lnTo>
                    <a:pt x="11520" y="2777"/>
                  </a:lnTo>
                  <a:lnTo>
                    <a:pt x="11155" y="2290"/>
                  </a:lnTo>
                  <a:lnTo>
                    <a:pt x="10741" y="1852"/>
                  </a:lnTo>
                  <a:lnTo>
                    <a:pt x="10302" y="1437"/>
                  </a:lnTo>
                  <a:lnTo>
                    <a:pt x="9815" y="1072"/>
                  </a:lnTo>
                  <a:lnTo>
                    <a:pt x="9547" y="926"/>
                  </a:lnTo>
                  <a:lnTo>
                    <a:pt x="9279" y="780"/>
                  </a:lnTo>
                  <a:lnTo>
                    <a:pt x="9012" y="634"/>
                  </a:lnTo>
                  <a:lnTo>
                    <a:pt x="8744" y="512"/>
                  </a:lnTo>
                  <a:lnTo>
                    <a:pt x="8451" y="390"/>
                  </a:lnTo>
                  <a:lnTo>
                    <a:pt x="8159" y="293"/>
                  </a:lnTo>
                  <a:lnTo>
                    <a:pt x="7867" y="220"/>
                  </a:lnTo>
                  <a:lnTo>
                    <a:pt x="7550" y="147"/>
                  </a:lnTo>
                  <a:lnTo>
                    <a:pt x="7258" y="74"/>
                  </a:lnTo>
                  <a:lnTo>
                    <a:pt x="6941" y="49"/>
                  </a:lnTo>
                  <a:lnTo>
                    <a:pt x="6625" y="25"/>
                  </a:lnTo>
                  <a:lnTo>
                    <a:pt x="6284" y="1"/>
                  </a:lnTo>
                  <a:lnTo>
                    <a:pt x="6284" y="1"/>
                  </a:lnTo>
                  <a:close/>
                </a:path>
              </a:pathLst>
            </a:custGeom>
            <a:noFill/>
            <a:ln cap="rnd" cmpd="sng" w="19050">
              <a:solidFill>
                <a:srgbClr val="184769"/>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965" name="Google Shape;965;p8"/>
            <p:cNvSpPr/>
            <p:nvPr/>
          </p:nvSpPr>
          <p:spPr>
            <a:xfrm>
              <a:off x="3988375" y="3021875"/>
              <a:ext cx="241750" cy="241750"/>
            </a:xfrm>
            <a:custGeom>
              <a:rect b="b" l="l" r="r" t="t"/>
              <a:pathLst>
                <a:path extrusionOk="0" fill="none" h="9670" w="9670">
                  <a:moveTo>
                    <a:pt x="4823" y="1"/>
                  </a:moveTo>
                  <a:lnTo>
                    <a:pt x="4823" y="1"/>
                  </a:lnTo>
                  <a:lnTo>
                    <a:pt x="4336" y="25"/>
                  </a:lnTo>
                  <a:lnTo>
                    <a:pt x="3849" y="98"/>
                  </a:lnTo>
                  <a:lnTo>
                    <a:pt x="3386" y="220"/>
                  </a:lnTo>
                  <a:lnTo>
                    <a:pt x="2947" y="391"/>
                  </a:lnTo>
                  <a:lnTo>
                    <a:pt x="2533" y="585"/>
                  </a:lnTo>
                  <a:lnTo>
                    <a:pt x="2144" y="829"/>
                  </a:lnTo>
                  <a:lnTo>
                    <a:pt x="1754" y="1121"/>
                  </a:lnTo>
                  <a:lnTo>
                    <a:pt x="1413" y="1438"/>
                  </a:lnTo>
                  <a:lnTo>
                    <a:pt x="1096" y="1779"/>
                  </a:lnTo>
                  <a:lnTo>
                    <a:pt x="829" y="2144"/>
                  </a:lnTo>
                  <a:lnTo>
                    <a:pt x="585" y="2534"/>
                  </a:lnTo>
                  <a:lnTo>
                    <a:pt x="390" y="2972"/>
                  </a:lnTo>
                  <a:lnTo>
                    <a:pt x="220" y="3411"/>
                  </a:lnTo>
                  <a:lnTo>
                    <a:pt x="98" y="3873"/>
                  </a:lnTo>
                  <a:lnTo>
                    <a:pt x="25" y="4336"/>
                  </a:lnTo>
                  <a:lnTo>
                    <a:pt x="1" y="4847"/>
                  </a:lnTo>
                  <a:lnTo>
                    <a:pt x="1" y="4847"/>
                  </a:lnTo>
                  <a:lnTo>
                    <a:pt x="25" y="5335"/>
                  </a:lnTo>
                  <a:lnTo>
                    <a:pt x="98" y="5822"/>
                  </a:lnTo>
                  <a:lnTo>
                    <a:pt x="220" y="6284"/>
                  </a:lnTo>
                  <a:lnTo>
                    <a:pt x="390" y="6723"/>
                  </a:lnTo>
                  <a:lnTo>
                    <a:pt x="585" y="7137"/>
                  </a:lnTo>
                  <a:lnTo>
                    <a:pt x="829" y="7527"/>
                  </a:lnTo>
                  <a:lnTo>
                    <a:pt x="1096" y="7916"/>
                  </a:lnTo>
                  <a:lnTo>
                    <a:pt x="1413" y="8257"/>
                  </a:lnTo>
                  <a:lnTo>
                    <a:pt x="1754" y="8574"/>
                  </a:lnTo>
                  <a:lnTo>
                    <a:pt x="2144" y="8842"/>
                  </a:lnTo>
                  <a:lnTo>
                    <a:pt x="2533" y="9085"/>
                  </a:lnTo>
                  <a:lnTo>
                    <a:pt x="2947" y="9280"/>
                  </a:lnTo>
                  <a:lnTo>
                    <a:pt x="3386" y="9451"/>
                  </a:lnTo>
                  <a:lnTo>
                    <a:pt x="3849" y="9572"/>
                  </a:lnTo>
                  <a:lnTo>
                    <a:pt x="4336" y="9645"/>
                  </a:lnTo>
                  <a:lnTo>
                    <a:pt x="4823" y="9670"/>
                  </a:lnTo>
                  <a:lnTo>
                    <a:pt x="4823" y="9670"/>
                  </a:lnTo>
                  <a:lnTo>
                    <a:pt x="5334" y="9645"/>
                  </a:lnTo>
                  <a:lnTo>
                    <a:pt x="5797" y="9572"/>
                  </a:lnTo>
                  <a:lnTo>
                    <a:pt x="6260" y="9451"/>
                  </a:lnTo>
                  <a:lnTo>
                    <a:pt x="6698" y="9280"/>
                  </a:lnTo>
                  <a:lnTo>
                    <a:pt x="7136" y="9085"/>
                  </a:lnTo>
                  <a:lnTo>
                    <a:pt x="7526" y="8842"/>
                  </a:lnTo>
                  <a:lnTo>
                    <a:pt x="7892" y="8574"/>
                  </a:lnTo>
                  <a:lnTo>
                    <a:pt x="8232" y="8257"/>
                  </a:lnTo>
                  <a:lnTo>
                    <a:pt x="8549" y="7916"/>
                  </a:lnTo>
                  <a:lnTo>
                    <a:pt x="8841" y="7527"/>
                  </a:lnTo>
                  <a:lnTo>
                    <a:pt x="9085" y="7137"/>
                  </a:lnTo>
                  <a:lnTo>
                    <a:pt x="9280" y="6723"/>
                  </a:lnTo>
                  <a:lnTo>
                    <a:pt x="9450" y="6284"/>
                  </a:lnTo>
                  <a:lnTo>
                    <a:pt x="9572" y="5822"/>
                  </a:lnTo>
                  <a:lnTo>
                    <a:pt x="9645" y="5335"/>
                  </a:lnTo>
                  <a:lnTo>
                    <a:pt x="9669" y="4847"/>
                  </a:lnTo>
                  <a:lnTo>
                    <a:pt x="9669" y="4847"/>
                  </a:lnTo>
                  <a:lnTo>
                    <a:pt x="9645" y="4336"/>
                  </a:lnTo>
                  <a:lnTo>
                    <a:pt x="9572" y="3873"/>
                  </a:lnTo>
                  <a:lnTo>
                    <a:pt x="9450" y="3411"/>
                  </a:lnTo>
                  <a:lnTo>
                    <a:pt x="9280" y="2972"/>
                  </a:lnTo>
                  <a:lnTo>
                    <a:pt x="9085" y="2534"/>
                  </a:lnTo>
                  <a:lnTo>
                    <a:pt x="8841" y="2144"/>
                  </a:lnTo>
                  <a:lnTo>
                    <a:pt x="8549" y="1779"/>
                  </a:lnTo>
                  <a:lnTo>
                    <a:pt x="8232" y="1438"/>
                  </a:lnTo>
                  <a:lnTo>
                    <a:pt x="7892" y="1121"/>
                  </a:lnTo>
                  <a:lnTo>
                    <a:pt x="7526" y="829"/>
                  </a:lnTo>
                  <a:lnTo>
                    <a:pt x="7136" y="585"/>
                  </a:lnTo>
                  <a:lnTo>
                    <a:pt x="6698" y="391"/>
                  </a:lnTo>
                  <a:lnTo>
                    <a:pt x="6260" y="220"/>
                  </a:lnTo>
                  <a:lnTo>
                    <a:pt x="5797" y="98"/>
                  </a:lnTo>
                  <a:lnTo>
                    <a:pt x="5334" y="25"/>
                  </a:lnTo>
                  <a:lnTo>
                    <a:pt x="4823" y="1"/>
                  </a:lnTo>
                  <a:lnTo>
                    <a:pt x="4823" y="1"/>
                  </a:lnTo>
                </a:path>
              </a:pathLst>
            </a:custGeom>
            <a:noFill/>
            <a:ln cap="rnd" cmpd="sng" w="19050">
              <a:solidFill>
                <a:srgbClr val="184769"/>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966" name="Google Shape;966;p8"/>
            <p:cNvSpPr/>
            <p:nvPr/>
          </p:nvSpPr>
          <p:spPr>
            <a:xfrm>
              <a:off x="4024300" y="3058425"/>
              <a:ext cx="84650" cy="84650"/>
            </a:xfrm>
            <a:custGeom>
              <a:rect b="b" l="l" r="r" t="t"/>
              <a:pathLst>
                <a:path extrusionOk="0" fill="none" h="3386" w="3386">
                  <a:moveTo>
                    <a:pt x="0" y="3385"/>
                  </a:moveTo>
                  <a:lnTo>
                    <a:pt x="0" y="3385"/>
                  </a:lnTo>
                  <a:lnTo>
                    <a:pt x="25" y="3020"/>
                  </a:lnTo>
                  <a:lnTo>
                    <a:pt x="74" y="2704"/>
                  </a:lnTo>
                  <a:lnTo>
                    <a:pt x="147" y="2363"/>
                  </a:lnTo>
                  <a:lnTo>
                    <a:pt x="268" y="2070"/>
                  </a:lnTo>
                  <a:lnTo>
                    <a:pt x="414" y="1754"/>
                  </a:lnTo>
                  <a:lnTo>
                    <a:pt x="585" y="1486"/>
                  </a:lnTo>
                  <a:lnTo>
                    <a:pt x="780" y="1218"/>
                  </a:lnTo>
                  <a:lnTo>
                    <a:pt x="999" y="974"/>
                  </a:lnTo>
                  <a:lnTo>
                    <a:pt x="1243" y="755"/>
                  </a:lnTo>
                  <a:lnTo>
                    <a:pt x="1510" y="560"/>
                  </a:lnTo>
                  <a:lnTo>
                    <a:pt x="1778" y="390"/>
                  </a:lnTo>
                  <a:lnTo>
                    <a:pt x="2071" y="244"/>
                  </a:lnTo>
                  <a:lnTo>
                    <a:pt x="2387" y="146"/>
                  </a:lnTo>
                  <a:lnTo>
                    <a:pt x="2704" y="49"/>
                  </a:lnTo>
                  <a:lnTo>
                    <a:pt x="3045" y="0"/>
                  </a:lnTo>
                  <a:lnTo>
                    <a:pt x="3386" y="0"/>
                  </a:lnTo>
                </a:path>
              </a:pathLst>
            </a:custGeom>
            <a:noFill/>
            <a:ln cap="rnd" cmpd="sng" w="19050">
              <a:solidFill>
                <a:srgbClr val="184769"/>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967" name="Google Shape;967;p8"/>
            <p:cNvSpPr/>
            <p:nvPr/>
          </p:nvSpPr>
          <p:spPr>
            <a:xfrm>
              <a:off x="4205750" y="3248375"/>
              <a:ext cx="154050" cy="153475"/>
            </a:xfrm>
            <a:custGeom>
              <a:rect b="b" l="l" r="r" t="t"/>
              <a:pathLst>
                <a:path extrusionOk="0" fill="none" h="6139" w="6162">
                  <a:moveTo>
                    <a:pt x="0" y="1024"/>
                  </a:moveTo>
                  <a:lnTo>
                    <a:pt x="4969" y="5992"/>
                  </a:lnTo>
                  <a:lnTo>
                    <a:pt x="4969" y="5992"/>
                  </a:lnTo>
                  <a:lnTo>
                    <a:pt x="5042" y="6041"/>
                  </a:lnTo>
                  <a:lnTo>
                    <a:pt x="5115" y="6090"/>
                  </a:lnTo>
                  <a:lnTo>
                    <a:pt x="5212" y="6114"/>
                  </a:lnTo>
                  <a:lnTo>
                    <a:pt x="5310" y="6138"/>
                  </a:lnTo>
                  <a:lnTo>
                    <a:pt x="5407" y="6114"/>
                  </a:lnTo>
                  <a:lnTo>
                    <a:pt x="5480" y="6090"/>
                  </a:lnTo>
                  <a:lnTo>
                    <a:pt x="5577" y="6041"/>
                  </a:lnTo>
                  <a:lnTo>
                    <a:pt x="5651" y="5992"/>
                  </a:lnTo>
                  <a:lnTo>
                    <a:pt x="6016" y="5627"/>
                  </a:lnTo>
                  <a:lnTo>
                    <a:pt x="6016" y="5627"/>
                  </a:lnTo>
                  <a:lnTo>
                    <a:pt x="6089" y="5554"/>
                  </a:lnTo>
                  <a:lnTo>
                    <a:pt x="6138" y="5456"/>
                  </a:lnTo>
                  <a:lnTo>
                    <a:pt x="6162" y="5359"/>
                  </a:lnTo>
                  <a:lnTo>
                    <a:pt x="6162" y="5286"/>
                  </a:lnTo>
                  <a:lnTo>
                    <a:pt x="6162" y="5188"/>
                  </a:lnTo>
                  <a:lnTo>
                    <a:pt x="6138" y="5091"/>
                  </a:lnTo>
                  <a:lnTo>
                    <a:pt x="6089" y="5018"/>
                  </a:lnTo>
                  <a:lnTo>
                    <a:pt x="6016" y="4921"/>
                  </a:lnTo>
                  <a:lnTo>
                    <a:pt x="1072" y="1"/>
                  </a:lnTo>
                </a:path>
              </a:pathLst>
            </a:custGeom>
            <a:noFill/>
            <a:ln cap="rnd" cmpd="sng" w="19050">
              <a:solidFill>
                <a:srgbClr val="184769"/>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grpSp>
      <p:grpSp>
        <p:nvGrpSpPr>
          <p:cNvPr id="968" name="Google Shape;968;p8"/>
          <p:cNvGrpSpPr/>
          <p:nvPr/>
        </p:nvGrpSpPr>
        <p:grpSpPr>
          <a:xfrm flipH="1" rot="10800000">
            <a:off x="-97888" y="626112"/>
            <a:ext cx="1034724" cy="895486"/>
            <a:chOff x="238125" y="1431100"/>
            <a:chExt cx="3296350" cy="2852775"/>
          </a:xfrm>
        </p:grpSpPr>
        <p:sp>
          <p:nvSpPr>
            <p:cNvPr id="969" name="Google Shape;969;p8"/>
            <p:cNvSpPr/>
            <p:nvPr/>
          </p:nvSpPr>
          <p:spPr>
            <a:xfrm>
              <a:off x="980725" y="4136025"/>
              <a:ext cx="157950" cy="147850"/>
            </a:xfrm>
            <a:custGeom>
              <a:rect b="b" l="l" r="r" t="t"/>
              <a:pathLst>
                <a:path extrusionOk="0" h="5914" w="6318">
                  <a:moveTo>
                    <a:pt x="403" y="0"/>
                  </a:moveTo>
                  <a:lnTo>
                    <a:pt x="0" y="269"/>
                  </a:lnTo>
                  <a:lnTo>
                    <a:pt x="3226" y="5914"/>
                  </a:lnTo>
                  <a:lnTo>
                    <a:pt x="6317" y="5914"/>
                  </a:lnTo>
                  <a:lnTo>
                    <a:pt x="403" y="0"/>
                  </a:lnTo>
                  <a:close/>
                </a:path>
              </a:pathLst>
            </a:custGeom>
            <a:solidFill>
              <a:srgbClr val="00E2C7"/>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970" name="Google Shape;970;p8"/>
            <p:cNvSpPr/>
            <p:nvPr/>
          </p:nvSpPr>
          <p:spPr>
            <a:xfrm>
              <a:off x="849675" y="3907525"/>
              <a:ext cx="386425" cy="376350"/>
            </a:xfrm>
            <a:custGeom>
              <a:rect b="b" l="l" r="r" t="t"/>
              <a:pathLst>
                <a:path extrusionOk="0" h="15054" w="15457">
                  <a:moveTo>
                    <a:pt x="403" y="0"/>
                  </a:moveTo>
                  <a:lnTo>
                    <a:pt x="0" y="269"/>
                  </a:lnTo>
                  <a:lnTo>
                    <a:pt x="5242" y="9543"/>
                  </a:lnTo>
                  <a:lnTo>
                    <a:pt x="10887" y="15054"/>
                  </a:lnTo>
                  <a:lnTo>
                    <a:pt x="15457" y="15054"/>
                  </a:lnTo>
                  <a:lnTo>
                    <a:pt x="403" y="0"/>
                  </a:lnTo>
                  <a:close/>
                </a:path>
              </a:pathLst>
            </a:custGeom>
            <a:solidFill>
              <a:srgbClr val="01E0C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971" name="Google Shape;971;p8"/>
            <p:cNvSpPr/>
            <p:nvPr/>
          </p:nvSpPr>
          <p:spPr>
            <a:xfrm>
              <a:off x="715250" y="3675675"/>
              <a:ext cx="618300" cy="608200"/>
            </a:xfrm>
            <a:custGeom>
              <a:rect b="b" l="l" r="r" t="t"/>
              <a:pathLst>
                <a:path extrusionOk="0" h="24328" w="24732">
                  <a:moveTo>
                    <a:pt x="404" y="0"/>
                  </a:moveTo>
                  <a:lnTo>
                    <a:pt x="1" y="404"/>
                  </a:lnTo>
                  <a:lnTo>
                    <a:pt x="5377" y="9543"/>
                  </a:lnTo>
                  <a:lnTo>
                    <a:pt x="20162" y="24328"/>
                  </a:lnTo>
                  <a:lnTo>
                    <a:pt x="24732" y="24328"/>
                  </a:lnTo>
                  <a:lnTo>
                    <a:pt x="404" y="0"/>
                  </a:lnTo>
                  <a:close/>
                </a:path>
              </a:pathLst>
            </a:custGeom>
            <a:solidFill>
              <a:srgbClr val="02DFC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972" name="Google Shape;972;p8"/>
            <p:cNvSpPr/>
            <p:nvPr/>
          </p:nvSpPr>
          <p:spPr>
            <a:xfrm>
              <a:off x="584200" y="3447175"/>
              <a:ext cx="846800" cy="836700"/>
            </a:xfrm>
            <a:custGeom>
              <a:rect b="b" l="l" r="r" t="t"/>
              <a:pathLst>
                <a:path extrusionOk="0" h="33468" w="33872">
                  <a:moveTo>
                    <a:pt x="404" y="1"/>
                  </a:moveTo>
                  <a:lnTo>
                    <a:pt x="1" y="270"/>
                  </a:lnTo>
                  <a:lnTo>
                    <a:pt x="5243" y="9544"/>
                  </a:lnTo>
                  <a:lnTo>
                    <a:pt x="29167" y="33468"/>
                  </a:lnTo>
                  <a:lnTo>
                    <a:pt x="33872" y="33468"/>
                  </a:lnTo>
                  <a:lnTo>
                    <a:pt x="404" y="1"/>
                  </a:lnTo>
                  <a:close/>
                </a:path>
              </a:pathLst>
            </a:custGeom>
            <a:solidFill>
              <a:srgbClr val="03DDC9"/>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973" name="Google Shape;973;p8"/>
            <p:cNvSpPr/>
            <p:nvPr/>
          </p:nvSpPr>
          <p:spPr>
            <a:xfrm>
              <a:off x="449800" y="3218700"/>
              <a:ext cx="1078650" cy="1065175"/>
            </a:xfrm>
            <a:custGeom>
              <a:rect b="b" l="l" r="r" t="t"/>
              <a:pathLst>
                <a:path extrusionOk="0" h="42607" w="43146">
                  <a:moveTo>
                    <a:pt x="404" y="0"/>
                  </a:moveTo>
                  <a:lnTo>
                    <a:pt x="1" y="269"/>
                  </a:lnTo>
                  <a:lnTo>
                    <a:pt x="5377" y="9543"/>
                  </a:lnTo>
                  <a:lnTo>
                    <a:pt x="38441" y="42607"/>
                  </a:lnTo>
                  <a:lnTo>
                    <a:pt x="43145" y="42607"/>
                  </a:lnTo>
                  <a:lnTo>
                    <a:pt x="404" y="0"/>
                  </a:lnTo>
                  <a:close/>
                </a:path>
              </a:pathLst>
            </a:custGeom>
            <a:solidFill>
              <a:srgbClr val="04DBC9"/>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974" name="Google Shape;974;p8"/>
            <p:cNvSpPr/>
            <p:nvPr/>
          </p:nvSpPr>
          <p:spPr>
            <a:xfrm>
              <a:off x="318750" y="2990200"/>
              <a:ext cx="1307150" cy="1293675"/>
            </a:xfrm>
            <a:custGeom>
              <a:rect b="b" l="l" r="r" t="t"/>
              <a:pathLst>
                <a:path extrusionOk="0" h="51747" w="52286">
                  <a:moveTo>
                    <a:pt x="404" y="1"/>
                  </a:moveTo>
                  <a:lnTo>
                    <a:pt x="1" y="269"/>
                  </a:lnTo>
                  <a:lnTo>
                    <a:pt x="5243" y="9409"/>
                  </a:lnTo>
                  <a:lnTo>
                    <a:pt x="47581" y="51747"/>
                  </a:lnTo>
                  <a:lnTo>
                    <a:pt x="52285" y="51747"/>
                  </a:lnTo>
                  <a:lnTo>
                    <a:pt x="39517" y="38978"/>
                  </a:lnTo>
                  <a:lnTo>
                    <a:pt x="37097" y="38978"/>
                  </a:lnTo>
                  <a:lnTo>
                    <a:pt x="33737" y="33333"/>
                  </a:lnTo>
                  <a:lnTo>
                    <a:pt x="404" y="1"/>
                  </a:lnTo>
                  <a:close/>
                </a:path>
              </a:pathLst>
            </a:custGeom>
            <a:solidFill>
              <a:srgbClr val="06D9CA"/>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975" name="Google Shape;975;p8"/>
            <p:cNvSpPr/>
            <p:nvPr/>
          </p:nvSpPr>
          <p:spPr>
            <a:xfrm>
              <a:off x="1286500" y="3964650"/>
              <a:ext cx="436850" cy="319225"/>
            </a:xfrm>
            <a:custGeom>
              <a:rect b="b" l="l" r="r" t="t"/>
              <a:pathLst>
                <a:path extrusionOk="0" h="12769" w="17474">
                  <a:moveTo>
                    <a:pt x="0" y="0"/>
                  </a:moveTo>
                  <a:lnTo>
                    <a:pt x="12769" y="12769"/>
                  </a:lnTo>
                  <a:lnTo>
                    <a:pt x="17473" y="12769"/>
                  </a:lnTo>
                  <a:lnTo>
                    <a:pt x="4704" y="0"/>
                  </a:lnTo>
                  <a:close/>
                </a:path>
              </a:pathLst>
            </a:custGeom>
            <a:solidFill>
              <a:srgbClr val="07D8C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976" name="Google Shape;976;p8"/>
            <p:cNvSpPr/>
            <p:nvPr/>
          </p:nvSpPr>
          <p:spPr>
            <a:xfrm>
              <a:off x="238125" y="2822200"/>
              <a:ext cx="924075" cy="1008075"/>
            </a:xfrm>
            <a:custGeom>
              <a:rect b="b" l="l" r="r" t="t"/>
              <a:pathLst>
                <a:path extrusionOk="0" h="40323" w="36963">
                  <a:moveTo>
                    <a:pt x="806" y="0"/>
                  </a:moveTo>
                  <a:lnTo>
                    <a:pt x="0" y="1479"/>
                  </a:lnTo>
                  <a:lnTo>
                    <a:pt x="3226" y="6989"/>
                  </a:lnTo>
                  <a:lnTo>
                    <a:pt x="36559" y="40322"/>
                  </a:lnTo>
                  <a:lnTo>
                    <a:pt x="36962" y="40053"/>
                  </a:lnTo>
                  <a:lnTo>
                    <a:pt x="31720" y="30779"/>
                  </a:lnTo>
                  <a:lnTo>
                    <a:pt x="806" y="0"/>
                  </a:lnTo>
                  <a:close/>
                </a:path>
              </a:pathLst>
            </a:custGeom>
            <a:solidFill>
              <a:srgbClr val="07D8C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977" name="Google Shape;977;p8"/>
            <p:cNvSpPr/>
            <p:nvPr/>
          </p:nvSpPr>
          <p:spPr>
            <a:xfrm>
              <a:off x="1383925" y="3964650"/>
              <a:ext cx="433500" cy="319225"/>
            </a:xfrm>
            <a:custGeom>
              <a:rect b="b" l="l" r="r" t="t"/>
              <a:pathLst>
                <a:path extrusionOk="0" h="12769" w="17340">
                  <a:moveTo>
                    <a:pt x="1" y="0"/>
                  </a:moveTo>
                  <a:lnTo>
                    <a:pt x="12770" y="12769"/>
                  </a:lnTo>
                  <a:lnTo>
                    <a:pt x="17339" y="12769"/>
                  </a:lnTo>
                  <a:lnTo>
                    <a:pt x="4705" y="0"/>
                  </a:lnTo>
                  <a:close/>
                </a:path>
              </a:pathLst>
            </a:custGeom>
            <a:solidFill>
              <a:srgbClr val="08D6C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978" name="Google Shape;978;p8"/>
            <p:cNvSpPr/>
            <p:nvPr/>
          </p:nvSpPr>
          <p:spPr>
            <a:xfrm>
              <a:off x="251550" y="2761700"/>
              <a:ext cx="779600" cy="840075"/>
            </a:xfrm>
            <a:custGeom>
              <a:rect b="b" l="l" r="r" t="t"/>
              <a:pathLst>
                <a:path extrusionOk="0" h="33603" w="31184">
                  <a:moveTo>
                    <a:pt x="1748" y="1"/>
                  </a:moveTo>
                  <a:lnTo>
                    <a:pt x="1" y="2823"/>
                  </a:lnTo>
                  <a:lnTo>
                    <a:pt x="30780" y="33603"/>
                  </a:lnTo>
                  <a:lnTo>
                    <a:pt x="31183" y="33199"/>
                  </a:lnTo>
                  <a:lnTo>
                    <a:pt x="25807" y="24060"/>
                  </a:lnTo>
                  <a:lnTo>
                    <a:pt x="1748" y="1"/>
                  </a:lnTo>
                  <a:close/>
                </a:path>
              </a:pathLst>
            </a:custGeom>
            <a:solidFill>
              <a:srgbClr val="08D6C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979" name="Google Shape;979;p8"/>
            <p:cNvSpPr/>
            <p:nvPr/>
          </p:nvSpPr>
          <p:spPr>
            <a:xfrm>
              <a:off x="288525" y="2697875"/>
              <a:ext cx="608200" cy="675400"/>
            </a:xfrm>
            <a:custGeom>
              <a:rect b="b" l="l" r="r" t="t"/>
              <a:pathLst>
                <a:path extrusionOk="0" h="27016" w="24328">
                  <a:moveTo>
                    <a:pt x="1613" y="0"/>
                  </a:moveTo>
                  <a:lnTo>
                    <a:pt x="0" y="2957"/>
                  </a:lnTo>
                  <a:lnTo>
                    <a:pt x="23925" y="27016"/>
                  </a:lnTo>
                  <a:lnTo>
                    <a:pt x="24328" y="26613"/>
                  </a:lnTo>
                  <a:lnTo>
                    <a:pt x="19086" y="17473"/>
                  </a:lnTo>
                  <a:lnTo>
                    <a:pt x="1613" y="0"/>
                  </a:lnTo>
                  <a:close/>
                </a:path>
              </a:pathLst>
            </a:custGeom>
            <a:solidFill>
              <a:srgbClr val="09D4C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980" name="Google Shape;980;p8"/>
            <p:cNvSpPr/>
            <p:nvPr/>
          </p:nvSpPr>
          <p:spPr>
            <a:xfrm>
              <a:off x="1481375" y="3964650"/>
              <a:ext cx="433500" cy="319225"/>
            </a:xfrm>
            <a:custGeom>
              <a:rect b="b" l="l" r="r" t="t"/>
              <a:pathLst>
                <a:path extrusionOk="0" h="12769" w="17340">
                  <a:moveTo>
                    <a:pt x="1" y="0"/>
                  </a:moveTo>
                  <a:lnTo>
                    <a:pt x="12769" y="12769"/>
                  </a:lnTo>
                  <a:lnTo>
                    <a:pt x="17339" y="12769"/>
                  </a:lnTo>
                  <a:lnTo>
                    <a:pt x="4705" y="0"/>
                  </a:lnTo>
                  <a:close/>
                </a:path>
              </a:pathLst>
            </a:custGeom>
            <a:solidFill>
              <a:srgbClr val="09D4C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981" name="Google Shape;981;p8"/>
            <p:cNvSpPr/>
            <p:nvPr/>
          </p:nvSpPr>
          <p:spPr>
            <a:xfrm>
              <a:off x="1578825" y="3964650"/>
              <a:ext cx="433500" cy="319225"/>
            </a:xfrm>
            <a:custGeom>
              <a:rect b="b" l="l" r="r" t="t"/>
              <a:pathLst>
                <a:path extrusionOk="0" h="12769" w="17340">
                  <a:moveTo>
                    <a:pt x="1" y="0"/>
                  </a:moveTo>
                  <a:lnTo>
                    <a:pt x="12769" y="12769"/>
                  </a:lnTo>
                  <a:lnTo>
                    <a:pt x="17339" y="12769"/>
                  </a:lnTo>
                  <a:lnTo>
                    <a:pt x="4570" y="0"/>
                  </a:lnTo>
                  <a:close/>
                </a:path>
              </a:pathLst>
            </a:custGeom>
            <a:solidFill>
              <a:srgbClr val="0AD3C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982" name="Google Shape;982;p8"/>
            <p:cNvSpPr/>
            <p:nvPr/>
          </p:nvSpPr>
          <p:spPr>
            <a:xfrm>
              <a:off x="322125" y="2637375"/>
              <a:ext cx="443550" cy="504050"/>
            </a:xfrm>
            <a:custGeom>
              <a:rect b="b" l="l" r="r" t="t"/>
              <a:pathLst>
                <a:path extrusionOk="0" h="20162" w="17742">
                  <a:moveTo>
                    <a:pt x="1747" y="1"/>
                  </a:moveTo>
                  <a:lnTo>
                    <a:pt x="0" y="2958"/>
                  </a:lnTo>
                  <a:lnTo>
                    <a:pt x="17339" y="20162"/>
                  </a:lnTo>
                  <a:lnTo>
                    <a:pt x="17742" y="19893"/>
                  </a:lnTo>
                  <a:lnTo>
                    <a:pt x="12366" y="10619"/>
                  </a:lnTo>
                  <a:lnTo>
                    <a:pt x="1747" y="1"/>
                  </a:lnTo>
                  <a:close/>
                </a:path>
              </a:pathLst>
            </a:custGeom>
            <a:solidFill>
              <a:srgbClr val="0AD3C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983" name="Google Shape;983;p8"/>
            <p:cNvSpPr/>
            <p:nvPr/>
          </p:nvSpPr>
          <p:spPr>
            <a:xfrm>
              <a:off x="359075" y="2576900"/>
              <a:ext cx="275575" cy="336050"/>
            </a:xfrm>
            <a:custGeom>
              <a:rect b="b" l="l" r="r" t="t"/>
              <a:pathLst>
                <a:path extrusionOk="0" h="13442" w="11023">
                  <a:moveTo>
                    <a:pt x="1614" y="1"/>
                  </a:moveTo>
                  <a:lnTo>
                    <a:pt x="1" y="2823"/>
                  </a:lnTo>
                  <a:lnTo>
                    <a:pt x="10484" y="13441"/>
                  </a:lnTo>
                  <a:lnTo>
                    <a:pt x="10888" y="13172"/>
                  </a:lnTo>
                  <a:lnTo>
                    <a:pt x="9812" y="11291"/>
                  </a:lnTo>
                  <a:lnTo>
                    <a:pt x="11022" y="9275"/>
                  </a:lnTo>
                  <a:lnTo>
                    <a:pt x="1614" y="1"/>
                  </a:lnTo>
                  <a:close/>
                </a:path>
              </a:pathLst>
            </a:custGeom>
            <a:solidFill>
              <a:srgbClr val="0BD1C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984" name="Google Shape;984;p8"/>
            <p:cNvSpPr/>
            <p:nvPr/>
          </p:nvSpPr>
          <p:spPr>
            <a:xfrm>
              <a:off x="1676275" y="3964650"/>
              <a:ext cx="433475" cy="319225"/>
            </a:xfrm>
            <a:custGeom>
              <a:rect b="b" l="l" r="r" t="t"/>
              <a:pathLst>
                <a:path extrusionOk="0" h="12769" w="17339">
                  <a:moveTo>
                    <a:pt x="0" y="0"/>
                  </a:moveTo>
                  <a:lnTo>
                    <a:pt x="12769" y="12769"/>
                  </a:lnTo>
                  <a:lnTo>
                    <a:pt x="17339" y="12769"/>
                  </a:lnTo>
                  <a:lnTo>
                    <a:pt x="4570" y="0"/>
                  </a:lnTo>
                  <a:close/>
                </a:path>
              </a:pathLst>
            </a:custGeom>
            <a:solidFill>
              <a:srgbClr val="0BD1C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985" name="Google Shape;985;p8"/>
            <p:cNvSpPr/>
            <p:nvPr/>
          </p:nvSpPr>
          <p:spPr>
            <a:xfrm>
              <a:off x="392675" y="2513050"/>
              <a:ext cx="275575" cy="309175"/>
            </a:xfrm>
            <a:custGeom>
              <a:rect b="b" l="l" r="r" t="t"/>
              <a:pathLst>
                <a:path extrusionOk="0" h="12367" w="11023">
                  <a:moveTo>
                    <a:pt x="1748" y="1"/>
                  </a:moveTo>
                  <a:lnTo>
                    <a:pt x="1" y="2958"/>
                  </a:lnTo>
                  <a:lnTo>
                    <a:pt x="9409" y="12366"/>
                  </a:lnTo>
                  <a:lnTo>
                    <a:pt x="11022" y="9409"/>
                  </a:lnTo>
                  <a:lnTo>
                    <a:pt x="1748" y="1"/>
                  </a:lnTo>
                  <a:close/>
                </a:path>
              </a:pathLst>
            </a:custGeom>
            <a:solidFill>
              <a:srgbClr val="0CCFC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986" name="Google Shape;986;p8"/>
            <p:cNvSpPr/>
            <p:nvPr/>
          </p:nvSpPr>
          <p:spPr>
            <a:xfrm>
              <a:off x="1773725" y="3964650"/>
              <a:ext cx="433475" cy="319225"/>
            </a:xfrm>
            <a:custGeom>
              <a:rect b="b" l="l" r="r" t="t"/>
              <a:pathLst>
                <a:path extrusionOk="0" h="12769" w="17339">
                  <a:moveTo>
                    <a:pt x="0" y="0"/>
                  </a:moveTo>
                  <a:lnTo>
                    <a:pt x="12634" y="12769"/>
                  </a:lnTo>
                  <a:lnTo>
                    <a:pt x="17339" y="12769"/>
                  </a:lnTo>
                  <a:lnTo>
                    <a:pt x="4570" y="0"/>
                  </a:lnTo>
                  <a:close/>
                </a:path>
              </a:pathLst>
            </a:custGeom>
            <a:solidFill>
              <a:srgbClr val="0CCFC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987" name="Google Shape;987;p8"/>
            <p:cNvSpPr/>
            <p:nvPr/>
          </p:nvSpPr>
          <p:spPr>
            <a:xfrm>
              <a:off x="429650" y="2452575"/>
              <a:ext cx="275550" cy="305800"/>
            </a:xfrm>
            <a:custGeom>
              <a:rect b="b" l="l" r="r" t="t"/>
              <a:pathLst>
                <a:path extrusionOk="0" h="12232" w="11022">
                  <a:moveTo>
                    <a:pt x="1748" y="1"/>
                  </a:moveTo>
                  <a:lnTo>
                    <a:pt x="0" y="2957"/>
                  </a:lnTo>
                  <a:lnTo>
                    <a:pt x="9274" y="12232"/>
                  </a:lnTo>
                  <a:lnTo>
                    <a:pt x="11022" y="9275"/>
                  </a:lnTo>
                  <a:lnTo>
                    <a:pt x="1748" y="1"/>
                  </a:lnTo>
                  <a:close/>
                </a:path>
              </a:pathLst>
            </a:custGeom>
            <a:solidFill>
              <a:srgbClr val="0DCDCE"/>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988" name="Google Shape;988;p8"/>
            <p:cNvSpPr/>
            <p:nvPr/>
          </p:nvSpPr>
          <p:spPr>
            <a:xfrm>
              <a:off x="1871150" y="3964650"/>
              <a:ext cx="433500" cy="319225"/>
            </a:xfrm>
            <a:custGeom>
              <a:rect b="b" l="l" r="r" t="t"/>
              <a:pathLst>
                <a:path extrusionOk="0" h="12769" w="17340">
                  <a:moveTo>
                    <a:pt x="1" y="0"/>
                  </a:moveTo>
                  <a:lnTo>
                    <a:pt x="12635" y="12769"/>
                  </a:lnTo>
                  <a:lnTo>
                    <a:pt x="17340" y="12769"/>
                  </a:lnTo>
                  <a:lnTo>
                    <a:pt x="4571" y="0"/>
                  </a:lnTo>
                  <a:close/>
                </a:path>
              </a:pathLst>
            </a:custGeom>
            <a:solidFill>
              <a:srgbClr val="0DCDCE"/>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989" name="Google Shape;989;p8"/>
            <p:cNvSpPr/>
            <p:nvPr/>
          </p:nvSpPr>
          <p:spPr>
            <a:xfrm>
              <a:off x="1965250" y="3964650"/>
              <a:ext cx="436850" cy="319225"/>
            </a:xfrm>
            <a:custGeom>
              <a:rect b="b" l="l" r="r" t="t"/>
              <a:pathLst>
                <a:path extrusionOk="0" h="12769" w="17474">
                  <a:moveTo>
                    <a:pt x="0" y="0"/>
                  </a:moveTo>
                  <a:lnTo>
                    <a:pt x="12769" y="12769"/>
                  </a:lnTo>
                  <a:lnTo>
                    <a:pt x="17473" y="12769"/>
                  </a:lnTo>
                  <a:lnTo>
                    <a:pt x="4705" y="0"/>
                  </a:lnTo>
                  <a:close/>
                </a:path>
              </a:pathLst>
            </a:custGeom>
            <a:solidFill>
              <a:srgbClr val="0ECCC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990" name="Google Shape;990;p8"/>
            <p:cNvSpPr/>
            <p:nvPr/>
          </p:nvSpPr>
          <p:spPr>
            <a:xfrm>
              <a:off x="466600" y="2392100"/>
              <a:ext cx="272200" cy="305800"/>
            </a:xfrm>
            <a:custGeom>
              <a:rect b="b" l="l" r="r" t="t"/>
              <a:pathLst>
                <a:path extrusionOk="0" h="12232" w="10888">
                  <a:moveTo>
                    <a:pt x="1614" y="0"/>
                  </a:moveTo>
                  <a:lnTo>
                    <a:pt x="1" y="2957"/>
                  </a:lnTo>
                  <a:lnTo>
                    <a:pt x="9275" y="12231"/>
                  </a:lnTo>
                  <a:lnTo>
                    <a:pt x="10888" y="9274"/>
                  </a:lnTo>
                  <a:lnTo>
                    <a:pt x="1614" y="0"/>
                  </a:lnTo>
                  <a:close/>
                </a:path>
              </a:pathLst>
            </a:custGeom>
            <a:solidFill>
              <a:srgbClr val="0ECCC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991" name="Google Shape;991;p8"/>
            <p:cNvSpPr/>
            <p:nvPr/>
          </p:nvSpPr>
          <p:spPr>
            <a:xfrm>
              <a:off x="2062700" y="3964650"/>
              <a:ext cx="433475" cy="319225"/>
            </a:xfrm>
            <a:custGeom>
              <a:rect b="b" l="l" r="r" t="t"/>
              <a:pathLst>
                <a:path extrusionOk="0" h="12769" w="17339">
                  <a:moveTo>
                    <a:pt x="0" y="0"/>
                  </a:moveTo>
                  <a:lnTo>
                    <a:pt x="12769" y="12769"/>
                  </a:lnTo>
                  <a:lnTo>
                    <a:pt x="17339" y="12769"/>
                  </a:lnTo>
                  <a:lnTo>
                    <a:pt x="4704" y="0"/>
                  </a:lnTo>
                  <a:close/>
                </a:path>
              </a:pathLst>
            </a:custGeom>
            <a:solidFill>
              <a:srgbClr val="10CAC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992" name="Google Shape;992;p8"/>
            <p:cNvSpPr/>
            <p:nvPr/>
          </p:nvSpPr>
          <p:spPr>
            <a:xfrm>
              <a:off x="500200" y="2328250"/>
              <a:ext cx="275575" cy="309150"/>
            </a:xfrm>
            <a:custGeom>
              <a:rect b="b" l="l" r="r" t="t"/>
              <a:pathLst>
                <a:path extrusionOk="0" h="12366" w="11023">
                  <a:moveTo>
                    <a:pt x="1748" y="1"/>
                  </a:moveTo>
                  <a:lnTo>
                    <a:pt x="1" y="2957"/>
                  </a:lnTo>
                  <a:lnTo>
                    <a:pt x="9275" y="12366"/>
                  </a:lnTo>
                  <a:lnTo>
                    <a:pt x="11022" y="9409"/>
                  </a:lnTo>
                  <a:lnTo>
                    <a:pt x="1748" y="1"/>
                  </a:lnTo>
                  <a:close/>
                </a:path>
              </a:pathLst>
            </a:custGeom>
            <a:solidFill>
              <a:srgbClr val="10CAC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993" name="Google Shape;993;p8"/>
            <p:cNvSpPr/>
            <p:nvPr/>
          </p:nvSpPr>
          <p:spPr>
            <a:xfrm>
              <a:off x="537175" y="2267775"/>
              <a:ext cx="275550" cy="305800"/>
            </a:xfrm>
            <a:custGeom>
              <a:rect b="b" l="l" r="r" t="t"/>
              <a:pathLst>
                <a:path extrusionOk="0" h="12232" w="11022">
                  <a:moveTo>
                    <a:pt x="1613" y="0"/>
                  </a:moveTo>
                  <a:lnTo>
                    <a:pt x="0" y="2957"/>
                  </a:lnTo>
                  <a:lnTo>
                    <a:pt x="9274" y="12231"/>
                  </a:lnTo>
                  <a:lnTo>
                    <a:pt x="11022" y="9274"/>
                  </a:lnTo>
                  <a:lnTo>
                    <a:pt x="1613" y="0"/>
                  </a:lnTo>
                  <a:close/>
                </a:path>
              </a:pathLst>
            </a:custGeom>
            <a:solidFill>
              <a:srgbClr val="11C8D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994" name="Google Shape;994;p8"/>
            <p:cNvSpPr/>
            <p:nvPr/>
          </p:nvSpPr>
          <p:spPr>
            <a:xfrm>
              <a:off x="2160150" y="3964650"/>
              <a:ext cx="433475" cy="319225"/>
            </a:xfrm>
            <a:custGeom>
              <a:rect b="b" l="l" r="r" t="t"/>
              <a:pathLst>
                <a:path extrusionOk="0" h="12769" w="17339">
                  <a:moveTo>
                    <a:pt x="0" y="0"/>
                  </a:moveTo>
                  <a:lnTo>
                    <a:pt x="12769" y="12769"/>
                  </a:lnTo>
                  <a:lnTo>
                    <a:pt x="17339" y="12769"/>
                  </a:lnTo>
                  <a:lnTo>
                    <a:pt x="4704" y="0"/>
                  </a:lnTo>
                  <a:close/>
                </a:path>
              </a:pathLst>
            </a:custGeom>
            <a:solidFill>
              <a:srgbClr val="11C8D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995" name="Google Shape;995;p8"/>
            <p:cNvSpPr/>
            <p:nvPr/>
          </p:nvSpPr>
          <p:spPr>
            <a:xfrm>
              <a:off x="570775" y="2207275"/>
              <a:ext cx="275550" cy="305800"/>
            </a:xfrm>
            <a:custGeom>
              <a:rect b="b" l="l" r="r" t="t"/>
              <a:pathLst>
                <a:path extrusionOk="0" h="12232" w="11022">
                  <a:moveTo>
                    <a:pt x="1748" y="1"/>
                  </a:moveTo>
                  <a:lnTo>
                    <a:pt x="0" y="2958"/>
                  </a:lnTo>
                  <a:lnTo>
                    <a:pt x="9409" y="12232"/>
                  </a:lnTo>
                  <a:lnTo>
                    <a:pt x="11022" y="9275"/>
                  </a:lnTo>
                  <a:lnTo>
                    <a:pt x="1748" y="1"/>
                  </a:lnTo>
                  <a:close/>
                </a:path>
              </a:pathLst>
            </a:custGeom>
            <a:solidFill>
              <a:srgbClr val="12C7D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996" name="Google Shape;996;p8"/>
            <p:cNvSpPr/>
            <p:nvPr/>
          </p:nvSpPr>
          <p:spPr>
            <a:xfrm>
              <a:off x="2257575" y="3964650"/>
              <a:ext cx="433500" cy="319225"/>
            </a:xfrm>
            <a:custGeom>
              <a:rect b="b" l="l" r="r" t="t"/>
              <a:pathLst>
                <a:path extrusionOk="0" h="12769" w="17340">
                  <a:moveTo>
                    <a:pt x="1" y="0"/>
                  </a:moveTo>
                  <a:lnTo>
                    <a:pt x="12770" y="12769"/>
                  </a:lnTo>
                  <a:lnTo>
                    <a:pt x="17339" y="12769"/>
                  </a:lnTo>
                  <a:lnTo>
                    <a:pt x="4705" y="0"/>
                  </a:lnTo>
                  <a:close/>
                </a:path>
              </a:pathLst>
            </a:custGeom>
            <a:solidFill>
              <a:srgbClr val="12C7D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997" name="Google Shape;997;p8"/>
            <p:cNvSpPr/>
            <p:nvPr/>
          </p:nvSpPr>
          <p:spPr>
            <a:xfrm>
              <a:off x="2355025" y="3964650"/>
              <a:ext cx="383100" cy="319225"/>
            </a:xfrm>
            <a:custGeom>
              <a:rect b="b" l="l" r="r" t="t"/>
              <a:pathLst>
                <a:path extrusionOk="0" h="12769" w="15324">
                  <a:moveTo>
                    <a:pt x="1" y="0"/>
                  </a:moveTo>
                  <a:lnTo>
                    <a:pt x="12769" y="12769"/>
                  </a:lnTo>
                  <a:lnTo>
                    <a:pt x="14248" y="12769"/>
                  </a:lnTo>
                  <a:lnTo>
                    <a:pt x="15323" y="10753"/>
                  </a:lnTo>
                  <a:lnTo>
                    <a:pt x="4570" y="0"/>
                  </a:lnTo>
                  <a:close/>
                </a:path>
              </a:pathLst>
            </a:custGeom>
            <a:solidFill>
              <a:srgbClr val="13C5D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998" name="Google Shape;998;p8"/>
            <p:cNvSpPr/>
            <p:nvPr/>
          </p:nvSpPr>
          <p:spPr>
            <a:xfrm>
              <a:off x="607725" y="2146800"/>
              <a:ext cx="275575" cy="305800"/>
            </a:xfrm>
            <a:custGeom>
              <a:rect b="b" l="l" r="r" t="t"/>
              <a:pathLst>
                <a:path extrusionOk="0" h="12232" w="11023">
                  <a:moveTo>
                    <a:pt x="1614" y="1"/>
                  </a:moveTo>
                  <a:lnTo>
                    <a:pt x="1" y="2823"/>
                  </a:lnTo>
                  <a:lnTo>
                    <a:pt x="9275" y="12232"/>
                  </a:lnTo>
                  <a:lnTo>
                    <a:pt x="11022" y="9275"/>
                  </a:lnTo>
                  <a:lnTo>
                    <a:pt x="1614" y="1"/>
                  </a:lnTo>
                  <a:close/>
                </a:path>
              </a:pathLst>
            </a:custGeom>
            <a:solidFill>
              <a:srgbClr val="13C5D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999" name="Google Shape;999;p8"/>
            <p:cNvSpPr/>
            <p:nvPr/>
          </p:nvSpPr>
          <p:spPr>
            <a:xfrm>
              <a:off x="2452475" y="3941125"/>
              <a:ext cx="322600" cy="305800"/>
            </a:xfrm>
            <a:custGeom>
              <a:rect b="b" l="l" r="r" t="t"/>
              <a:pathLst>
                <a:path extrusionOk="0" h="12232" w="12904">
                  <a:moveTo>
                    <a:pt x="3495" y="1"/>
                  </a:moveTo>
                  <a:lnTo>
                    <a:pt x="2957" y="941"/>
                  </a:lnTo>
                  <a:lnTo>
                    <a:pt x="0" y="941"/>
                  </a:lnTo>
                  <a:lnTo>
                    <a:pt x="11156" y="12232"/>
                  </a:lnTo>
                  <a:lnTo>
                    <a:pt x="12904" y="9275"/>
                  </a:lnTo>
                  <a:lnTo>
                    <a:pt x="3495" y="1"/>
                  </a:lnTo>
                  <a:close/>
                </a:path>
              </a:pathLst>
            </a:custGeom>
            <a:solidFill>
              <a:srgbClr val="14C3D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1000" name="Google Shape;1000;p8"/>
            <p:cNvSpPr/>
            <p:nvPr/>
          </p:nvSpPr>
          <p:spPr>
            <a:xfrm>
              <a:off x="641325" y="2082950"/>
              <a:ext cx="275575" cy="305800"/>
            </a:xfrm>
            <a:custGeom>
              <a:rect b="b" l="l" r="r" t="t"/>
              <a:pathLst>
                <a:path extrusionOk="0" h="12232" w="11023">
                  <a:moveTo>
                    <a:pt x="1748" y="1"/>
                  </a:moveTo>
                  <a:lnTo>
                    <a:pt x="1" y="2958"/>
                  </a:lnTo>
                  <a:lnTo>
                    <a:pt x="9409" y="12232"/>
                  </a:lnTo>
                  <a:lnTo>
                    <a:pt x="11022" y="9409"/>
                  </a:lnTo>
                  <a:lnTo>
                    <a:pt x="1748" y="1"/>
                  </a:lnTo>
                  <a:close/>
                </a:path>
              </a:pathLst>
            </a:custGeom>
            <a:solidFill>
              <a:srgbClr val="14C3D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1001" name="Google Shape;1001;p8"/>
            <p:cNvSpPr/>
            <p:nvPr/>
          </p:nvSpPr>
          <p:spPr>
            <a:xfrm>
              <a:off x="678300" y="2022475"/>
              <a:ext cx="275550" cy="305800"/>
            </a:xfrm>
            <a:custGeom>
              <a:rect b="b" l="l" r="r" t="t"/>
              <a:pathLst>
                <a:path extrusionOk="0" h="12232" w="11022">
                  <a:moveTo>
                    <a:pt x="1748" y="1"/>
                  </a:moveTo>
                  <a:lnTo>
                    <a:pt x="0" y="2957"/>
                  </a:lnTo>
                  <a:lnTo>
                    <a:pt x="9274" y="12232"/>
                  </a:lnTo>
                  <a:lnTo>
                    <a:pt x="11022" y="9275"/>
                  </a:lnTo>
                  <a:lnTo>
                    <a:pt x="1748" y="1"/>
                  </a:lnTo>
                  <a:close/>
                </a:path>
              </a:pathLst>
            </a:custGeom>
            <a:solidFill>
              <a:srgbClr val="15C1D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1002" name="Google Shape;1002;p8"/>
            <p:cNvSpPr/>
            <p:nvPr/>
          </p:nvSpPr>
          <p:spPr>
            <a:xfrm>
              <a:off x="2533125" y="3877275"/>
              <a:ext cx="275550" cy="309175"/>
            </a:xfrm>
            <a:custGeom>
              <a:rect b="b" l="l" r="r" t="t"/>
              <a:pathLst>
                <a:path extrusionOk="0" h="12367" w="11022">
                  <a:moveTo>
                    <a:pt x="1748" y="1"/>
                  </a:moveTo>
                  <a:lnTo>
                    <a:pt x="0" y="2958"/>
                  </a:lnTo>
                  <a:lnTo>
                    <a:pt x="9409" y="12366"/>
                  </a:lnTo>
                  <a:lnTo>
                    <a:pt x="11022" y="9409"/>
                  </a:lnTo>
                  <a:lnTo>
                    <a:pt x="1748" y="1"/>
                  </a:lnTo>
                  <a:close/>
                </a:path>
              </a:pathLst>
            </a:custGeom>
            <a:solidFill>
              <a:srgbClr val="15C1D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1003" name="Google Shape;1003;p8"/>
            <p:cNvSpPr/>
            <p:nvPr/>
          </p:nvSpPr>
          <p:spPr>
            <a:xfrm>
              <a:off x="2570075" y="3816800"/>
              <a:ext cx="275575" cy="305800"/>
            </a:xfrm>
            <a:custGeom>
              <a:rect b="b" l="l" r="r" t="t"/>
              <a:pathLst>
                <a:path extrusionOk="0" h="12232" w="11023">
                  <a:moveTo>
                    <a:pt x="1614" y="1"/>
                  </a:moveTo>
                  <a:lnTo>
                    <a:pt x="1" y="2957"/>
                  </a:lnTo>
                  <a:lnTo>
                    <a:pt x="9275" y="12232"/>
                  </a:lnTo>
                  <a:lnTo>
                    <a:pt x="11022" y="9275"/>
                  </a:lnTo>
                  <a:lnTo>
                    <a:pt x="1614" y="1"/>
                  </a:lnTo>
                  <a:close/>
                </a:path>
              </a:pathLst>
            </a:custGeom>
            <a:solidFill>
              <a:srgbClr val="16C0D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1004" name="Google Shape;1004;p8"/>
            <p:cNvSpPr/>
            <p:nvPr/>
          </p:nvSpPr>
          <p:spPr>
            <a:xfrm>
              <a:off x="711900" y="1962000"/>
              <a:ext cx="275550" cy="305800"/>
            </a:xfrm>
            <a:custGeom>
              <a:rect b="b" l="l" r="r" t="t"/>
              <a:pathLst>
                <a:path extrusionOk="0" h="12232" w="11022">
                  <a:moveTo>
                    <a:pt x="1748" y="0"/>
                  </a:moveTo>
                  <a:lnTo>
                    <a:pt x="0" y="2957"/>
                  </a:lnTo>
                  <a:lnTo>
                    <a:pt x="9409" y="12231"/>
                  </a:lnTo>
                  <a:lnTo>
                    <a:pt x="11022" y="9274"/>
                  </a:lnTo>
                  <a:lnTo>
                    <a:pt x="1748" y="0"/>
                  </a:lnTo>
                  <a:close/>
                </a:path>
              </a:pathLst>
            </a:custGeom>
            <a:solidFill>
              <a:srgbClr val="16C0D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1005" name="Google Shape;1005;p8"/>
            <p:cNvSpPr/>
            <p:nvPr/>
          </p:nvSpPr>
          <p:spPr>
            <a:xfrm>
              <a:off x="2603675" y="3756325"/>
              <a:ext cx="275575" cy="305800"/>
            </a:xfrm>
            <a:custGeom>
              <a:rect b="b" l="l" r="r" t="t"/>
              <a:pathLst>
                <a:path extrusionOk="0" h="12232" w="11023">
                  <a:moveTo>
                    <a:pt x="1748" y="0"/>
                  </a:moveTo>
                  <a:lnTo>
                    <a:pt x="1" y="2957"/>
                  </a:lnTo>
                  <a:lnTo>
                    <a:pt x="9409" y="12231"/>
                  </a:lnTo>
                  <a:lnTo>
                    <a:pt x="11022" y="9274"/>
                  </a:lnTo>
                  <a:lnTo>
                    <a:pt x="1748" y="0"/>
                  </a:lnTo>
                  <a:close/>
                </a:path>
              </a:pathLst>
            </a:custGeom>
            <a:solidFill>
              <a:srgbClr val="17BED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1006" name="Google Shape;1006;p8"/>
            <p:cNvSpPr/>
            <p:nvPr/>
          </p:nvSpPr>
          <p:spPr>
            <a:xfrm>
              <a:off x="748850" y="1898150"/>
              <a:ext cx="275575" cy="309150"/>
            </a:xfrm>
            <a:custGeom>
              <a:rect b="b" l="l" r="r" t="t"/>
              <a:pathLst>
                <a:path extrusionOk="0" h="12366" w="11023">
                  <a:moveTo>
                    <a:pt x="1748" y="0"/>
                  </a:moveTo>
                  <a:lnTo>
                    <a:pt x="1" y="2957"/>
                  </a:lnTo>
                  <a:lnTo>
                    <a:pt x="9275" y="12366"/>
                  </a:lnTo>
                  <a:lnTo>
                    <a:pt x="11022" y="9409"/>
                  </a:lnTo>
                  <a:lnTo>
                    <a:pt x="1748" y="0"/>
                  </a:lnTo>
                  <a:close/>
                </a:path>
              </a:pathLst>
            </a:custGeom>
            <a:solidFill>
              <a:srgbClr val="17BED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1007" name="Google Shape;1007;p8"/>
            <p:cNvSpPr/>
            <p:nvPr/>
          </p:nvSpPr>
          <p:spPr>
            <a:xfrm>
              <a:off x="2640650" y="3692475"/>
              <a:ext cx="275550" cy="309150"/>
            </a:xfrm>
            <a:custGeom>
              <a:rect b="b" l="l" r="r" t="t"/>
              <a:pathLst>
                <a:path extrusionOk="0" h="12366" w="11022">
                  <a:moveTo>
                    <a:pt x="1748" y="0"/>
                  </a:moveTo>
                  <a:lnTo>
                    <a:pt x="0" y="2957"/>
                  </a:lnTo>
                  <a:lnTo>
                    <a:pt x="9274" y="12366"/>
                  </a:lnTo>
                  <a:lnTo>
                    <a:pt x="11022" y="9409"/>
                  </a:lnTo>
                  <a:lnTo>
                    <a:pt x="1748" y="0"/>
                  </a:lnTo>
                  <a:close/>
                </a:path>
              </a:pathLst>
            </a:custGeom>
            <a:solidFill>
              <a:srgbClr val="18BCD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1008" name="Google Shape;1008;p8"/>
            <p:cNvSpPr/>
            <p:nvPr/>
          </p:nvSpPr>
          <p:spPr>
            <a:xfrm>
              <a:off x="785825" y="1837675"/>
              <a:ext cx="275550" cy="305800"/>
            </a:xfrm>
            <a:custGeom>
              <a:rect b="b" l="l" r="r" t="t"/>
              <a:pathLst>
                <a:path extrusionOk="0" h="12232" w="11022">
                  <a:moveTo>
                    <a:pt x="1613" y="0"/>
                  </a:moveTo>
                  <a:lnTo>
                    <a:pt x="0" y="2957"/>
                  </a:lnTo>
                  <a:lnTo>
                    <a:pt x="9275" y="12231"/>
                  </a:lnTo>
                  <a:lnTo>
                    <a:pt x="11022" y="9274"/>
                  </a:lnTo>
                  <a:lnTo>
                    <a:pt x="1613" y="0"/>
                  </a:lnTo>
                  <a:close/>
                </a:path>
              </a:pathLst>
            </a:custGeom>
            <a:solidFill>
              <a:srgbClr val="18BCD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1009" name="Google Shape;1009;p8"/>
            <p:cNvSpPr/>
            <p:nvPr/>
          </p:nvSpPr>
          <p:spPr>
            <a:xfrm>
              <a:off x="2677600" y="3632000"/>
              <a:ext cx="275575" cy="305800"/>
            </a:xfrm>
            <a:custGeom>
              <a:rect b="b" l="l" r="r" t="t"/>
              <a:pathLst>
                <a:path extrusionOk="0" h="12232" w="11023">
                  <a:moveTo>
                    <a:pt x="1614" y="0"/>
                  </a:moveTo>
                  <a:lnTo>
                    <a:pt x="1" y="2957"/>
                  </a:lnTo>
                  <a:lnTo>
                    <a:pt x="9275" y="12231"/>
                  </a:lnTo>
                  <a:lnTo>
                    <a:pt x="11022" y="9274"/>
                  </a:lnTo>
                  <a:lnTo>
                    <a:pt x="1614" y="0"/>
                  </a:lnTo>
                  <a:close/>
                </a:path>
              </a:pathLst>
            </a:custGeom>
            <a:solidFill>
              <a:srgbClr val="19BBD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1010" name="Google Shape;1010;p8"/>
            <p:cNvSpPr/>
            <p:nvPr/>
          </p:nvSpPr>
          <p:spPr>
            <a:xfrm>
              <a:off x="819425" y="1777175"/>
              <a:ext cx="275550" cy="305800"/>
            </a:xfrm>
            <a:custGeom>
              <a:rect b="b" l="l" r="r" t="t"/>
              <a:pathLst>
                <a:path extrusionOk="0" h="12232" w="11022">
                  <a:moveTo>
                    <a:pt x="1748" y="1"/>
                  </a:moveTo>
                  <a:lnTo>
                    <a:pt x="0" y="2958"/>
                  </a:lnTo>
                  <a:lnTo>
                    <a:pt x="9275" y="12232"/>
                  </a:lnTo>
                  <a:lnTo>
                    <a:pt x="11022" y="9275"/>
                  </a:lnTo>
                  <a:lnTo>
                    <a:pt x="1748" y="1"/>
                  </a:lnTo>
                  <a:close/>
                </a:path>
              </a:pathLst>
            </a:custGeom>
            <a:solidFill>
              <a:srgbClr val="19BBD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1011" name="Google Shape;1011;p8"/>
            <p:cNvSpPr/>
            <p:nvPr/>
          </p:nvSpPr>
          <p:spPr>
            <a:xfrm>
              <a:off x="2711200" y="3571500"/>
              <a:ext cx="275575" cy="305800"/>
            </a:xfrm>
            <a:custGeom>
              <a:rect b="b" l="l" r="r" t="t"/>
              <a:pathLst>
                <a:path extrusionOk="0" h="12232" w="11023">
                  <a:moveTo>
                    <a:pt x="1748" y="1"/>
                  </a:moveTo>
                  <a:lnTo>
                    <a:pt x="1" y="2958"/>
                  </a:lnTo>
                  <a:lnTo>
                    <a:pt x="9275" y="12232"/>
                  </a:lnTo>
                  <a:lnTo>
                    <a:pt x="11022" y="9275"/>
                  </a:lnTo>
                  <a:lnTo>
                    <a:pt x="1748" y="1"/>
                  </a:lnTo>
                  <a:close/>
                </a:path>
              </a:pathLst>
            </a:custGeom>
            <a:solidFill>
              <a:srgbClr val="1BB9D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1012" name="Google Shape;1012;p8"/>
            <p:cNvSpPr/>
            <p:nvPr/>
          </p:nvSpPr>
          <p:spPr>
            <a:xfrm>
              <a:off x="856375" y="1713350"/>
              <a:ext cx="275575" cy="309150"/>
            </a:xfrm>
            <a:custGeom>
              <a:rect b="b" l="l" r="r" t="t"/>
              <a:pathLst>
                <a:path extrusionOk="0" h="12366" w="11023">
                  <a:moveTo>
                    <a:pt x="1614" y="0"/>
                  </a:moveTo>
                  <a:lnTo>
                    <a:pt x="1" y="2957"/>
                  </a:lnTo>
                  <a:lnTo>
                    <a:pt x="9275" y="12366"/>
                  </a:lnTo>
                  <a:lnTo>
                    <a:pt x="11022" y="9409"/>
                  </a:lnTo>
                  <a:lnTo>
                    <a:pt x="1614" y="0"/>
                  </a:lnTo>
                  <a:close/>
                </a:path>
              </a:pathLst>
            </a:custGeom>
            <a:solidFill>
              <a:srgbClr val="1BB9D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1013" name="Google Shape;1013;p8"/>
            <p:cNvSpPr/>
            <p:nvPr/>
          </p:nvSpPr>
          <p:spPr>
            <a:xfrm>
              <a:off x="890000" y="1652850"/>
              <a:ext cx="275550" cy="305800"/>
            </a:xfrm>
            <a:custGeom>
              <a:rect b="b" l="l" r="r" t="t"/>
              <a:pathLst>
                <a:path extrusionOk="0" h="12232" w="11022">
                  <a:moveTo>
                    <a:pt x="1747" y="1"/>
                  </a:moveTo>
                  <a:lnTo>
                    <a:pt x="0" y="2958"/>
                  </a:lnTo>
                  <a:lnTo>
                    <a:pt x="9409" y="12232"/>
                  </a:lnTo>
                  <a:lnTo>
                    <a:pt x="11021" y="9275"/>
                  </a:lnTo>
                  <a:lnTo>
                    <a:pt x="1747" y="1"/>
                  </a:lnTo>
                  <a:close/>
                </a:path>
              </a:pathLst>
            </a:custGeom>
            <a:solidFill>
              <a:srgbClr val="1CB7D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1014" name="Google Shape;1014;p8"/>
            <p:cNvSpPr/>
            <p:nvPr/>
          </p:nvSpPr>
          <p:spPr>
            <a:xfrm>
              <a:off x="2748175" y="3511025"/>
              <a:ext cx="275550" cy="305800"/>
            </a:xfrm>
            <a:custGeom>
              <a:rect b="b" l="l" r="r" t="t"/>
              <a:pathLst>
                <a:path extrusionOk="0" h="12232" w="11022">
                  <a:moveTo>
                    <a:pt x="1613" y="1"/>
                  </a:moveTo>
                  <a:lnTo>
                    <a:pt x="0" y="2823"/>
                  </a:lnTo>
                  <a:lnTo>
                    <a:pt x="9274" y="12232"/>
                  </a:lnTo>
                  <a:lnTo>
                    <a:pt x="11022" y="9275"/>
                  </a:lnTo>
                  <a:lnTo>
                    <a:pt x="1613" y="1"/>
                  </a:lnTo>
                  <a:close/>
                </a:path>
              </a:pathLst>
            </a:custGeom>
            <a:solidFill>
              <a:srgbClr val="1CB7D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1015" name="Google Shape;1015;p8"/>
            <p:cNvSpPr/>
            <p:nvPr/>
          </p:nvSpPr>
          <p:spPr>
            <a:xfrm>
              <a:off x="2781775" y="3447175"/>
              <a:ext cx="275550" cy="305800"/>
            </a:xfrm>
            <a:custGeom>
              <a:rect b="b" l="l" r="r" t="t"/>
              <a:pathLst>
                <a:path extrusionOk="0" h="12232" w="11022">
                  <a:moveTo>
                    <a:pt x="1748" y="1"/>
                  </a:moveTo>
                  <a:lnTo>
                    <a:pt x="0" y="2958"/>
                  </a:lnTo>
                  <a:lnTo>
                    <a:pt x="9409" y="12232"/>
                  </a:lnTo>
                  <a:lnTo>
                    <a:pt x="11022" y="9409"/>
                  </a:lnTo>
                  <a:lnTo>
                    <a:pt x="1748" y="1"/>
                  </a:lnTo>
                  <a:close/>
                </a:path>
              </a:pathLst>
            </a:custGeom>
            <a:solidFill>
              <a:srgbClr val="1DB5D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1016" name="Google Shape;1016;p8"/>
            <p:cNvSpPr/>
            <p:nvPr/>
          </p:nvSpPr>
          <p:spPr>
            <a:xfrm>
              <a:off x="926950" y="1592375"/>
              <a:ext cx="275550" cy="305800"/>
            </a:xfrm>
            <a:custGeom>
              <a:rect b="b" l="l" r="r" t="t"/>
              <a:pathLst>
                <a:path extrusionOk="0" h="12232" w="11022">
                  <a:moveTo>
                    <a:pt x="1613" y="1"/>
                  </a:moveTo>
                  <a:lnTo>
                    <a:pt x="1" y="2957"/>
                  </a:lnTo>
                  <a:lnTo>
                    <a:pt x="9275" y="12231"/>
                  </a:lnTo>
                  <a:lnTo>
                    <a:pt x="11022" y="9275"/>
                  </a:lnTo>
                  <a:lnTo>
                    <a:pt x="1613" y="1"/>
                  </a:lnTo>
                  <a:close/>
                </a:path>
              </a:pathLst>
            </a:custGeom>
            <a:solidFill>
              <a:srgbClr val="1DB5D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1017" name="Google Shape;1017;p8"/>
            <p:cNvSpPr/>
            <p:nvPr/>
          </p:nvSpPr>
          <p:spPr>
            <a:xfrm>
              <a:off x="960550" y="1531900"/>
              <a:ext cx="275550" cy="305800"/>
            </a:xfrm>
            <a:custGeom>
              <a:rect b="b" l="l" r="r" t="t"/>
              <a:pathLst>
                <a:path extrusionOk="0" h="12232" w="11022">
                  <a:moveTo>
                    <a:pt x="1748" y="0"/>
                  </a:moveTo>
                  <a:lnTo>
                    <a:pt x="1" y="2823"/>
                  </a:lnTo>
                  <a:lnTo>
                    <a:pt x="9409" y="12231"/>
                  </a:lnTo>
                  <a:lnTo>
                    <a:pt x="11022" y="9274"/>
                  </a:lnTo>
                  <a:lnTo>
                    <a:pt x="1748" y="0"/>
                  </a:lnTo>
                  <a:close/>
                </a:path>
              </a:pathLst>
            </a:custGeom>
            <a:solidFill>
              <a:srgbClr val="1EB4D7"/>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1018" name="Google Shape;1018;p8"/>
            <p:cNvSpPr/>
            <p:nvPr/>
          </p:nvSpPr>
          <p:spPr>
            <a:xfrm>
              <a:off x="2818725" y="3386700"/>
              <a:ext cx="275575" cy="305800"/>
            </a:xfrm>
            <a:custGeom>
              <a:rect b="b" l="l" r="r" t="t"/>
              <a:pathLst>
                <a:path extrusionOk="0" h="12232" w="11023">
                  <a:moveTo>
                    <a:pt x="1614" y="1"/>
                  </a:moveTo>
                  <a:lnTo>
                    <a:pt x="1" y="2957"/>
                  </a:lnTo>
                  <a:lnTo>
                    <a:pt x="9275" y="12231"/>
                  </a:lnTo>
                  <a:lnTo>
                    <a:pt x="11022" y="9275"/>
                  </a:lnTo>
                  <a:lnTo>
                    <a:pt x="1614" y="1"/>
                  </a:lnTo>
                  <a:close/>
                </a:path>
              </a:pathLst>
            </a:custGeom>
            <a:solidFill>
              <a:srgbClr val="1EB4D7"/>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1019" name="Google Shape;1019;p8"/>
            <p:cNvSpPr/>
            <p:nvPr/>
          </p:nvSpPr>
          <p:spPr>
            <a:xfrm>
              <a:off x="997525" y="1468050"/>
              <a:ext cx="322600" cy="305800"/>
            </a:xfrm>
            <a:custGeom>
              <a:rect b="b" l="l" r="r" t="t"/>
              <a:pathLst>
                <a:path extrusionOk="0" h="12232" w="12904">
                  <a:moveTo>
                    <a:pt x="1747" y="0"/>
                  </a:moveTo>
                  <a:lnTo>
                    <a:pt x="0" y="2957"/>
                  </a:lnTo>
                  <a:lnTo>
                    <a:pt x="9274" y="12231"/>
                  </a:lnTo>
                  <a:lnTo>
                    <a:pt x="9946" y="11291"/>
                  </a:lnTo>
                  <a:lnTo>
                    <a:pt x="12903" y="11291"/>
                  </a:lnTo>
                  <a:lnTo>
                    <a:pt x="1747" y="0"/>
                  </a:lnTo>
                  <a:close/>
                </a:path>
              </a:pathLst>
            </a:custGeom>
            <a:solidFill>
              <a:srgbClr val="1FB2D7"/>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1020" name="Google Shape;1020;p8"/>
            <p:cNvSpPr/>
            <p:nvPr/>
          </p:nvSpPr>
          <p:spPr>
            <a:xfrm>
              <a:off x="2852325" y="3326225"/>
              <a:ext cx="275575" cy="305800"/>
            </a:xfrm>
            <a:custGeom>
              <a:rect b="b" l="l" r="r" t="t"/>
              <a:pathLst>
                <a:path extrusionOk="0" h="12232" w="11023">
                  <a:moveTo>
                    <a:pt x="1748" y="0"/>
                  </a:moveTo>
                  <a:lnTo>
                    <a:pt x="1" y="2957"/>
                  </a:lnTo>
                  <a:lnTo>
                    <a:pt x="9409" y="12231"/>
                  </a:lnTo>
                  <a:lnTo>
                    <a:pt x="11022" y="9274"/>
                  </a:lnTo>
                  <a:lnTo>
                    <a:pt x="1748" y="0"/>
                  </a:lnTo>
                  <a:close/>
                </a:path>
              </a:pathLst>
            </a:custGeom>
            <a:solidFill>
              <a:srgbClr val="1FB2D7"/>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1021" name="Google Shape;1021;p8"/>
            <p:cNvSpPr/>
            <p:nvPr/>
          </p:nvSpPr>
          <p:spPr>
            <a:xfrm>
              <a:off x="1034475" y="1431100"/>
              <a:ext cx="383075" cy="319225"/>
            </a:xfrm>
            <a:custGeom>
              <a:rect b="b" l="l" r="r" t="t"/>
              <a:pathLst>
                <a:path extrusionOk="0" h="12769" w="15323">
                  <a:moveTo>
                    <a:pt x="1076" y="0"/>
                  </a:moveTo>
                  <a:lnTo>
                    <a:pt x="1" y="2016"/>
                  </a:lnTo>
                  <a:lnTo>
                    <a:pt x="10619" y="12769"/>
                  </a:lnTo>
                  <a:lnTo>
                    <a:pt x="15323" y="12769"/>
                  </a:lnTo>
                  <a:lnTo>
                    <a:pt x="2554" y="0"/>
                  </a:lnTo>
                  <a:close/>
                </a:path>
              </a:pathLst>
            </a:custGeom>
            <a:solidFill>
              <a:srgbClr val="20B0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1022" name="Google Shape;1022;p8"/>
            <p:cNvSpPr/>
            <p:nvPr/>
          </p:nvSpPr>
          <p:spPr>
            <a:xfrm>
              <a:off x="2889300" y="3262375"/>
              <a:ext cx="275550" cy="309150"/>
            </a:xfrm>
            <a:custGeom>
              <a:rect b="b" l="l" r="r" t="t"/>
              <a:pathLst>
                <a:path extrusionOk="0" h="12366" w="11022">
                  <a:moveTo>
                    <a:pt x="1748" y="0"/>
                  </a:moveTo>
                  <a:lnTo>
                    <a:pt x="0" y="2957"/>
                  </a:lnTo>
                  <a:lnTo>
                    <a:pt x="9274" y="12366"/>
                  </a:lnTo>
                  <a:lnTo>
                    <a:pt x="11022" y="9409"/>
                  </a:lnTo>
                  <a:lnTo>
                    <a:pt x="1748" y="0"/>
                  </a:lnTo>
                  <a:close/>
                </a:path>
              </a:pathLst>
            </a:custGeom>
            <a:solidFill>
              <a:srgbClr val="20B0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1023" name="Google Shape;1023;p8"/>
            <p:cNvSpPr/>
            <p:nvPr/>
          </p:nvSpPr>
          <p:spPr>
            <a:xfrm>
              <a:off x="1078150" y="1431100"/>
              <a:ext cx="436850" cy="319225"/>
            </a:xfrm>
            <a:custGeom>
              <a:rect b="b" l="l" r="r" t="t"/>
              <a:pathLst>
                <a:path extrusionOk="0" h="12769" w="17474">
                  <a:moveTo>
                    <a:pt x="1" y="0"/>
                  </a:moveTo>
                  <a:lnTo>
                    <a:pt x="12770" y="12769"/>
                  </a:lnTo>
                  <a:lnTo>
                    <a:pt x="17474" y="12769"/>
                  </a:lnTo>
                  <a:lnTo>
                    <a:pt x="4705" y="0"/>
                  </a:lnTo>
                  <a:close/>
                </a:path>
              </a:pathLst>
            </a:custGeom>
            <a:solidFill>
              <a:srgbClr val="21AED9"/>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1024" name="Google Shape;1024;p8"/>
            <p:cNvSpPr/>
            <p:nvPr/>
          </p:nvSpPr>
          <p:spPr>
            <a:xfrm>
              <a:off x="2926250" y="3201900"/>
              <a:ext cx="272200" cy="305800"/>
            </a:xfrm>
            <a:custGeom>
              <a:rect b="b" l="l" r="r" t="t"/>
              <a:pathLst>
                <a:path extrusionOk="0" h="12232" w="10888">
                  <a:moveTo>
                    <a:pt x="1614" y="0"/>
                  </a:moveTo>
                  <a:lnTo>
                    <a:pt x="1" y="2957"/>
                  </a:lnTo>
                  <a:lnTo>
                    <a:pt x="9275" y="12231"/>
                  </a:lnTo>
                  <a:lnTo>
                    <a:pt x="10888" y="9274"/>
                  </a:lnTo>
                  <a:lnTo>
                    <a:pt x="1614" y="0"/>
                  </a:lnTo>
                  <a:close/>
                </a:path>
              </a:pathLst>
            </a:custGeom>
            <a:solidFill>
              <a:srgbClr val="21AED9"/>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1025" name="Google Shape;1025;p8"/>
            <p:cNvSpPr/>
            <p:nvPr/>
          </p:nvSpPr>
          <p:spPr>
            <a:xfrm>
              <a:off x="1175600" y="1431100"/>
              <a:ext cx="436850" cy="319225"/>
            </a:xfrm>
            <a:custGeom>
              <a:rect b="b" l="l" r="r" t="t"/>
              <a:pathLst>
                <a:path extrusionOk="0" h="12769" w="17474">
                  <a:moveTo>
                    <a:pt x="1" y="0"/>
                  </a:moveTo>
                  <a:lnTo>
                    <a:pt x="12769" y="12769"/>
                  </a:lnTo>
                  <a:lnTo>
                    <a:pt x="17474" y="12769"/>
                  </a:lnTo>
                  <a:lnTo>
                    <a:pt x="4705" y="0"/>
                  </a:lnTo>
                  <a:close/>
                </a:path>
              </a:pathLst>
            </a:custGeom>
            <a:solidFill>
              <a:srgbClr val="22ADD9"/>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1026" name="Google Shape;1026;p8"/>
            <p:cNvSpPr/>
            <p:nvPr/>
          </p:nvSpPr>
          <p:spPr>
            <a:xfrm>
              <a:off x="2959850" y="3141400"/>
              <a:ext cx="275575" cy="305800"/>
            </a:xfrm>
            <a:custGeom>
              <a:rect b="b" l="l" r="r" t="t"/>
              <a:pathLst>
                <a:path extrusionOk="0" h="12232" w="11023">
                  <a:moveTo>
                    <a:pt x="1748" y="1"/>
                  </a:moveTo>
                  <a:lnTo>
                    <a:pt x="1" y="2958"/>
                  </a:lnTo>
                  <a:lnTo>
                    <a:pt x="9275" y="12232"/>
                  </a:lnTo>
                  <a:lnTo>
                    <a:pt x="11022" y="9275"/>
                  </a:lnTo>
                  <a:lnTo>
                    <a:pt x="1748" y="1"/>
                  </a:lnTo>
                  <a:close/>
                </a:path>
              </a:pathLst>
            </a:custGeom>
            <a:solidFill>
              <a:srgbClr val="22ADD9"/>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1027" name="Google Shape;1027;p8"/>
            <p:cNvSpPr/>
            <p:nvPr/>
          </p:nvSpPr>
          <p:spPr>
            <a:xfrm>
              <a:off x="2996825" y="3077575"/>
              <a:ext cx="275550" cy="309150"/>
            </a:xfrm>
            <a:custGeom>
              <a:rect b="b" l="l" r="r" t="t"/>
              <a:pathLst>
                <a:path extrusionOk="0" h="12366" w="11022">
                  <a:moveTo>
                    <a:pt x="1613" y="0"/>
                  </a:moveTo>
                  <a:lnTo>
                    <a:pt x="0" y="2957"/>
                  </a:lnTo>
                  <a:lnTo>
                    <a:pt x="9275" y="12366"/>
                  </a:lnTo>
                  <a:lnTo>
                    <a:pt x="11022" y="9409"/>
                  </a:lnTo>
                  <a:lnTo>
                    <a:pt x="1613" y="0"/>
                  </a:lnTo>
                  <a:close/>
                </a:path>
              </a:pathLst>
            </a:custGeom>
            <a:solidFill>
              <a:srgbClr val="23ABDA"/>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1028" name="Google Shape;1028;p8"/>
            <p:cNvSpPr/>
            <p:nvPr/>
          </p:nvSpPr>
          <p:spPr>
            <a:xfrm>
              <a:off x="1273050" y="1431100"/>
              <a:ext cx="433500" cy="319225"/>
            </a:xfrm>
            <a:custGeom>
              <a:rect b="b" l="l" r="r" t="t"/>
              <a:pathLst>
                <a:path extrusionOk="0" h="12769" w="17340">
                  <a:moveTo>
                    <a:pt x="0" y="0"/>
                  </a:moveTo>
                  <a:lnTo>
                    <a:pt x="12769" y="12769"/>
                  </a:lnTo>
                  <a:lnTo>
                    <a:pt x="17339" y="12769"/>
                  </a:lnTo>
                  <a:lnTo>
                    <a:pt x="4705" y="0"/>
                  </a:lnTo>
                  <a:close/>
                </a:path>
              </a:pathLst>
            </a:custGeom>
            <a:solidFill>
              <a:srgbClr val="23ABDA"/>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1029" name="Google Shape;1029;p8"/>
            <p:cNvSpPr/>
            <p:nvPr/>
          </p:nvSpPr>
          <p:spPr>
            <a:xfrm>
              <a:off x="1370500" y="1431100"/>
              <a:ext cx="433475" cy="319225"/>
            </a:xfrm>
            <a:custGeom>
              <a:rect b="b" l="l" r="r" t="t"/>
              <a:pathLst>
                <a:path extrusionOk="0" h="12769" w="17339">
                  <a:moveTo>
                    <a:pt x="0" y="0"/>
                  </a:moveTo>
                  <a:lnTo>
                    <a:pt x="12769" y="12769"/>
                  </a:lnTo>
                  <a:lnTo>
                    <a:pt x="17339" y="12769"/>
                  </a:lnTo>
                  <a:lnTo>
                    <a:pt x="4705" y="0"/>
                  </a:lnTo>
                  <a:close/>
                </a:path>
              </a:pathLst>
            </a:custGeom>
            <a:solidFill>
              <a:srgbClr val="25A9DA"/>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1030" name="Google Shape;1030;p8"/>
            <p:cNvSpPr/>
            <p:nvPr/>
          </p:nvSpPr>
          <p:spPr>
            <a:xfrm>
              <a:off x="3030425" y="3017075"/>
              <a:ext cx="275550" cy="305800"/>
            </a:xfrm>
            <a:custGeom>
              <a:rect b="b" l="l" r="r" t="t"/>
              <a:pathLst>
                <a:path extrusionOk="0" h="12232" w="11022">
                  <a:moveTo>
                    <a:pt x="1748" y="1"/>
                  </a:moveTo>
                  <a:lnTo>
                    <a:pt x="1" y="2958"/>
                  </a:lnTo>
                  <a:lnTo>
                    <a:pt x="9409" y="12232"/>
                  </a:lnTo>
                  <a:lnTo>
                    <a:pt x="11022" y="9275"/>
                  </a:lnTo>
                  <a:lnTo>
                    <a:pt x="1748" y="1"/>
                  </a:lnTo>
                  <a:close/>
                </a:path>
              </a:pathLst>
            </a:custGeom>
            <a:solidFill>
              <a:srgbClr val="25A9DA"/>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1031" name="Google Shape;1031;p8"/>
            <p:cNvSpPr/>
            <p:nvPr/>
          </p:nvSpPr>
          <p:spPr>
            <a:xfrm>
              <a:off x="1467950" y="1431100"/>
              <a:ext cx="433475" cy="319225"/>
            </a:xfrm>
            <a:custGeom>
              <a:rect b="b" l="l" r="r" t="t"/>
              <a:pathLst>
                <a:path extrusionOk="0" h="12769" w="17339">
                  <a:moveTo>
                    <a:pt x="0" y="0"/>
                  </a:moveTo>
                  <a:lnTo>
                    <a:pt x="12769" y="12769"/>
                  </a:lnTo>
                  <a:lnTo>
                    <a:pt x="17339" y="12769"/>
                  </a:lnTo>
                  <a:lnTo>
                    <a:pt x="4570" y="0"/>
                  </a:lnTo>
                  <a:close/>
                </a:path>
              </a:pathLst>
            </a:custGeom>
            <a:solidFill>
              <a:srgbClr val="26A8D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1032" name="Google Shape;1032;p8"/>
            <p:cNvSpPr/>
            <p:nvPr/>
          </p:nvSpPr>
          <p:spPr>
            <a:xfrm>
              <a:off x="3067375" y="2956600"/>
              <a:ext cx="275575" cy="305800"/>
            </a:xfrm>
            <a:custGeom>
              <a:rect b="b" l="l" r="r" t="t"/>
              <a:pathLst>
                <a:path extrusionOk="0" h="12232" w="11023">
                  <a:moveTo>
                    <a:pt x="1614" y="0"/>
                  </a:moveTo>
                  <a:lnTo>
                    <a:pt x="1" y="2957"/>
                  </a:lnTo>
                  <a:lnTo>
                    <a:pt x="9275" y="12231"/>
                  </a:lnTo>
                  <a:lnTo>
                    <a:pt x="11022" y="9275"/>
                  </a:lnTo>
                  <a:lnTo>
                    <a:pt x="1614" y="0"/>
                  </a:lnTo>
                  <a:close/>
                </a:path>
              </a:pathLst>
            </a:custGeom>
            <a:solidFill>
              <a:srgbClr val="26A8D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1033" name="Google Shape;1033;p8"/>
            <p:cNvSpPr/>
            <p:nvPr/>
          </p:nvSpPr>
          <p:spPr>
            <a:xfrm>
              <a:off x="1565375" y="1431100"/>
              <a:ext cx="433500" cy="319225"/>
            </a:xfrm>
            <a:custGeom>
              <a:rect b="b" l="l" r="r" t="t"/>
              <a:pathLst>
                <a:path extrusionOk="0" h="12769" w="17340">
                  <a:moveTo>
                    <a:pt x="1" y="0"/>
                  </a:moveTo>
                  <a:lnTo>
                    <a:pt x="12635" y="12769"/>
                  </a:lnTo>
                  <a:lnTo>
                    <a:pt x="17339" y="12769"/>
                  </a:lnTo>
                  <a:lnTo>
                    <a:pt x="4571" y="0"/>
                  </a:lnTo>
                  <a:close/>
                </a:path>
              </a:pathLst>
            </a:custGeom>
            <a:solidFill>
              <a:srgbClr val="27A6D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1034" name="Google Shape;1034;p8"/>
            <p:cNvSpPr/>
            <p:nvPr/>
          </p:nvSpPr>
          <p:spPr>
            <a:xfrm>
              <a:off x="3101000" y="2896125"/>
              <a:ext cx="275550" cy="305800"/>
            </a:xfrm>
            <a:custGeom>
              <a:rect b="b" l="l" r="r" t="t"/>
              <a:pathLst>
                <a:path extrusionOk="0" h="12232" w="11022">
                  <a:moveTo>
                    <a:pt x="1747" y="0"/>
                  </a:moveTo>
                  <a:lnTo>
                    <a:pt x="0" y="2823"/>
                  </a:lnTo>
                  <a:lnTo>
                    <a:pt x="9409" y="12231"/>
                  </a:lnTo>
                  <a:lnTo>
                    <a:pt x="11021" y="9274"/>
                  </a:lnTo>
                  <a:lnTo>
                    <a:pt x="1747" y="0"/>
                  </a:lnTo>
                  <a:close/>
                </a:path>
              </a:pathLst>
            </a:custGeom>
            <a:solidFill>
              <a:srgbClr val="27A6D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1035" name="Google Shape;1035;p8"/>
            <p:cNvSpPr/>
            <p:nvPr/>
          </p:nvSpPr>
          <p:spPr>
            <a:xfrm>
              <a:off x="3137950" y="2802025"/>
              <a:ext cx="275550" cy="336050"/>
            </a:xfrm>
            <a:custGeom>
              <a:rect b="b" l="l" r="r" t="t"/>
              <a:pathLst>
                <a:path extrusionOk="0" h="13442" w="11022">
                  <a:moveTo>
                    <a:pt x="404" y="1"/>
                  </a:moveTo>
                  <a:lnTo>
                    <a:pt x="1" y="404"/>
                  </a:lnTo>
                  <a:lnTo>
                    <a:pt x="1076" y="2286"/>
                  </a:lnTo>
                  <a:lnTo>
                    <a:pt x="1" y="4167"/>
                  </a:lnTo>
                  <a:lnTo>
                    <a:pt x="9275" y="13441"/>
                  </a:lnTo>
                  <a:lnTo>
                    <a:pt x="11022" y="10619"/>
                  </a:lnTo>
                  <a:lnTo>
                    <a:pt x="404" y="1"/>
                  </a:lnTo>
                  <a:close/>
                </a:path>
              </a:pathLst>
            </a:custGeom>
            <a:solidFill>
              <a:srgbClr val="28A4D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1036" name="Google Shape;1036;p8"/>
            <p:cNvSpPr/>
            <p:nvPr/>
          </p:nvSpPr>
          <p:spPr>
            <a:xfrm>
              <a:off x="1662825" y="1431100"/>
              <a:ext cx="433500" cy="319225"/>
            </a:xfrm>
            <a:custGeom>
              <a:rect b="b" l="l" r="r" t="t"/>
              <a:pathLst>
                <a:path extrusionOk="0" h="12769" w="17340">
                  <a:moveTo>
                    <a:pt x="1" y="0"/>
                  </a:moveTo>
                  <a:lnTo>
                    <a:pt x="12635" y="12769"/>
                  </a:lnTo>
                  <a:lnTo>
                    <a:pt x="17339" y="12769"/>
                  </a:lnTo>
                  <a:lnTo>
                    <a:pt x="4571" y="0"/>
                  </a:lnTo>
                  <a:close/>
                </a:path>
              </a:pathLst>
            </a:custGeom>
            <a:solidFill>
              <a:srgbClr val="28A4D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1037" name="Google Shape;1037;p8"/>
            <p:cNvSpPr/>
            <p:nvPr/>
          </p:nvSpPr>
          <p:spPr>
            <a:xfrm>
              <a:off x="3006900" y="2573550"/>
              <a:ext cx="440200" cy="504050"/>
            </a:xfrm>
            <a:custGeom>
              <a:rect b="b" l="l" r="r" t="t"/>
              <a:pathLst>
                <a:path extrusionOk="0" h="20162" w="17608">
                  <a:moveTo>
                    <a:pt x="404" y="0"/>
                  </a:moveTo>
                  <a:lnTo>
                    <a:pt x="1" y="269"/>
                  </a:lnTo>
                  <a:lnTo>
                    <a:pt x="5243" y="9543"/>
                  </a:lnTo>
                  <a:lnTo>
                    <a:pt x="15995" y="20161"/>
                  </a:lnTo>
                  <a:lnTo>
                    <a:pt x="17608" y="17204"/>
                  </a:lnTo>
                  <a:lnTo>
                    <a:pt x="404" y="0"/>
                  </a:lnTo>
                  <a:close/>
                </a:path>
              </a:pathLst>
            </a:custGeom>
            <a:solidFill>
              <a:srgbClr val="29A2D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1038" name="Google Shape;1038;p8"/>
            <p:cNvSpPr/>
            <p:nvPr/>
          </p:nvSpPr>
          <p:spPr>
            <a:xfrm>
              <a:off x="1760275" y="1431100"/>
              <a:ext cx="433500" cy="319225"/>
            </a:xfrm>
            <a:custGeom>
              <a:rect b="b" l="l" r="r" t="t"/>
              <a:pathLst>
                <a:path extrusionOk="0" h="12769" w="17340">
                  <a:moveTo>
                    <a:pt x="1" y="0"/>
                  </a:moveTo>
                  <a:lnTo>
                    <a:pt x="12635" y="12769"/>
                  </a:lnTo>
                  <a:lnTo>
                    <a:pt x="17339" y="12769"/>
                  </a:lnTo>
                  <a:lnTo>
                    <a:pt x="4570" y="0"/>
                  </a:lnTo>
                  <a:close/>
                </a:path>
              </a:pathLst>
            </a:custGeom>
            <a:solidFill>
              <a:srgbClr val="29A2D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1039" name="Google Shape;1039;p8"/>
            <p:cNvSpPr/>
            <p:nvPr/>
          </p:nvSpPr>
          <p:spPr>
            <a:xfrm>
              <a:off x="1854350" y="1431100"/>
              <a:ext cx="436850" cy="319225"/>
            </a:xfrm>
            <a:custGeom>
              <a:rect b="b" l="l" r="r" t="t"/>
              <a:pathLst>
                <a:path extrusionOk="0" h="12769" w="17474">
                  <a:moveTo>
                    <a:pt x="1" y="0"/>
                  </a:moveTo>
                  <a:lnTo>
                    <a:pt x="12770" y="12769"/>
                  </a:lnTo>
                  <a:lnTo>
                    <a:pt x="17474" y="12769"/>
                  </a:lnTo>
                  <a:lnTo>
                    <a:pt x="4705" y="0"/>
                  </a:lnTo>
                  <a:close/>
                </a:path>
              </a:pathLst>
            </a:custGeom>
            <a:solidFill>
              <a:srgbClr val="2AA1D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1040" name="Google Shape;1040;p8"/>
            <p:cNvSpPr/>
            <p:nvPr/>
          </p:nvSpPr>
          <p:spPr>
            <a:xfrm>
              <a:off x="2872500" y="2345050"/>
              <a:ext cx="611575" cy="672050"/>
            </a:xfrm>
            <a:custGeom>
              <a:rect b="b" l="l" r="r" t="t"/>
              <a:pathLst>
                <a:path extrusionOk="0" h="26882" w="24463">
                  <a:moveTo>
                    <a:pt x="538" y="1"/>
                  </a:moveTo>
                  <a:lnTo>
                    <a:pt x="0" y="269"/>
                  </a:lnTo>
                  <a:lnTo>
                    <a:pt x="5377" y="9409"/>
                  </a:lnTo>
                  <a:lnTo>
                    <a:pt x="22715" y="26882"/>
                  </a:lnTo>
                  <a:lnTo>
                    <a:pt x="24462" y="23925"/>
                  </a:lnTo>
                  <a:lnTo>
                    <a:pt x="538" y="1"/>
                  </a:lnTo>
                  <a:close/>
                </a:path>
              </a:pathLst>
            </a:custGeom>
            <a:solidFill>
              <a:srgbClr val="2AA1D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1041" name="Google Shape;1041;p8"/>
            <p:cNvSpPr/>
            <p:nvPr/>
          </p:nvSpPr>
          <p:spPr>
            <a:xfrm>
              <a:off x="2741450" y="2113200"/>
              <a:ext cx="779575" cy="843425"/>
            </a:xfrm>
            <a:custGeom>
              <a:rect b="b" l="l" r="r" t="t"/>
              <a:pathLst>
                <a:path extrusionOk="0" h="33737" w="31183">
                  <a:moveTo>
                    <a:pt x="404" y="0"/>
                  </a:moveTo>
                  <a:lnTo>
                    <a:pt x="0" y="404"/>
                  </a:lnTo>
                  <a:lnTo>
                    <a:pt x="5242" y="9543"/>
                  </a:lnTo>
                  <a:lnTo>
                    <a:pt x="29436" y="33736"/>
                  </a:lnTo>
                  <a:lnTo>
                    <a:pt x="31183" y="30780"/>
                  </a:lnTo>
                  <a:lnTo>
                    <a:pt x="404" y="0"/>
                  </a:lnTo>
                  <a:close/>
                </a:path>
              </a:pathLst>
            </a:custGeom>
            <a:solidFill>
              <a:srgbClr val="2B9FDE"/>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1042" name="Google Shape;1042;p8"/>
            <p:cNvSpPr/>
            <p:nvPr/>
          </p:nvSpPr>
          <p:spPr>
            <a:xfrm>
              <a:off x="1951800" y="1431100"/>
              <a:ext cx="433500" cy="319225"/>
            </a:xfrm>
            <a:custGeom>
              <a:rect b="b" l="l" r="r" t="t"/>
              <a:pathLst>
                <a:path extrusionOk="0" h="12769" w="17340">
                  <a:moveTo>
                    <a:pt x="1" y="0"/>
                  </a:moveTo>
                  <a:lnTo>
                    <a:pt x="12769" y="12769"/>
                  </a:lnTo>
                  <a:lnTo>
                    <a:pt x="17339" y="12769"/>
                  </a:lnTo>
                  <a:lnTo>
                    <a:pt x="4705" y="0"/>
                  </a:lnTo>
                  <a:close/>
                </a:path>
              </a:pathLst>
            </a:custGeom>
            <a:solidFill>
              <a:srgbClr val="2B9FDE"/>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1043" name="Google Shape;1043;p8"/>
            <p:cNvSpPr/>
            <p:nvPr/>
          </p:nvSpPr>
          <p:spPr>
            <a:xfrm>
              <a:off x="2049250" y="1431100"/>
              <a:ext cx="433500" cy="319225"/>
            </a:xfrm>
            <a:custGeom>
              <a:rect b="b" l="l" r="r" t="t"/>
              <a:pathLst>
                <a:path extrusionOk="0" h="12769" w="17340">
                  <a:moveTo>
                    <a:pt x="1" y="0"/>
                  </a:moveTo>
                  <a:lnTo>
                    <a:pt x="12769" y="12769"/>
                  </a:lnTo>
                  <a:lnTo>
                    <a:pt x="17339" y="12769"/>
                  </a:lnTo>
                  <a:lnTo>
                    <a:pt x="4705" y="0"/>
                  </a:lnTo>
                  <a:close/>
                </a:path>
              </a:pathLst>
            </a:custGeom>
            <a:solidFill>
              <a:srgbClr val="2C9DDE"/>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1044" name="Google Shape;1044;p8"/>
            <p:cNvSpPr/>
            <p:nvPr/>
          </p:nvSpPr>
          <p:spPr>
            <a:xfrm>
              <a:off x="2610400" y="1884700"/>
              <a:ext cx="924075" cy="1008075"/>
            </a:xfrm>
            <a:custGeom>
              <a:rect b="b" l="l" r="r" t="t"/>
              <a:pathLst>
                <a:path extrusionOk="0" h="40323" w="36963">
                  <a:moveTo>
                    <a:pt x="404" y="1"/>
                  </a:moveTo>
                  <a:lnTo>
                    <a:pt x="1" y="270"/>
                  </a:lnTo>
                  <a:lnTo>
                    <a:pt x="5242" y="9544"/>
                  </a:lnTo>
                  <a:lnTo>
                    <a:pt x="36022" y="40323"/>
                  </a:lnTo>
                  <a:lnTo>
                    <a:pt x="36963" y="38979"/>
                  </a:lnTo>
                  <a:lnTo>
                    <a:pt x="33737" y="33334"/>
                  </a:lnTo>
                  <a:lnTo>
                    <a:pt x="404" y="1"/>
                  </a:lnTo>
                  <a:close/>
                </a:path>
              </a:pathLst>
            </a:custGeom>
            <a:solidFill>
              <a:srgbClr val="2C9DDE"/>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1045" name="Google Shape;1045;p8"/>
            <p:cNvSpPr/>
            <p:nvPr/>
          </p:nvSpPr>
          <p:spPr>
            <a:xfrm>
              <a:off x="2146700" y="1431100"/>
              <a:ext cx="1307125" cy="1297025"/>
            </a:xfrm>
            <a:custGeom>
              <a:rect b="b" l="l" r="r" t="t"/>
              <a:pathLst>
                <a:path extrusionOk="0" h="51881" w="52285">
                  <a:moveTo>
                    <a:pt x="0" y="0"/>
                  </a:moveTo>
                  <a:lnTo>
                    <a:pt x="12769" y="12769"/>
                  </a:lnTo>
                  <a:lnTo>
                    <a:pt x="15188" y="12769"/>
                  </a:lnTo>
                  <a:lnTo>
                    <a:pt x="18549" y="18548"/>
                  </a:lnTo>
                  <a:lnTo>
                    <a:pt x="51882" y="51881"/>
                  </a:lnTo>
                  <a:lnTo>
                    <a:pt x="52285" y="51478"/>
                  </a:lnTo>
                  <a:lnTo>
                    <a:pt x="46909" y="42338"/>
                  </a:lnTo>
                  <a:lnTo>
                    <a:pt x="4570" y="0"/>
                  </a:lnTo>
                  <a:close/>
                </a:path>
              </a:pathLst>
            </a:custGeom>
            <a:solidFill>
              <a:srgbClr val="2D9CD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1046" name="Google Shape;1046;p8"/>
            <p:cNvSpPr/>
            <p:nvPr/>
          </p:nvSpPr>
          <p:spPr>
            <a:xfrm>
              <a:off x="2244150" y="1431100"/>
              <a:ext cx="1075275" cy="1065175"/>
            </a:xfrm>
            <a:custGeom>
              <a:rect b="b" l="l" r="r" t="t"/>
              <a:pathLst>
                <a:path extrusionOk="0" h="42607" w="43011">
                  <a:moveTo>
                    <a:pt x="0" y="0"/>
                  </a:moveTo>
                  <a:lnTo>
                    <a:pt x="42607" y="42607"/>
                  </a:lnTo>
                  <a:lnTo>
                    <a:pt x="43011" y="42338"/>
                  </a:lnTo>
                  <a:lnTo>
                    <a:pt x="37769" y="33064"/>
                  </a:lnTo>
                  <a:lnTo>
                    <a:pt x="4570" y="0"/>
                  </a:lnTo>
                  <a:close/>
                </a:path>
              </a:pathLst>
            </a:custGeom>
            <a:solidFill>
              <a:srgbClr val="2F9AE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1047" name="Google Shape;1047;p8"/>
            <p:cNvSpPr/>
            <p:nvPr/>
          </p:nvSpPr>
          <p:spPr>
            <a:xfrm>
              <a:off x="2341575" y="1431100"/>
              <a:ext cx="846800" cy="836700"/>
            </a:xfrm>
            <a:custGeom>
              <a:rect b="b" l="l" r="r" t="t"/>
              <a:pathLst>
                <a:path extrusionOk="0" h="33468" w="33872">
                  <a:moveTo>
                    <a:pt x="1" y="0"/>
                  </a:moveTo>
                  <a:lnTo>
                    <a:pt x="33468" y="33467"/>
                  </a:lnTo>
                  <a:lnTo>
                    <a:pt x="33872" y="33198"/>
                  </a:lnTo>
                  <a:lnTo>
                    <a:pt x="28495" y="23924"/>
                  </a:lnTo>
                  <a:lnTo>
                    <a:pt x="4571" y="0"/>
                  </a:lnTo>
                  <a:close/>
                </a:path>
              </a:pathLst>
            </a:custGeom>
            <a:solidFill>
              <a:srgbClr val="3098E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1048" name="Google Shape;1048;p8"/>
            <p:cNvSpPr/>
            <p:nvPr/>
          </p:nvSpPr>
          <p:spPr>
            <a:xfrm>
              <a:off x="2439025" y="1431100"/>
              <a:ext cx="618300" cy="608200"/>
            </a:xfrm>
            <a:custGeom>
              <a:rect b="b" l="l" r="r" t="t"/>
              <a:pathLst>
                <a:path extrusionOk="0" h="24328" w="24732">
                  <a:moveTo>
                    <a:pt x="1" y="0"/>
                  </a:moveTo>
                  <a:lnTo>
                    <a:pt x="24194" y="24328"/>
                  </a:lnTo>
                  <a:lnTo>
                    <a:pt x="24732" y="23924"/>
                  </a:lnTo>
                  <a:lnTo>
                    <a:pt x="19355" y="14785"/>
                  </a:lnTo>
                  <a:lnTo>
                    <a:pt x="4571" y="0"/>
                  </a:lnTo>
                  <a:close/>
                </a:path>
              </a:pathLst>
            </a:custGeom>
            <a:solidFill>
              <a:srgbClr val="3196E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1049" name="Google Shape;1049;p8"/>
            <p:cNvSpPr/>
            <p:nvPr/>
          </p:nvSpPr>
          <p:spPr>
            <a:xfrm>
              <a:off x="2533125" y="1431100"/>
              <a:ext cx="389800" cy="376350"/>
            </a:xfrm>
            <a:custGeom>
              <a:rect b="b" l="l" r="r" t="t"/>
              <a:pathLst>
                <a:path extrusionOk="0" h="15054" w="15592">
                  <a:moveTo>
                    <a:pt x="0" y="0"/>
                  </a:moveTo>
                  <a:lnTo>
                    <a:pt x="15188" y="15054"/>
                  </a:lnTo>
                  <a:lnTo>
                    <a:pt x="15591" y="14785"/>
                  </a:lnTo>
                  <a:lnTo>
                    <a:pt x="10350" y="5645"/>
                  </a:lnTo>
                  <a:lnTo>
                    <a:pt x="4704" y="0"/>
                  </a:lnTo>
                  <a:close/>
                </a:path>
              </a:pathLst>
            </a:custGeom>
            <a:solidFill>
              <a:srgbClr val="3295E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1050" name="Google Shape;1050;p8"/>
            <p:cNvSpPr/>
            <p:nvPr/>
          </p:nvSpPr>
          <p:spPr>
            <a:xfrm>
              <a:off x="2630575" y="1431100"/>
              <a:ext cx="161300" cy="147850"/>
            </a:xfrm>
            <a:custGeom>
              <a:rect b="b" l="l" r="r" t="t"/>
              <a:pathLst>
                <a:path extrusionOk="0" h="5914" w="6452">
                  <a:moveTo>
                    <a:pt x="0" y="0"/>
                  </a:moveTo>
                  <a:lnTo>
                    <a:pt x="6048" y="5914"/>
                  </a:lnTo>
                  <a:lnTo>
                    <a:pt x="6452" y="5645"/>
                  </a:lnTo>
                  <a:lnTo>
                    <a:pt x="3226" y="0"/>
                  </a:lnTo>
                  <a:close/>
                </a:path>
              </a:pathLst>
            </a:custGeom>
            <a:solidFill>
              <a:srgbClr val="3393E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grpSp>
      <p:sp>
        <p:nvSpPr>
          <p:cNvPr id="1051" name="Google Shape;1051;p8"/>
          <p:cNvSpPr/>
          <p:nvPr/>
        </p:nvSpPr>
        <p:spPr>
          <a:xfrm flipH="1" rot="10800000">
            <a:off x="542924" y="3612175"/>
            <a:ext cx="819900" cy="710100"/>
          </a:xfrm>
          <a:prstGeom prst="hexagon">
            <a:avLst>
              <a:gd fmla="val 28678" name="adj"/>
              <a:gd fmla="val 115470" name="vf"/>
            </a:avLst>
          </a:prstGeom>
          <a:noFill/>
          <a:ln cap="flat" cmpd="sng" w="9525">
            <a:solidFill>
              <a:srgbClr val="184769"/>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1052" name="Google Shape;1052;p8"/>
          <p:cNvSpPr/>
          <p:nvPr/>
        </p:nvSpPr>
        <p:spPr>
          <a:xfrm flipH="1" rot="10800000">
            <a:off x="729000" y="424700"/>
            <a:ext cx="428700" cy="371100"/>
          </a:xfrm>
          <a:prstGeom prst="hexagon">
            <a:avLst>
              <a:gd fmla="val 28678" name="adj"/>
              <a:gd fmla="val 115470" name="vf"/>
            </a:avLst>
          </a:prstGeom>
          <a:solidFill>
            <a:srgbClr val="3292E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1053" name="Google Shape;1053;p8"/>
          <p:cNvSpPr/>
          <p:nvPr/>
        </p:nvSpPr>
        <p:spPr>
          <a:xfrm flipH="1" rot="10800000">
            <a:off x="-115052" y="3996025"/>
            <a:ext cx="819900" cy="709800"/>
          </a:xfrm>
          <a:prstGeom prst="hexagon">
            <a:avLst>
              <a:gd fmla="val 28678" name="adj"/>
              <a:gd fmla="val 115470" name="vf"/>
            </a:avLst>
          </a:prstGeom>
          <a:solidFill>
            <a:srgbClr val="184769"/>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1054" name="Google Shape;1054;p8"/>
          <p:cNvSpPr/>
          <p:nvPr/>
        </p:nvSpPr>
        <p:spPr>
          <a:xfrm flipH="1" rot="10800000">
            <a:off x="411200" y="258625"/>
            <a:ext cx="358800" cy="310500"/>
          </a:xfrm>
          <a:prstGeom prst="hexagon">
            <a:avLst>
              <a:gd fmla="val 28678" name="adj"/>
              <a:gd fmla="val 115470" name="vf"/>
            </a:avLst>
          </a:prstGeom>
          <a:noFill/>
          <a:ln cap="flat" cmpd="sng" w="19050">
            <a:solidFill>
              <a:srgbClr val="00E1C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1055" name="Google Shape;1055;p8"/>
          <p:cNvSpPr/>
          <p:nvPr/>
        </p:nvSpPr>
        <p:spPr>
          <a:xfrm>
            <a:off x="828838" y="3843208"/>
            <a:ext cx="248073" cy="248058"/>
          </a:xfrm>
          <a:custGeom>
            <a:rect b="b" l="l" r="r" t="t"/>
            <a:pathLst>
              <a:path extrusionOk="0" h="16999" w="17000">
                <a:moveTo>
                  <a:pt x="8769" y="5740"/>
                </a:moveTo>
                <a:lnTo>
                  <a:pt x="9037" y="5788"/>
                </a:lnTo>
                <a:lnTo>
                  <a:pt x="9282" y="5862"/>
                </a:lnTo>
                <a:lnTo>
                  <a:pt x="9550" y="5935"/>
                </a:lnTo>
                <a:lnTo>
                  <a:pt x="9794" y="6057"/>
                </a:lnTo>
                <a:lnTo>
                  <a:pt x="10014" y="6204"/>
                </a:lnTo>
                <a:lnTo>
                  <a:pt x="10234" y="6350"/>
                </a:lnTo>
                <a:lnTo>
                  <a:pt x="10454" y="6546"/>
                </a:lnTo>
                <a:lnTo>
                  <a:pt x="10649" y="6765"/>
                </a:lnTo>
                <a:lnTo>
                  <a:pt x="10796" y="6985"/>
                </a:lnTo>
                <a:lnTo>
                  <a:pt x="10942" y="7205"/>
                </a:lnTo>
                <a:lnTo>
                  <a:pt x="11064" y="7449"/>
                </a:lnTo>
                <a:lnTo>
                  <a:pt x="11138" y="7718"/>
                </a:lnTo>
                <a:lnTo>
                  <a:pt x="11211" y="7962"/>
                </a:lnTo>
                <a:lnTo>
                  <a:pt x="11260" y="8231"/>
                </a:lnTo>
                <a:lnTo>
                  <a:pt x="11260" y="8499"/>
                </a:lnTo>
                <a:lnTo>
                  <a:pt x="11260" y="8768"/>
                </a:lnTo>
                <a:lnTo>
                  <a:pt x="11211" y="9037"/>
                </a:lnTo>
                <a:lnTo>
                  <a:pt x="11138" y="9281"/>
                </a:lnTo>
                <a:lnTo>
                  <a:pt x="11064" y="9550"/>
                </a:lnTo>
                <a:lnTo>
                  <a:pt x="10942" y="9794"/>
                </a:lnTo>
                <a:lnTo>
                  <a:pt x="10796" y="10014"/>
                </a:lnTo>
                <a:lnTo>
                  <a:pt x="10649" y="10233"/>
                </a:lnTo>
                <a:lnTo>
                  <a:pt x="10454" y="10453"/>
                </a:lnTo>
                <a:lnTo>
                  <a:pt x="10234" y="10649"/>
                </a:lnTo>
                <a:lnTo>
                  <a:pt x="10014" y="10795"/>
                </a:lnTo>
                <a:lnTo>
                  <a:pt x="9794" y="10942"/>
                </a:lnTo>
                <a:lnTo>
                  <a:pt x="9550" y="11064"/>
                </a:lnTo>
                <a:lnTo>
                  <a:pt x="9282" y="11137"/>
                </a:lnTo>
                <a:lnTo>
                  <a:pt x="9037" y="11210"/>
                </a:lnTo>
                <a:lnTo>
                  <a:pt x="8769" y="11259"/>
                </a:lnTo>
                <a:lnTo>
                  <a:pt x="8231" y="11259"/>
                </a:lnTo>
                <a:lnTo>
                  <a:pt x="7963" y="11210"/>
                </a:lnTo>
                <a:lnTo>
                  <a:pt x="7719" y="11137"/>
                </a:lnTo>
                <a:lnTo>
                  <a:pt x="7450" y="11064"/>
                </a:lnTo>
                <a:lnTo>
                  <a:pt x="7206" y="10942"/>
                </a:lnTo>
                <a:lnTo>
                  <a:pt x="6986" y="10795"/>
                </a:lnTo>
                <a:lnTo>
                  <a:pt x="6766" y="10649"/>
                </a:lnTo>
                <a:lnTo>
                  <a:pt x="6546" y="10453"/>
                </a:lnTo>
                <a:lnTo>
                  <a:pt x="6351" y="10233"/>
                </a:lnTo>
                <a:lnTo>
                  <a:pt x="6204" y="10014"/>
                </a:lnTo>
                <a:lnTo>
                  <a:pt x="6058" y="9794"/>
                </a:lnTo>
                <a:lnTo>
                  <a:pt x="5936" y="9550"/>
                </a:lnTo>
                <a:lnTo>
                  <a:pt x="5862" y="9281"/>
                </a:lnTo>
                <a:lnTo>
                  <a:pt x="5789" y="9037"/>
                </a:lnTo>
                <a:lnTo>
                  <a:pt x="5740" y="8768"/>
                </a:lnTo>
                <a:lnTo>
                  <a:pt x="5740" y="8499"/>
                </a:lnTo>
                <a:lnTo>
                  <a:pt x="5740" y="8231"/>
                </a:lnTo>
                <a:lnTo>
                  <a:pt x="5789" y="7962"/>
                </a:lnTo>
                <a:lnTo>
                  <a:pt x="5862" y="7718"/>
                </a:lnTo>
                <a:lnTo>
                  <a:pt x="5936" y="7449"/>
                </a:lnTo>
                <a:lnTo>
                  <a:pt x="6058" y="7205"/>
                </a:lnTo>
                <a:lnTo>
                  <a:pt x="6204" y="6985"/>
                </a:lnTo>
                <a:lnTo>
                  <a:pt x="6351" y="6765"/>
                </a:lnTo>
                <a:lnTo>
                  <a:pt x="6546" y="6546"/>
                </a:lnTo>
                <a:lnTo>
                  <a:pt x="6766" y="6350"/>
                </a:lnTo>
                <a:lnTo>
                  <a:pt x="6986" y="6204"/>
                </a:lnTo>
                <a:lnTo>
                  <a:pt x="7206" y="6057"/>
                </a:lnTo>
                <a:lnTo>
                  <a:pt x="7450" y="5935"/>
                </a:lnTo>
                <a:lnTo>
                  <a:pt x="7719" y="5862"/>
                </a:lnTo>
                <a:lnTo>
                  <a:pt x="7963" y="5788"/>
                </a:lnTo>
                <a:lnTo>
                  <a:pt x="8231" y="5740"/>
                </a:lnTo>
                <a:close/>
                <a:moveTo>
                  <a:pt x="7914" y="0"/>
                </a:moveTo>
                <a:lnTo>
                  <a:pt x="7743" y="25"/>
                </a:lnTo>
                <a:lnTo>
                  <a:pt x="7596" y="73"/>
                </a:lnTo>
                <a:lnTo>
                  <a:pt x="7474" y="147"/>
                </a:lnTo>
                <a:lnTo>
                  <a:pt x="7328" y="244"/>
                </a:lnTo>
                <a:lnTo>
                  <a:pt x="7230" y="342"/>
                </a:lnTo>
                <a:lnTo>
                  <a:pt x="7132" y="489"/>
                </a:lnTo>
                <a:lnTo>
                  <a:pt x="7084" y="635"/>
                </a:lnTo>
                <a:lnTo>
                  <a:pt x="7035" y="782"/>
                </a:lnTo>
                <a:lnTo>
                  <a:pt x="6839" y="2540"/>
                </a:lnTo>
                <a:lnTo>
                  <a:pt x="6497" y="2638"/>
                </a:lnTo>
                <a:lnTo>
                  <a:pt x="6131" y="2784"/>
                </a:lnTo>
                <a:lnTo>
                  <a:pt x="5789" y="2931"/>
                </a:lnTo>
                <a:lnTo>
                  <a:pt x="5447" y="3102"/>
                </a:lnTo>
                <a:lnTo>
                  <a:pt x="4079" y="2027"/>
                </a:lnTo>
                <a:lnTo>
                  <a:pt x="3933" y="1930"/>
                </a:lnTo>
                <a:lnTo>
                  <a:pt x="3786" y="1881"/>
                </a:lnTo>
                <a:lnTo>
                  <a:pt x="3640" y="1832"/>
                </a:lnTo>
                <a:lnTo>
                  <a:pt x="3493" y="1832"/>
                </a:lnTo>
                <a:lnTo>
                  <a:pt x="3322" y="1856"/>
                </a:lnTo>
                <a:lnTo>
                  <a:pt x="3176" y="1905"/>
                </a:lnTo>
                <a:lnTo>
                  <a:pt x="3029" y="1978"/>
                </a:lnTo>
                <a:lnTo>
                  <a:pt x="2907" y="2076"/>
                </a:lnTo>
                <a:lnTo>
                  <a:pt x="2077" y="2907"/>
                </a:lnTo>
                <a:lnTo>
                  <a:pt x="1979" y="3029"/>
                </a:lnTo>
                <a:lnTo>
                  <a:pt x="1906" y="3175"/>
                </a:lnTo>
                <a:lnTo>
                  <a:pt x="1857" y="3322"/>
                </a:lnTo>
                <a:lnTo>
                  <a:pt x="1833" y="3493"/>
                </a:lnTo>
                <a:lnTo>
                  <a:pt x="1833" y="3639"/>
                </a:lnTo>
                <a:lnTo>
                  <a:pt x="1881" y="3786"/>
                </a:lnTo>
                <a:lnTo>
                  <a:pt x="1930" y="3932"/>
                </a:lnTo>
                <a:lnTo>
                  <a:pt x="2028" y="4079"/>
                </a:lnTo>
                <a:lnTo>
                  <a:pt x="3103" y="5447"/>
                </a:lnTo>
                <a:lnTo>
                  <a:pt x="2932" y="5788"/>
                </a:lnTo>
                <a:lnTo>
                  <a:pt x="2785" y="6130"/>
                </a:lnTo>
                <a:lnTo>
                  <a:pt x="2639" y="6497"/>
                </a:lnTo>
                <a:lnTo>
                  <a:pt x="2541" y="6839"/>
                </a:lnTo>
                <a:lnTo>
                  <a:pt x="782" y="7034"/>
                </a:lnTo>
                <a:lnTo>
                  <a:pt x="636" y="7083"/>
                </a:lnTo>
                <a:lnTo>
                  <a:pt x="489" y="7132"/>
                </a:lnTo>
                <a:lnTo>
                  <a:pt x="343" y="7229"/>
                </a:lnTo>
                <a:lnTo>
                  <a:pt x="245" y="7327"/>
                </a:lnTo>
                <a:lnTo>
                  <a:pt x="147" y="7474"/>
                </a:lnTo>
                <a:lnTo>
                  <a:pt x="74" y="7596"/>
                </a:lnTo>
                <a:lnTo>
                  <a:pt x="25" y="7742"/>
                </a:lnTo>
                <a:lnTo>
                  <a:pt x="1" y="7913"/>
                </a:lnTo>
                <a:lnTo>
                  <a:pt x="1" y="9086"/>
                </a:lnTo>
                <a:lnTo>
                  <a:pt x="25" y="9257"/>
                </a:lnTo>
                <a:lnTo>
                  <a:pt x="74" y="9403"/>
                </a:lnTo>
                <a:lnTo>
                  <a:pt x="147" y="9525"/>
                </a:lnTo>
                <a:lnTo>
                  <a:pt x="245" y="9672"/>
                </a:lnTo>
                <a:lnTo>
                  <a:pt x="343" y="9769"/>
                </a:lnTo>
                <a:lnTo>
                  <a:pt x="489" y="9867"/>
                </a:lnTo>
                <a:lnTo>
                  <a:pt x="636" y="9916"/>
                </a:lnTo>
                <a:lnTo>
                  <a:pt x="782" y="9965"/>
                </a:lnTo>
                <a:lnTo>
                  <a:pt x="2541" y="10160"/>
                </a:lnTo>
                <a:lnTo>
                  <a:pt x="2639" y="10502"/>
                </a:lnTo>
                <a:lnTo>
                  <a:pt x="2785" y="10868"/>
                </a:lnTo>
                <a:lnTo>
                  <a:pt x="2932" y="11210"/>
                </a:lnTo>
                <a:lnTo>
                  <a:pt x="3103" y="11552"/>
                </a:lnTo>
                <a:lnTo>
                  <a:pt x="2028" y="12920"/>
                </a:lnTo>
                <a:lnTo>
                  <a:pt x="1930" y="13067"/>
                </a:lnTo>
                <a:lnTo>
                  <a:pt x="1881" y="13213"/>
                </a:lnTo>
                <a:lnTo>
                  <a:pt x="1833" y="13360"/>
                </a:lnTo>
                <a:lnTo>
                  <a:pt x="1833" y="13506"/>
                </a:lnTo>
                <a:lnTo>
                  <a:pt x="1857" y="13677"/>
                </a:lnTo>
                <a:lnTo>
                  <a:pt x="1906" y="13824"/>
                </a:lnTo>
                <a:lnTo>
                  <a:pt x="1979" y="13970"/>
                </a:lnTo>
                <a:lnTo>
                  <a:pt x="2077" y="14092"/>
                </a:lnTo>
                <a:lnTo>
                  <a:pt x="2907" y="14923"/>
                </a:lnTo>
                <a:lnTo>
                  <a:pt x="3029" y="15020"/>
                </a:lnTo>
                <a:lnTo>
                  <a:pt x="3176" y="15094"/>
                </a:lnTo>
                <a:lnTo>
                  <a:pt x="3322" y="15142"/>
                </a:lnTo>
                <a:lnTo>
                  <a:pt x="3493" y="15167"/>
                </a:lnTo>
                <a:lnTo>
                  <a:pt x="3640" y="15167"/>
                </a:lnTo>
                <a:lnTo>
                  <a:pt x="3786" y="15118"/>
                </a:lnTo>
                <a:lnTo>
                  <a:pt x="3933" y="15069"/>
                </a:lnTo>
                <a:lnTo>
                  <a:pt x="4079" y="14996"/>
                </a:lnTo>
                <a:lnTo>
                  <a:pt x="5447" y="13897"/>
                </a:lnTo>
                <a:lnTo>
                  <a:pt x="5789" y="14068"/>
                </a:lnTo>
                <a:lnTo>
                  <a:pt x="6131" y="14214"/>
                </a:lnTo>
                <a:lnTo>
                  <a:pt x="6497" y="14361"/>
                </a:lnTo>
                <a:lnTo>
                  <a:pt x="6839" y="14459"/>
                </a:lnTo>
                <a:lnTo>
                  <a:pt x="7035" y="16217"/>
                </a:lnTo>
                <a:lnTo>
                  <a:pt x="7084" y="16364"/>
                </a:lnTo>
                <a:lnTo>
                  <a:pt x="7132" y="16510"/>
                </a:lnTo>
                <a:lnTo>
                  <a:pt x="7230" y="16657"/>
                </a:lnTo>
                <a:lnTo>
                  <a:pt x="7328" y="16754"/>
                </a:lnTo>
                <a:lnTo>
                  <a:pt x="7474" y="16852"/>
                </a:lnTo>
                <a:lnTo>
                  <a:pt x="7596" y="16925"/>
                </a:lnTo>
                <a:lnTo>
                  <a:pt x="7743" y="16974"/>
                </a:lnTo>
                <a:lnTo>
                  <a:pt x="7914" y="16999"/>
                </a:lnTo>
                <a:lnTo>
                  <a:pt x="9086" y="16999"/>
                </a:lnTo>
                <a:lnTo>
                  <a:pt x="9257" y="16974"/>
                </a:lnTo>
                <a:lnTo>
                  <a:pt x="9404" y="16925"/>
                </a:lnTo>
                <a:lnTo>
                  <a:pt x="9526" y="16852"/>
                </a:lnTo>
                <a:lnTo>
                  <a:pt x="9672" y="16754"/>
                </a:lnTo>
                <a:lnTo>
                  <a:pt x="9770" y="16657"/>
                </a:lnTo>
                <a:lnTo>
                  <a:pt x="9868" y="16510"/>
                </a:lnTo>
                <a:lnTo>
                  <a:pt x="9917" y="16364"/>
                </a:lnTo>
                <a:lnTo>
                  <a:pt x="9965" y="16217"/>
                </a:lnTo>
                <a:lnTo>
                  <a:pt x="10161" y="14459"/>
                </a:lnTo>
                <a:lnTo>
                  <a:pt x="10503" y="14361"/>
                </a:lnTo>
                <a:lnTo>
                  <a:pt x="10869" y="14214"/>
                </a:lnTo>
                <a:lnTo>
                  <a:pt x="11211" y="14068"/>
                </a:lnTo>
                <a:lnTo>
                  <a:pt x="11553" y="13897"/>
                </a:lnTo>
                <a:lnTo>
                  <a:pt x="12921" y="14996"/>
                </a:lnTo>
                <a:lnTo>
                  <a:pt x="13067" y="15069"/>
                </a:lnTo>
                <a:lnTo>
                  <a:pt x="13214" y="15118"/>
                </a:lnTo>
                <a:lnTo>
                  <a:pt x="13360" y="15167"/>
                </a:lnTo>
                <a:lnTo>
                  <a:pt x="13507" y="15167"/>
                </a:lnTo>
                <a:lnTo>
                  <a:pt x="13678" y="15142"/>
                </a:lnTo>
                <a:lnTo>
                  <a:pt x="13824" y="15094"/>
                </a:lnTo>
                <a:lnTo>
                  <a:pt x="13971" y="15020"/>
                </a:lnTo>
                <a:lnTo>
                  <a:pt x="14093" y="14923"/>
                </a:lnTo>
                <a:lnTo>
                  <a:pt x="14923" y="14092"/>
                </a:lnTo>
                <a:lnTo>
                  <a:pt x="15021" y="13970"/>
                </a:lnTo>
                <a:lnTo>
                  <a:pt x="15094" y="13824"/>
                </a:lnTo>
                <a:lnTo>
                  <a:pt x="15143" y="13677"/>
                </a:lnTo>
                <a:lnTo>
                  <a:pt x="15168" y="13506"/>
                </a:lnTo>
                <a:lnTo>
                  <a:pt x="15168" y="13360"/>
                </a:lnTo>
                <a:lnTo>
                  <a:pt x="15119" y="13213"/>
                </a:lnTo>
                <a:lnTo>
                  <a:pt x="15070" y="13067"/>
                </a:lnTo>
                <a:lnTo>
                  <a:pt x="14997" y="12920"/>
                </a:lnTo>
                <a:lnTo>
                  <a:pt x="13898" y="11552"/>
                </a:lnTo>
                <a:lnTo>
                  <a:pt x="14068" y="11210"/>
                </a:lnTo>
                <a:lnTo>
                  <a:pt x="14215" y="10868"/>
                </a:lnTo>
                <a:lnTo>
                  <a:pt x="14362" y="10502"/>
                </a:lnTo>
                <a:lnTo>
                  <a:pt x="14459" y="10160"/>
                </a:lnTo>
                <a:lnTo>
                  <a:pt x="16218" y="9965"/>
                </a:lnTo>
                <a:lnTo>
                  <a:pt x="16364" y="9916"/>
                </a:lnTo>
                <a:lnTo>
                  <a:pt x="16511" y="9867"/>
                </a:lnTo>
                <a:lnTo>
                  <a:pt x="16657" y="9769"/>
                </a:lnTo>
                <a:lnTo>
                  <a:pt x="16755" y="9672"/>
                </a:lnTo>
                <a:lnTo>
                  <a:pt x="16853" y="9525"/>
                </a:lnTo>
                <a:lnTo>
                  <a:pt x="16926" y="9403"/>
                </a:lnTo>
                <a:lnTo>
                  <a:pt x="16975" y="9257"/>
                </a:lnTo>
                <a:lnTo>
                  <a:pt x="16999" y="9086"/>
                </a:lnTo>
                <a:lnTo>
                  <a:pt x="16999" y="7913"/>
                </a:lnTo>
                <a:lnTo>
                  <a:pt x="16975" y="7742"/>
                </a:lnTo>
                <a:lnTo>
                  <a:pt x="16926" y="7596"/>
                </a:lnTo>
                <a:lnTo>
                  <a:pt x="16853" y="7474"/>
                </a:lnTo>
                <a:lnTo>
                  <a:pt x="16755" y="7327"/>
                </a:lnTo>
                <a:lnTo>
                  <a:pt x="16657" y="7229"/>
                </a:lnTo>
                <a:lnTo>
                  <a:pt x="16511" y="7132"/>
                </a:lnTo>
                <a:lnTo>
                  <a:pt x="16364" y="7083"/>
                </a:lnTo>
                <a:lnTo>
                  <a:pt x="16218" y="7034"/>
                </a:lnTo>
                <a:lnTo>
                  <a:pt x="14459" y="6839"/>
                </a:lnTo>
                <a:lnTo>
                  <a:pt x="14362" y="6497"/>
                </a:lnTo>
                <a:lnTo>
                  <a:pt x="14215" y="6130"/>
                </a:lnTo>
                <a:lnTo>
                  <a:pt x="14068" y="5788"/>
                </a:lnTo>
                <a:lnTo>
                  <a:pt x="13898" y="5447"/>
                </a:lnTo>
                <a:lnTo>
                  <a:pt x="14997" y="4079"/>
                </a:lnTo>
                <a:lnTo>
                  <a:pt x="15070" y="3932"/>
                </a:lnTo>
                <a:lnTo>
                  <a:pt x="15119" y="3786"/>
                </a:lnTo>
                <a:lnTo>
                  <a:pt x="15168" y="3639"/>
                </a:lnTo>
                <a:lnTo>
                  <a:pt x="15168" y="3493"/>
                </a:lnTo>
                <a:lnTo>
                  <a:pt x="15143" y="3322"/>
                </a:lnTo>
                <a:lnTo>
                  <a:pt x="15094" y="3175"/>
                </a:lnTo>
                <a:lnTo>
                  <a:pt x="15021" y="3029"/>
                </a:lnTo>
                <a:lnTo>
                  <a:pt x="14923" y="2907"/>
                </a:lnTo>
                <a:lnTo>
                  <a:pt x="14093" y="2076"/>
                </a:lnTo>
                <a:lnTo>
                  <a:pt x="13971" y="1978"/>
                </a:lnTo>
                <a:lnTo>
                  <a:pt x="13824" y="1905"/>
                </a:lnTo>
                <a:lnTo>
                  <a:pt x="13678" y="1856"/>
                </a:lnTo>
                <a:lnTo>
                  <a:pt x="13507" y="1832"/>
                </a:lnTo>
                <a:lnTo>
                  <a:pt x="13360" y="1832"/>
                </a:lnTo>
                <a:lnTo>
                  <a:pt x="13214" y="1881"/>
                </a:lnTo>
                <a:lnTo>
                  <a:pt x="13067" y="1930"/>
                </a:lnTo>
                <a:lnTo>
                  <a:pt x="12921" y="2027"/>
                </a:lnTo>
                <a:lnTo>
                  <a:pt x="11553" y="3102"/>
                </a:lnTo>
                <a:lnTo>
                  <a:pt x="11211" y="2931"/>
                </a:lnTo>
                <a:lnTo>
                  <a:pt x="10869" y="2784"/>
                </a:lnTo>
                <a:lnTo>
                  <a:pt x="10503" y="2638"/>
                </a:lnTo>
                <a:lnTo>
                  <a:pt x="10161" y="2540"/>
                </a:lnTo>
                <a:lnTo>
                  <a:pt x="9965" y="782"/>
                </a:lnTo>
                <a:lnTo>
                  <a:pt x="9917" y="635"/>
                </a:lnTo>
                <a:lnTo>
                  <a:pt x="9868" y="489"/>
                </a:lnTo>
                <a:lnTo>
                  <a:pt x="9770" y="342"/>
                </a:lnTo>
                <a:lnTo>
                  <a:pt x="9672" y="244"/>
                </a:lnTo>
                <a:lnTo>
                  <a:pt x="9526" y="147"/>
                </a:lnTo>
                <a:lnTo>
                  <a:pt x="9404" y="73"/>
                </a:lnTo>
                <a:lnTo>
                  <a:pt x="9257" y="25"/>
                </a:lnTo>
                <a:lnTo>
                  <a:pt x="9086" y="0"/>
                </a:lnTo>
                <a:close/>
              </a:path>
            </a:pathLst>
          </a:custGeom>
          <a:solidFill>
            <a:srgbClr val="184769"/>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grpSp>
        <p:nvGrpSpPr>
          <p:cNvPr id="1056" name="Google Shape;1056;p8"/>
          <p:cNvGrpSpPr/>
          <p:nvPr/>
        </p:nvGrpSpPr>
        <p:grpSpPr>
          <a:xfrm>
            <a:off x="67092" y="1681690"/>
            <a:ext cx="455624" cy="437054"/>
            <a:chOff x="5241175" y="4959100"/>
            <a:chExt cx="539775" cy="517775"/>
          </a:xfrm>
        </p:grpSpPr>
        <p:sp>
          <p:nvSpPr>
            <p:cNvPr id="1057" name="Google Shape;1057;p8"/>
            <p:cNvSpPr/>
            <p:nvPr/>
          </p:nvSpPr>
          <p:spPr>
            <a:xfrm>
              <a:off x="5575150" y="4959100"/>
              <a:ext cx="161225" cy="178300"/>
            </a:xfrm>
            <a:custGeom>
              <a:rect b="b" l="l" r="r" t="t"/>
              <a:pathLst>
                <a:path extrusionOk="0" h="7132" w="6449">
                  <a:moveTo>
                    <a:pt x="4641" y="0"/>
                  </a:moveTo>
                  <a:lnTo>
                    <a:pt x="4470" y="25"/>
                  </a:lnTo>
                  <a:lnTo>
                    <a:pt x="4299" y="49"/>
                  </a:lnTo>
                  <a:lnTo>
                    <a:pt x="4128" y="98"/>
                  </a:lnTo>
                  <a:lnTo>
                    <a:pt x="3957" y="147"/>
                  </a:lnTo>
                  <a:lnTo>
                    <a:pt x="3786" y="220"/>
                  </a:lnTo>
                  <a:lnTo>
                    <a:pt x="3640" y="318"/>
                  </a:lnTo>
                  <a:lnTo>
                    <a:pt x="3517" y="415"/>
                  </a:lnTo>
                  <a:lnTo>
                    <a:pt x="3395" y="538"/>
                  </a:lnTo>
                  <a:lnTo>
                    <a:pt x="3273" y="660"/>
                  </a:lnTo>
                  <a:lnTo>
                    <a:pt x="3175" y="806"/>
                  </a:lnTo>
                  <a:lnTo>
                    <a:pt x="3078" y="953"/>
                  </a:lnTo>
                  <a:lnTo>
                    <a:pt x="3005" y="1099"/>
                  </a:lnTo>
                  <a:lnTo>
                    <a:pt x="2931" y="1270"/>
                  </a:lnTo>
                  <a:lnTo>
                    <a:pt x="2907" y="1441"/>
                  </a:lnTo>
                  <a:lnTo>
                    <a:pt x="2882" y="1612"/>
                  </a:lnTo>
                  <a:lnTo>
                    <a:pt x="2858" y="1808"/>
                  </a:lnTo>
                  <a:lnTo>
                    <a:pt x="2882" y="2076"/>
                  </a:lnTo>
                  <a:lnTo>
                    <a:pt x="2956" y="2345"/>
                  </a:lnTo>
                  <a:lnTo>
                    <a:pt x="3053" y="2589"/>
                  </a:lnTo>
                  <a:lnTo>
                    <a:pt x="3175" y="2809"/>
                  </a:lnTo>
                  <a:lnTo>
                    <a:pt x="0" y="6546"/>
                  </a:lnTo>
                  <a:lnTo>
                    <a:pt x="367" y="6814"/>
                  </a:lnTo>
                  <a:lnTo>
                    <a:pt x="709" y="7132"/>
                  </a:lnTo>
                  <a:lnTo>
                    <a:pt x="3884" y="3419"/>
                  </a:lnTo>
                  <a:lnTo>
                    <a:pt x="4055" y="3493"/>
                  </a:lnTo>
                  <a:lnTo>
                    <a:pt x="4250" y="3542"/>
                  </a:lnTo>
                  <a:lnTo>
                    <a:pt x="4445" y="3566"/>
                  </a:lnTo>
                  <a:lnTo>
                    <a:pt x="4641" y="3590"/>
                  </a:lnTo>
                  <a:lnTo>
                    <a:pt x="4836" y="3566"/>
                  </a:lnTo>
                  <a:lnTo>
                    <a:pt x="5007" y="3542"/>
                  </a:lnTo>
                  <a:lnTo>
                    <a:pt x="5178" y="3517"/>
                  </a:lnTo>
                  <a:lnTo>
                    <a:pt x="5349" y="3444"/>
                  </a:lnTo>
                  <a:lnTo>
                    <a:pt x="5496" y="3371"/>
                  </a:lnTo>
                  <a:lnTo>
                    <a:pt x="5642" y="3273"/>
                  </a:lnTo>
                  <a:lnTo>
                    <a:pt x="5789" y="3175"/>
                  </a:lnTo>
                  <a:lnTo>
                    <a:pt x="5911" y="3053"/>
                  </a:lnTo>
                  <a:lnTo>
                    <a:pt x="6033" y="2931"/>
                  </a:lnTo>
                  <a:lnTo>
                    <a:pt x="6131" y="2809"/>
                  </a:lnTo>
                  <a:lnTo>
                    <a:pt x="6228" y="2638"/>
                  </a:lnTo>
                  <a:lnTo>
                    <a:pt x="6302" y="2491"/>
                  </a:lnTo>
                  <a:lnTo>
                    <a:pt x="6350" y="2320"/>
                  </a:lnTo>
                  <a:lnTo>
                    <a:pt x="6399" y="2149"/>
                  </a:lnTo>
                  <a:lnTo>
                    <a:pt x="6424" y="1979"/>
                  </a:lnTo>
                  <a:lnTo>
                    <a:pt x="6448" y="1808"/>
                  </a:lnTo>
                  <a:lnTo>
                    <a:pt x="6424" y="1612"/>
                  </a:lnTo>
                  <a:lnTo>
                    <a:pt x="6399" y="1441"/>
                  </a:lnTo>
                  <a:lnTo>
                    <a:pt x="6350" y="1270"/>
                  </a:lnTo>
                  <a:lnTo>
                    <a:pt x="6302" y="1099"/>
                  </a:lnTo>
                  <a:lnTo>
                    <a:pt x="6228" y="953"/>
                  </a:lnTo>
                  <a:lnTo>
                    <a:pt x="6131" y="806"/>
                  </a:lnTo>
                  <a:lnTo>
                    <a:pt x="6033" y="660"/>
                  </a:lnTo>
                  <a:lnTo>
                    <a:pt x="5911" y="538"/>
                  </a:lnTo>
                  <a:lnTo>
                    <a:pt x="5789" y="415"/>
                  </a:lnTo>
                  <a:lnTo>
                    <a:pt x="5642" y="318"/>
                  </a:lnTo>
                  <a:lnTo>
                    <a:pt x="5496" y="220"/>
                  </a:lnTo>
                  <a:lnTo>
                    <a:pt x="5349" y="147"/>
                  </a:lnTo>
                  <a:lnTo>
                    <a:pt x="5178" y="98"/>
                  </a:lnTo>
                  <a:lnTo>
                    <a:pt x="5007" y="49"/>
                  </a:lnTo>
                  <a:lnTo>
                    <a:pt x="4836" y="25"/>
                  </a:lnTo>
                  <a:lnTo>
                    <a:pt x="4641" y="0"/>
                  </a:lnTo>
                  <a:close/>
                </a:path>
              </a:pathLst>
            </a:custGeom>
            <a:solidFill>
              <a:srgbClr val="184769"/>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1058" name="Google Shape;1058;p8"/>
            <p:cNvSpPr/>
            <p:nvPr/>
          </p:nvSpPr>
          <p:spPr>
            <a:xfrm>
              <a:off x="5330925" y="4985350"/>
              <a:ext cx="128250" cy="148400"/>
            </a:xfrm>
            <a:custGeom>
              <a:rect b="b" l="l" r="r" t="t"/>
              <a:pathLst>
                <a:path extrusionOk="0" h="5936" w="5130">
                  <a:moveTo>
                    <a:pt x="1563" y="0"/>
                  </a:moveTo>
                  <a:lnTo>
                    <a:pt x="1392" y="25"/>
                  </a:lnTo>
                  <a:lnTo>
                    <a:pt x="1221" y="74"/>
                  </a:lnTo>
                  <a:lnTo>
                    <a:pt x="1075" y="147"/>
                  </a:lnTo>
                  <a:lnTo>
                    <a:pt x="904" y="220"/>
                  </a:lnTo>
                  <a:lnTo>
                    <a:pt x="757" y="318"/>
                  </a:lnTo>
                  <a:lnTo>
                    <a:pt x="635" y="416"/>
                  </a:lnTo>
                  <a:lnTo>
                    <a:pt x="513" y="538"/>
                  </a:lnTo>
                  <a:lnTo>
                    <a:pt x="391" y="660"/>
                  </a:lnTo>
                  <a:lnTo>
                    <a:pt x="293" y="806"/>
                  </a:lnTo>
                  <a:lnTo>
                    <a:pt x="196" y="953"/>
                  </a:lnTo>
                  <a:lnTo>
                    <a:pt x="122" y="1099"/>
                  </a:lnTo>
                  <a:lnTo>
                    <a:pt x="74" y="1270"/>
                  </a:lnTo>
                  <a:lnTo>
                    <a:pt x="25" y="1466"/>
                  </a:lnTo>
                  <a:lnTo>
                    <a:pt x="0" y="1637"/>
                  </a:lnTo>
                  <a:lnTo>
                    <a:pt x="0" y="1808"/>
                  </a:lnTo>
                  <a:lnTo>
                    <a:pt x="0" y="2003"/>
                  </a:lnTo>
                  <a:lnTo>
                    <a:pt x="25" y="2174"/>
                  </a:lnTo>
                  <a:lnTo>
                    <a:pt x="74" y="2345"/>
                  </a:lnTo>
                  <a:lnTo>
                    <a:pt x="147" y="2492"/>
                  </a:lnTo>
                  <a:lnTo>
                    <a:pt x="220" y="2663"/>
                  </a:lnTo>
                  <a:lnTo>
                    <a:pt x="318" y="2785"/>
                  </a:lnTo>
                  <a:lnTo>
                    <a:pt x="415" y="2931"/>
                  </a:lnTo>
                  <a:lnTo>
                    <a:pt x="538" y="3053"/>
                  </a:lnTo>
                  <a:lnTo>
                    <a:pt x="660" y="3175"/>
                  </a:lnTo>
                  <a:lnTo>
                    <a:pt x="806" y="3273"/>
                  </a:lnTo>
                  <a:lnTo>
                    <a:pt x="953" y="3371"/>
                  </a:lnTo>
                  <a:lnTo>
                    <a:pt x="1099" y="3444"/>
                  </a:lnTo>
                  <a:lnTo>
                    <a:pt x="1270" y="3493"/>
                  </a:lnTo>
                  <a:lnTo>
                    <a:pt x="1466" y="3542"/>
                  </a:lnTo>
                  <a:lnTo>
                    <a:pt x="1710" y="3566"/>
                  </a:lnTo>
                  <a:lnTo>
                    <a:pt x="1979" y="3566"/>
                  </a:lnTo>
                  <a:lnTo>
                    <a:pt x="2223" y="3517"/>
                  </a:lnTo>
                  <a:lnTo>
                    <a:pt x="2467" y="3444"/>
                  </a:lnTo>
                  <a:lnTo>
                    <a:pt x="4396" y="5935"/>
                  </a:lnTo>
                  <a:lnTo>
                    <a:pt x="4738" y="5642"/>
                  </a:lnTo>
                  <a:lnTo>
                    <a:pt x="5129" y="5374"/>
                  </a:lnTo>
                  <a:lnTo>
                    <a:pt x="3200" y="2858"/>
                  </a:lnTo>
                  <a:lnTo>
                    <a:pt x="3322" y="2687"/>
                  </a:lnTo>
                  <a:lnTo>
                    <a:pt x="3419" y="2516"/>
                  </a:lnTo>
                  <a:lnTo>
                    <a:pt x="3493" y="2321"/>
                  </a:lnTo>
                  <a:lnTo>
                    <a:pt x="3542" y="2101"/>
                  </a:lnTo>
                  <a:lnTo>
                    <a:pt x="3566" y="1930"/>
                  </a:lnTo>
                  <a:lnTo>
                    <a:pt x="3566" y="1734"/>
                  </a:lnTo>
                  <a:lnTo>
                    <a:pt x="3566" y="1564"/>
                  </a:lnTo>
                  <a:lnTo>
                    <a:pt x="3517" y="1393"/>
                  </a:lnTo>
                  <a:lnTo>
                    <a:pt x="3468" y="1222"/>
                  </a:lnTo>
                  <a:lnTo>
                    <a:pt x="3419" y="1075"/>
                  </a:lnTo>
                  <a:lnTo>
                    <a:pt x="3346" y="904"/>
                  </a:lnTo>
                  <a:lnTo>
                    <a:pt x="3249" y="758"/>
                  </a:lnTo>
                  <a:lnTo>
                    <a:pt x="3151" y="635"/>
                  </a:lnTo>
                  <a:lnTo>
                    <a:pt x="3029" y="513"/>
                  </a:lnTo>
                  <a:lnTo>
                    <a:pt x="2907" y="391"/>
                  </a:lnTo>
                  <a:lnTo>
                    <a:pt x="2760" y="294"/>
                  </a:lnTo>
                  <a:lnTo>
                    <a:pt x="2614" y="196"/>
                  </a:lnTo>
                  <a:lnTo>
                    <a:pt x="2443" y="123"/>
                  </a:lnTo>
                  <a:lnTo>
                    <a:pt x="2272" y="74"/>
                  </a:lnTo>
                  <a:lnTo>
                    <a:pt x="2101" y="25"/>
                  </a:lnTo>
                  <a:lnTo>
                    <a:pt x="1930" y="0"/>
                  </a:lnTo>
                  <a:close/>
                </a:path>
              </a:pathLst>
            </a:custGeom>
            <a:solidFill>
              <a:srgbClr val="184769"/>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1059" name="Google Shape;1059;p8"/>
            <p:cNvSpPr/>
            <p:nvPr/>
          </p:nvSpPr>
          <p:spPr>
            <a:xfrm>
              <a:off x="5241175" y="5241175"/>
              <a:ext cx="180125" cy="109325"/>
            </a:xfrm>
            <a:custGeom>
              <a:rect b="b" l="l" r="r" t="t"/>
              <a:pathLst>
                <a:path extrusionOk="0" h="4373" w="7205">
                  <a:moveTo>
                    <a:pt x="6839" y="1"/>
                  </a:moveTo>
                  <a:lnTo>
                    <a:pt x="3224" y="1491"/>
                  </a:lnTo>
                  <a:lnTo>
                    <a:pt x="3102" y="1368"/>
                  </a:lnTo>
                  <a:lnTo>
                    <a:pt x="2980" y="1246"/>
                  </a:lnTo>
                  <a:lnTo>
                    <a:pt x="2858" y="1124"/>
                  </a:lnTo>
                  <a:lnTo>
                    <a:pt x="2687" y="1026"/>
                  </a:lnTo>
                  <a:lnTo>
                    <a:pt x="2540" y="953"/>
                  </a:lnTo>
                  <a:lnTo>
                    <a:pt x="2369" y="880"/>
                  </a:lnTo>
                  <a:lnTo>
                    <a:pt x="2198" y="831"/>
                  </a:lnTo>
                  <a:lnTo>
                    <a:pt x="2027" y="807"/>
                  </a:lnTo>
                  <a:lnTo>
                    <a:pt x="1856" y="782"/>
                  </a:lnTo>
                  <a:lnTo>
                    <a:pt x="1685" y="807"/>
                  </a:lnTo>
                  <a:lnTo>
                    <a:pt x="1514" y="807"/>
                  </a:lnTo>
                  <a:lnTo>
                    <a:pt x="1343" y="856"/>
                  </a:lnTo>
                  <a:lnTo>
                    <a:pt x="1172" y="904"/>
                  </a:lnTo>
                  <a:lnTo>
                    <a:pt x="1026" y="978"/>
                  </a:lnTo>
                  <a:lnTo>
                    <a:pt x="879" y="1051"/>
                  </a:lnTo>
                  <a:lnTo>
                    <a:pt x="733" y="1149"/>
                  </a:lnTo>
                  <a:lnTo>
                    <a:pt x="586" y="1271"/>
                  </a:lnTo>
                  <a:lnTo>
                    <a:pt x="464" y="1393"/>
                  </a:lnTo>
                  <a:lnTo>
                    <a:pt x="342" y="1515"/>
                  </a:lnTo>
                  <a:lnTo>
                    <a:pt x="244" y="1686"/>
                  </a:lnTo>
                  <a:lnTo>
                    <a:pt x="171" y="1832"/>
                  </a:lnTo>
                  <a:lnTo>
                    <a:pt x="98" y="2003"/>
                  </a:lnTo>
                  <a:lnTo>
                    <a:pt x="49" y="2174"/>
                  </a:lnTo>
                  <a:lnTo>
                    <a:pt x="25" y="2345"/>
                  </a:lnTo>
                  <a:lnTo>
                    <a:pt x="0" y="2516"/>
                  </a:lnTo>
                  <a:lnTo>
                    <a:pt x="0" y="2687"/>
                  </a:lnTo>
                  <a:lnTo>
                    <a:pt x="25" y="2858"/>
                  </a:lnTo>
                  <a:lnTo>
                    <a:pt x="73" y="3029"/>
                  </a:lnTo>
                  <a:lnTo>
                    <a:pt x="122" y="3200"/>
                  </a:lnTo>
                  <a:lnTo>
                    <a:pt x="195" y="3347"/>
                  </a:lnTo>
                  <a:lnTo>
                    <a:pt x="269" y="3518"/>
                  </a:lnTo>
                  <a:lnTo>
                    <a:pt x="366" y="3640"/>
                  </a:lnTo>
                  <a:lnTo>
                    <a:pt x="464" y="3786"/>
                  </a:lnTo>
                  <a:lnTo>
                    <a:pt x="611" y="3908"/>
                  </a:lnTo>
                  <a:lnTo>
                    <a:pt x="733" y="4031"/>
                  </a:lnTo>
                  <a:lnTo>
                    <a:pt x="904" y="4128"/>
                  </a:lnTo>
                  <a:lnTo>
                    <a:pt x="1050" y="4201"/>
                  </a:lnTo>
                  <a:lnTo>
                    <a:pt x="1221" y="4275"/>
                  </a:lnTo>
                  <a:lnTo>
                    <a:pt x="1392" y="4324"/>
                  </a:lnTo>
                  <a:lnTo>
                    <a:pt x="1563" y="4348"/>
                  </a:lnTo>
                  <a:lnTo>
                    <a:pt x="1734" y="4372"/>
                  </a:lnTo>
                  <a:lnTo>
                    <a:pt x="1905" y="4372"/>
                  </a:lnTo>
                  <a:lnTo>
                    <a:pt x="2076" y="4348"/>
                  </a:lnTo>
                  <a:lnTo>
                    <a:pt x="2247" y="4299"/>
                  </a:lnTo>
                  <a:lnTo>
                    <a:pt x="2418" y="4250"/>
                  </a:lnTo>
                  <a:lnTo>
                    <a:pt x="2565" y="4201"/>
                  </a:lnTo>
                  <a:lnTo>
                    <a:pt x="2711" y="4104"/>
                  </a:lnTo>
                  <a:lnTo>
                    <a:pt x="2858" y="4006"/>
                  </a:lnTo>
                  <a:lnTo>
                    <a:pt x="3004" y="3908"/>
                  </a:lnTo>
                  <a:lnTo>
                    <a:pt x="3126" y="3786"/>
                  </a:lnTo>
                  <a:lnTo>
                    <a:pt x="3248" y="3640"/>
                  </a:lnTo>
                  <a:lnTo>
                    <a:pt x="3346" y="3493"/>
                  </a:lnTo>
                  <a:lnTo>
                    <a:pt x="3468" y="3200"/>
                  </a:lnTo>
                  <a:lnTo>
                    <a:pt x="3541" y="2931"/>
                  </a:lnTo>
                  <a:lnTo>
                    <a:pt x="3590" y="2638"/>
                  </a:lnTo>
                  <a:lnTo>
                    <a:pt x="3566" y="2345"/>
                  </a:lnTo>
                  <a:lnTo>
                    <a:pt x="7205" y="856"/>
                  </a:lnTo>
                  <a:lnTo>
                    <a:pt x="6985" y="440"/>
                  </a:lnTo>
                  <a:lnTo>
                    <a:pt x="6839" y="1"/>
                  </a:lnTo>
                  <a:close/>
                </a:path>
              </a:pathLst>
            </a:custGeom>
            <a:solidFill>
              <a:srgbClr val="184769"/>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1060" name="Google Shape;1060;p8"/>
            <p:cNvSpPr/>
            <p:nvPr/>
          </p:nvSpPr>
          <p:spPr>
            <a:xfrm>
              <a:off x="5461575" y="5316900"/>
              <a:ext cx="89175" cy="159975"/>
            </a:xfrm>
            <a:custGeom>
              <a:rect b="b" l="l" r="r" t="t"/>
              <a:pathLst>
                <a:path extrusionOk="0" h="6399" w="3567">
                  <a:moveTo>
                    <a:pt x="1491" y="0"/>
                  </a:moveTo>
                  <a:lnTo>
                    <a:pt x="1393" y="2858"/>
                  </a:lnTo>
                  <a:lnTo>
                    <a:pt x="1198" y="2907"/>
                  </a:lnTo>
                  <a:lnTo>
                    <a:pt x="1002" y="3004"/>
                  </a:lnTo>
                  <a:lnTo>
                    <a:pt x="807" y="3102"/>
                  </a:lnTo>
                  <a:lnTo>
                    <a:pt x="636" y="3224"/>
                  </a:lnTo>
                  <a:lnTo>
                    <a:pt x="489" y="3346"/>
                  </a:lnTo>
                  <a:lnTo>
                    <a:pt x="392" y="3493"/>
                  </a:lnTo>
                  <a:lnTo>
                    <a:pt x="269" y="3639"/>
                  </a:lnTo>
                  <a:lnTo>
                    <a:pt x="196" y="3786"/>
                  </a:lnTo>
                  <a:lnTo>
                    <a:pt x="123" y="3932"/>
                  </a:lnTo>
                  <a:lnTo>
                    <a:pt x="74" y="4103"/>
                  </a:lnTo>
                  <a:lnTo>
                    <a:pt x="25" y="4274"/>
                  </a:lnTo>
                  <a:lnTo>
                    <a:pt x="1" y="4445"/>
                  </a:lnTo>
                  <a:lnTo>
                    <a:pt x="1" y="4616"/>
                  </a:lnTo>
                  <a:lnTo>
                    <a:pt x="1" y="4787"/>
                  </a:lnTo>
                  <a:lnTo>
                    <a:pt x="25" y="4958"/>
                  </a:lnTo>
                  <a:lnTo>
                    <a:pt x="74" y="5129"/>
                  </a:lnTo>
                  <a:lnTo>
                    <a:pt x="123" y="5276"/>
                  </a:lnTo>
                  <a:lnTo>
                    <a:pt x="196" y="5447"/>
                  </a:lnTo>
                  <a:lnTo>
                    <a:pt x="294" y="5593"/>
                  </a:lnTo>
                  <a:lnTo>
                    <a:pt x="416" y="5740"/>
                  </a:lnTo>
                  <a:lnTo>
                    <a:pt x="538" y="5886"/>
                  </a:lnTo>
                  <a:lnTo>
                    <a:pt x="660" y="6008"/>
                  </a:lnTo>
                  <a:lnTo>
                    <a:pt x="807" y="6106"/>
                  </a:lnTo>
                  <a:lnTo>
                    <a:pt x="953" y="6179"/>
                  </a:lnTo>
                  <a:lnTo>
                    <a:pt x="1124" y="6252"/>
                  </a:lnTo>
                  <a:lnTo>
                    <a:pt x="1271" y="6326"/>
                  </a:lnTo>
                  <a:lnTo>
                    <a:pt x="1442" y="6350"/>
                  </a:lnTo>
                  <a:lnTo>
                    <a:pt x="1613" y="6375"/>
                  </a:lnTo>
                  <a:lnTo>
                    <a:pt x="1784" y="6399"/>
                  </a:lnTo>
                  <a:lnTo>
                    <a:pt x="1955" y="6375"/>
                  </a:lnTo>
                  <a:lnTo>
                    <a:pt x="2126" y="6350"/>
                  </a:lnTo>
                  <a:lnTo>
                    <a:pt x="2297" y="6301"/>
                  </a:lnTo>
                  <a:lnTo>
                    <a:pt x="2468" y="6252"/>
                  </a:lnTo>
                  <a:lnTo>
                    <a:pt x="2614" y="6179"/>
                  </a:lnTo>
                  <a:lnTo>
                    <a:pt x="2785" y="6082"/>
                  </a:lnTo>
                  <a:lnTo>
                    <a:pt x="2932" y="5984"/>
                  </a:lnTo>
                  <a:lnTo>
                    <a:pt x="3054" y="5862"/>
                  </a:lnTo>
                  <a:lnTo>
                    <a:pt x="3176" y="5715"/>
                  </a:lnTo>
                  <a:lnTo>
                    <a:pt x="3273" y="5569"/>
                  </a:lnTo>
                  <a:lnTo>
                    <a:pt x="3371" y="5422"/>
                  </a:lnTo>
                  <a:lnTo>
                    <a:pt x="3444" y="5276"/>
                  </a:lnTo>
                  <a:lnTo>
                    <a:pt x="3493" y="5105"/>
                  </a:lnTo>
                  <a:lnTo>
                    <a:pt x="3542" y="4934"/>
                  </a:lnTo>
                  <a:lnTo>
                    <a:pt x="3567" y="4763"/>
                  </a:lnTo>
                  <a:lnTo>
                    <a:pt x="3567" y="4592"/>
                  </a:lnTo>
                  <a:lnTo>
                    <a:pt x="3567" y="4421"/>
                  </a:lnTo>
                  <a:lnTo>
                    <a:pt x="3542" y="4250"/>
                  </a:lnTo>
                  <a:lnTo>
                    <a:pt x="3493" y="4079"/>
                  </a:lnTo>
                  <a:lnTo>
                    <a:pt x="3420" y="3908"/>
                  </a:lnTo>
                  <a:lnTo>
                    <a:pt x="3347" y="3761"/>
                  </a:lnTo>
                  <a:lnTo>
                    <a:pt x="3273" y="3615"/>
                  </a:lnTo>
                  <a:lnTo>
                    <a:pt x="3151" y="3468"/>
                  </a:lnTo>
                  <a:lnTo>
                    <a:pt x="2980" y="3273"/>
                  </a:lnTo>
                  <a:lnTo>
                    <a:pt x="2761" y="3102"/>
                  </a:lnTo>
                  <a:lnTo>
                    <a:pt x="2541" y="2980"/>
                  </a:lnTo>
                  <a:lnTo>
                    <a:pt x="2321" y="2907"/>
                  </a:lnTo>
                  <a:lnTo>
                    <a:pt x="2419" y="25"/>
                  </a:lnTo>
                  <a:lnTo>
                    <a:pt x="2419" y="25"/>
                  </a:lnTo>
                  <a:lnTo>
                    <a:pt x="2126" y="49"/>
                  </a:lnTo>
                  <a:lnTo>
                    <a:pt x="1808" y="25"/>
                  </a:lnTo>
                  <a:lnTo>
                    <a:pt x="1491" y="0"/>
                  </a:lnTo>
                  <a:close/>
                </a:path>
              </a:pathLst>
            </a:custGeom>
            <a:solidFill>
              <a:srgbClr val="184769"/>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1061" name="Google Shape;1061;p8"/>
            <p:cNvSpPr/>
            <p:nvPr/>
          </p:nvSpPr>
          <p:spPr>
            <a:xfrm>
              <a:off x="5619100" y="5194175"/>
              <a:ext cx="161850" cy="89775"/>
            </a:xfrm>
            <a:custGeom>
              <a:rect b="b" l="l" r="r" t="t"/>
              <a:pathLst>
                <a:path extrusionOk="0" h="3591" w="6474">
                  <a:moveTo>
                    <a:pt x="4592" y="0"/>
                  </a:moveTo>
                  <a:lnTo>
                    <a:pt x="4422" y="25"/>
                  </a:lnTo>
                  <a:lnTo>
                    <a:pt x="4251" y="73"/>
                  </a:lnTo>
                  <a:lnTo>
                    <a:pt x="4080" y="122"/>
                  </a:lnTo>
                  <a:lnTo>
                    <a:pt x="3884" y="196"/>
                  </a:lnTo>
                  <a:lnTo>
                    <a:pt x="3713" y="293"/>
                  </a:lnTo>
                  <a:lnTo>
                    <a:pt x="3567" y="391"/>
                  </a:lnTo>
                  <a:lnTo>
                    <a:pt x="3420" y="513"/>
                  </a:lnTo>
                  <a:lnTo>
                    <a:pt x="3298" y="660"/>
                  </a:lnTo>
                  <a:lnTo>
                    <a:pt x="3200" y="806"/>
                  </a:lnTo>
                  <a:lnTo>
                    <a:pt x="3103" y="953"/>
                  </a:lnTo>
                  <a:lnTo>
                    <a:pt x="3029" y="1124"/>
                  </a:lnTo>
                  <a:lnTo>
                    <a:pt x="99" y="757"/>
                  </a:lnTo>
                  <a:lnTo>
                    <a:pt x="74" y="1221"/>
                  </a:lnTo>
                  <a:lnTo>
                    <a:pt x="1" y="1661"/>
                  </a:lnTo>
                  <a:lnTo>
                    <a:pt x="2907" y="2027"/>
                  </a:lnTo>
                  <a:lnTo>
                    <a:pt x="2932" y="2223"/>
                  </a:lnTo>
                  <a:lnTo>
                    <a:pt x="3005" y="2418"/>
                  </a:lnTo>
                  <a:lnTo>
                    <a:pt x="3078" y="2565"/>
                  </a:lnTo>
                  <a:lnTo>
                    <a:pt x="3152" y="2736"/>
                  </a:lnTo>
                  <a:lnTo>
                    <a:pt x="3249" y="2882"/>
                  </a:lnTo>
                  <a:lnTo>
                    <a:pt x="3371" y="3004"/>
                  </a:lnTo>
                  <a:lnTo>
                    <a:pt x="3493" y="3126"/>
                  </a:lnTo>
                  <a:lnTo>
                    <a:pt x="3616" y="3248"/>
                  </a:lnTo>
                  <a:lnTo>
                    <a:pt x="3762" y="3346"/>
                  </a:lnTo>
                  <a:lnTo>
                    <a:pt x="3909" y="3419"/>
                  </a:lnTo>
                  <a:lnTo>
                    <a:pt x="4080" y="3493"/>
                  </a:lnTo>
                  <a:lnTo>
                    <a:pt x="4251" y="3541"/>
                  </a:lnTo>
                  <a:lnTo>
                    <a:pt x="4422" y="3566"/>
                  </a:lnTo>
                  <a:lnTo>
                    <a:pt x="4592" y="3590"/>
                  </a:lnTo>
                  <a:lnTo>
                    <a:pt x="4763" y="3590"/>
                  </a:lnTo>
                  <a:lnTo>
                    <a:pt x="4934" y="3566"/>
                  </a:lnTo>
                  <a:lnTo>
                    <a:pt x="5105" y="3541"/>
                  </a:lnTo>
                  <a:lnTo>
                    <a:pt x="5276" y="3468"/>
                  </a:lnTo>
                  <a:lnTo>
                    <a:pt x="5447" y="3419"/>
                  </a:lnTo>
                  <a:lnTo>
                    <a:pt x="5618" y="3322"/>
                  </a:lnTo>
                  <a:lnTo>
                    <a:pt x="5765" y="3224"/>
                  </a:lnTo>
                  <a:lnTo>
                    <a:pt x="5887" y="3102"/>
                  </a:lnTo>
                  <a:lnTo>
                    <a:pt x="6009" y="2980"/>
                  </a:lnTo>
                  <a:lnTo>
                    <a:pt x="6131" y="2858"/>
                  </a:lnTo>
                  <a:lnTo>
                    <a:pt x="6204" y="2711"/>
                  </a:lnTo>
                  <a:lnTo>
                    <a:pt x="6302" y="2565"/>
                  </a:lnTo>
                  <a:lnTo>
                    <a:pt x="6351" y="2394"/>
                  </a:lnTo>
                  <a:lnTo>
                    <a:pt x="6400" y="2223"/>
                  </a:lnTo>
                  <a:lnTo>
                    <a:pt x="6449" y="2076"/>
                  </a:lnTo>
                  <a:lnTo>
                    <a:pt x="6473" y="1881"/>
                  </a:lnTo>
                  <a:lnTo>
                    <a:pt x="6473" y="1710"/>
                  </a:lnTo>
                  <a:lnTo>
                    <a:pt x="6449" y="1539"/>
                  </a:lnTo>
                  <a:lnTo>
                    <a:pt x="6424" y="1368"/>
                  </a:lnTo>
                  <a:lnTo>
                    <a:pt x="6351" y="1197"/>
                  </a:lnTo>
                  <a:lnTo>
                    <a:pt x="6278" y="1026"/>
                  </a:lnTo>
                  <a:lnTo>
                    <a:pt x="6204" y="855"/>
                  </a:lnTo>
                  <a:lnTo>
                    <a:pt x="6107" y="708"/>
                  </a:lnTo>
                  <a:lnTo>
                    <a:pt x="5985" y="586"/>
                  </a:lnTo>
                  <a:lnTo>
                    <a:pt x="5862" y="464"/>
                  </a:lnTo>
                  <a:lnTo>
                    <a:pt x="5740" y="342"/>
                  </a:lnTo>
                  <a:lnTo>
                    <a:pt x="5594" y="269"/>
                  </a:lnTo>
                  <a:lnTo>
                    <a:pt x="5447" y="171"/>
                  </a:lnTo>
                  <a:lnTo>
                    <a:pt x="5276" y="122"/>
                  </a:lnTo>
                  <a:lnTo>
                    <a:pt x="5105" y="73"/>
                  </a:lnTo>
                  <a:lnTo>
                    <a:pt x="4934" y="25"/>
                  </a:lnTo>
                  <a:lnTo>
                    <a:pt x="4763" y="25"/>
                  </a:lnTo>
                  <a:lnTo>
                    <a:pt x="4592" y="0"/>
                  </a:lnTo>
                  <a:close/>
                </a:path>
              </a:pathLst>
            </a:custGeom>
            <a:solidFill>
              <a:srgbClr val="184769"/>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1062" name="Google Shape;1062;p8"/>
            <p:cNvSpPr/>
            <p:nvPr/>
          </p:nvSpPr>
          <p:spPr>
            <a:xfrm>
              <a:off x="5420075" y="5116000"/>
              <a:ext cx="189300" cy="189925"/>
            </a:xfrm>
            <a:custGeom>
              <a:rect b="b" l="l" r="r" t="t"/>
              <a:pathLst>
                <a:path extrusionOk="0" h="7597" w="7572">
                  <a:moveTo>
                    <a:pt x="3786" y="1"/>
                  </a:moveTo>
                  <a:lnTo>
                    <a:pt x="3395" y="25"/>
                  </a:lnTo>
                  <a:lnTo>
                    <a:pt x="3028" y="74"/>
                  </a:lnTo>
                  <a:lnTo>
                    <a:pt x="2662" y="172"/>
                  </a:lnTo>
                  <a:lnTo>
                    <a:pt x="2320" y="294"/>
                  </a:lnTo>
                  <a:lnTo>
                    <a:pt x="1978" y="465"/>
                  </a:lnTo>
                  <a:lnTo>
                    <a:pt x="1661" y="660"/>
                  </a:lnTo>
                  <a:lnTo>
                    <a:pt x="1392" y="880"/>
                  </a:lnTo>
                  <a:lnTo>
                    <a:pt x="1123" y="1124"/>
                  </a:lnTo>
                  <a:lnTo>
                    <a:pt x="879" y="1393"/>
                  </a:lnTo>
                  <a:lnTo>
                    <a:pt x="659" y="1686"/>
                  </a:lnTo>
                  <a:lnTo>
                    <a:pt x="464" y="1979"/>
                  </a:lnTo>
                  <a:lnTo>
                    <a:pt x="293" y="2321"/>
                  </a:lnTo>
                  <a:lnTo>
                    <a:pt x="171" y="2663"/>
                  </a:lnTo>
                  <a:lnTo>
                    <a:pt x="73" y="3029"/>
                  </a:lnTo>
                  <a:lnTo>
                    <a:pt x="24" y="3420"/>
                  </a:lnTo>
                  <a:lnTo>
                    <a:pt x="0" y="3787"/>
                  </a:lnTo>
                  <a:lnTo>
                    <a:pt x="24" y="4177"/>
                  </a:lnTo>
                  <a:lnTo>
                    <a:pt x="73" y="4568"/>
                  </a:lnTo>
                  <a:lnTo>
                    <a:pt x="171" y="4934"/>
                  </a:lnTo>
                  <a:lnTo>
                    <a:pt x="293" y="5276"/>
                  </a:lnTo>
                  <a:lnTo>
                    <a:pt x="464" y="5594"/>
                  </a:lnTo>
                  <a:lnTo>
                    <a:pt x="659" y="5911"/>
                  </a:lnTo>
                  <a:lnTo>
                    <a:pt x="879" y="6204"/>
                  </a:lnTo>
                  <a:lnTo>
                    <a:pt x="1123" y="6473"/>
                  </a:lnTo>
                  <a:lnTo>
                    <a:pt x="1392" y="6717"/>
                  </a:lnTo>
                  <a:lnTo>
                    <a:pt x="1661" y="6937"/>
                  </a:lnTo>
                  <a:lnTo>
                    <a:pt x="1978" y="7133"/>
                  </a:lnTo>
                  <a:lnTo>
                    <a:pt x="2320" y="7279"/>
                  </a:lnTo>
                  <a:lnTo>
                    <a:pt x="2662" y="7426"/>
                  </a:lnTo>
                  <a:lnTo>
                    <a:pt x="3028" y="7499"/>
                  </a:lnTo>
                  <a:lnTo>
                    <a:pt x="3395" y="7572"/>
                  </a:lnTo>
                  <a:lnTo>
                    <a:pt x="3786" y="7597"/>
                  </a:lnTo>
                  <a:lnTo>
                    <a:pt x="4176" y="7572"/>
                  </a:lnTo>
                  <a:lnTo>
                    <a:pt x="4567" y="7499"/>
                  </a:lnTo>
                  <a:lnTo>
                    <a:pt x="4909" y="7426"/>
                  </a:lnTo>
                  <a:lnTo>
                    <a:pt x="5275" y="7279"/>
                  </a:lnTo>
                  <a:lnTo>
                    <a:pt x="5593" y="7133"/>
                  </a:lnTo>
                  <a:lnTo>
                    <a:pt x="5910" y="6937"/>
                  </a:lnTo>
                  <a:lnTo>
                    <a:pt x="6203" y="6717"/>
                  </a:lnTo>
                  <a:lnTo>
                    <a:pt x="6472" y="6473"/>
                  </a:lnTo>
                  <a:lnTo>
                    <a:pt x="6716" y="6204"/>
                  </a:lnTo>
                  <a:lnTo>
                    <a:pt x="6936" y="5911"/>
                  </a:lnTo>
                  <a:lnTo>
                    <a:pt x="7132" y="5594"/>
                  </a:lnTo>
                  <a:lnTo>
                    <a:pt x="7278" y="5276"/>
                  </a:lnTo>
                  <a:lnTo>
                    <a:pt x="7425" y="4934"/>
                  </a:lnTo>
                  <a:lnTo>
                    <a:pt x="7498" y="4568"/>
                  </a:lnTo>
                  <a:lnTo>
                    <a:pt x="7571" y="4177"/>
                  </a:lnTo>
                  <a:lnTo>
                    <a:pt x="7571" y="3787"/>
                  </a:lnTo>
                  <a:lnTo>
                    <a:pt x="7571" y="3420"/>
                  </a:lnTo>
                  <a:lnTo>
                    <a:pt x="7498" y="3029"/>
                  </a:lnTo>
                  <a:lnTo>
                    <a:pt x="7425" y="2663"/>
                  </a:lnTo>
                  <a:lnTo>
                    <a:pt x="7278" y="2321"/>
                  </a:lnTo>
                  <a:lnTo>
                    <a:pt x="7132" y="1979"/>
                  </a:lnTo>
                  <a:lnTo>
                    <a:pt x="6936" y="1686"/>
                  </a:lnTo>
                  <a:lnTo>
                    <a:pt x="6716" y="1393"/>
                  </a:lnTo>
                  <a:lnTo>
                    <a:pt x="6472" y="1124"/>
                  </a:lnTo>
                  <a:lnTo>
                    <a:pt x="6203" y="880"/>
                  </a:lnTo>
                  <a:lnTo>
                    <a:pt x="5910" y="660"/>
                  </a:lnTo>
                  <a:lnTo>
                    <a:pt x="5593" y="465"/>
                  </a:lnTo>
                  <a:lnTo>
                    <a:pt x="5275" y="294"/>
                  </a:lnTo>
                  <a:lnTo>
                    <a:pt x="4909" y="172"/>
                  </a:lnTo>
                  <a:lnTo>
                    <a:pt x="4567" y="74"/>
                  </a:lnTo>
                  <a:lnTo>
                    <a:pt x="4176" y="25"/>
                  </a:lnTo>
                  <a:lnTo>
                    <a:pt x="3786" y="1"/>
                  </a:lnTo>
                  <a:close/>
                </a:path>
              </a:pathLst>
            </a:custGeom>
            <a:solidFill>
              <a:srgbClr val="184769"/>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grpSp>
      <p:sp>
        <p:nvSpPr>
          <p:cNvPr id="1063" name="Google Shape;1063;p8"/>
          <p:cNvSpPr/>
          <p:nvPr/>
        </p:nvSpPr>
        <p:spPr>
          <a:xfrm>
            <a:off x="144926" y="4214500"/>
            <a:ext cx="299952" cy="272838"/>
          </a:xfrm>
          <a:custGeom>
            <a:rect b="b" l="l" r="r" t="t"/>
            <a:pathLst>
              <a:path extrusionOk="0" h="14752" w="16218">
                <a:moveTo>
                  <a:pt x="7694" y="0"/>
                </a:moveTo>
                <a:lnTo>
                  <a:pt x="7279" y="25"/>
                </a:lnTo>
                <a:lnTo>
                  <a:pt x="6863" y="74"/>
                </a:lnTo>
                <a:lnTo>
                  <a:pt x="6473" y="123"/>
                </a:lnTo>
                <a:lnTo>
                  <a:pt x="6082" y="196"/>
                </a:lnTo>
                <a:lnTo>
                  <a:pt x="5691" y="293"/>
                </a:lnTo>
                <a:lnTo>
                  <a:pt x="5325" y="416"/>
                </a:lnTo>
                <a:lnTo>
                  <a:pt x="4958" y="538"/>
                </a:lnTo>
                <a:lnTo>
                  <a:pt x="4592" y="660"/>
                </a:lnTo>
                <a:lnTo>
                  <a:pt x="4250" y="831"/>
                </a:lnTo>
                <a:lnTo>
                  <a:pt x="3908" y="977"/>
                </a:lnTo>
                <a:lnTo>
                  <a:pt x="3566" y="1173"/>
                </a:lnTo>
                <a:lnTo>
                  <a:pt x="3249" y="1368"/>
                </a:lnTo>
                <a:lnTo>
                  <a:pt x="2956" y="1563"/>
                </a:lnTo>
                <a:lnTo>
                  <a:pt x="2663" y="1783"/>
                </a:lnTo>
                <a:lnTo>
                  <a:pt x="2370" y="2003"/>
                </a:lnTo>
                <a:lnTo>
                  <a:pt x="2101" y="2247"/>
                </a:lnTo>
                <a:lnTo>
                  <a:pt x="1857" y="2492"/>
                </a:lnTo>
                <a:lnTo>
                  <a:pt x="1612" y="2760"/>
                </a:lnTo>
                <a:lnTo>
                  <a:pt x="1393" y="3029"/>
                </a:lnTo>
                <a:lnTo>
                  <a:pt x="1173" y="3298"/>
                </a:lnTo>
                <a:lnTo>
                  <a:pt x="977" y="3591"/>
                </a:lnTo>
                <a:lnTo>
                  <a:pt x="807" y="3884"/>
                </a:lnTo>
                <a:lnTo>
                  <a:pt x="636" y="4201"/>
                </a:lnTo>
                <a:lnTo>
                  <a:pt x="489" y="4519"/>
                </a:lnTo>
                <a:lnTo>
                  <a:pt x="367" y="4836"/>
                </a:lnTo>
                <a:lnTo>
                  <a:pt x="245" y="5154"/>
                </a:lnTo>
                <a:lnTo>
                  <a:pt x="172" y="5496"/>
                </a:lnTo>
                <a:lnTo>
                  <a:pt x="98" y="5838"/>
                </a:lnTo>
                <a:lnTo>
                  <a:pt x="49" y="6179"/>
                </a:lnTo>
                <a:lnTo>
                  <a:pt x="1" y="6521"/>
                </a:lnTo>
                <a:lnTo>
                  <a:pt x="1" y="6888"/>
                </a:lnTo>
                <a:lnTo>
                  <a:pt x="1" y="7254"/>
                </a:lnTo>
                <a:lnTo>
                  <a:pt x="49" y="7645"/>
                </a:lnTo>
                <a:lnTo>
                  <a:pt x="98" y="8011"/>
                </a:lnTo>
                <a:lnTo>
                  <a:pt x="196" y="8353"/>
                </a:lnTo>
                <a:lnTo>
                  <a:pt x="294" y="8719"/>
                </a:lnTo>
                <a:lnTo>
                  <a:pt x="416" y="9061"/>
                </a:lnTo>
                <a:lnTo>
                  <a:pt x="562" y="9403"/>
                </a:lnTo>
                <a:lnTo>
                  <a:pt x="733" y="9745"/>
                </a:lnTo>
                <a:lnTo>
                  <a:pt x="904" y="10063"/>
                </a:lnTo>
                <a:lnTo>
                  <a:pt x="1100" y="10356"/>
                </a:lnTo>
                <a:lnTo>
                  <a:pt x="1344" y="10673"/>
                </a:lnTo>
                <a:lnTo>
                  <a:pt x="1564" y="10966"/>
                </a:lnTo>
                <a:lnTo>
                  <a:pt x="1832" y="11235"/>
                </a:lnTo>
                <a:lnTo>
                  <a:pt x="2101" y="11504"/>
                </a:lnTo>
                <a:lnTo>
                  <a:pt x="2394" y="11772"/>
                </a:lnTo>
                <a:lnTo>
                  <a:pt x="2687" y="12017"/>
                </a:lnTo>
                <a:lnTo>
                  <a:pt x="2492" y="12383"/>
                </a:lnTo>
                <a:lnTo>
                  <a:pt x="2272" y="12749"/>
                </a:lnTo>
                <a:lnTo>
                  <a:pt x="2028" y="13140"/>
                </a:lnTo>
                <a:lnTo>
                  <a:pt x="1710" y="13506"/>
                </a:lnTo>
                <a:lnTo>
                  <a:pt x="1368" y="13873"/>
                </a:lnTo>
                <a:lnTo>
                  <a:pt x="1173" y="14044"/>
                </a:lnTo>
                <a:lnTo>
                  <a:pt x="953" y="14190"/>
                </a:lnTo>
                <a:lnTo>
                  <a:pt x="733" y="14337"/>
                </a:lnTo>
                <a:lnTo>
                  <a:pt x="513" y="14483"/>
                </a:lnTo>
                <a:lnTo>
                  <a:pt x="269" y="14581"/>
                </a:lnTo>
                <a:lnTo>
                  <a:pt x="1" y="14703"/>
                </a:lnTo>
                <a:lnTo>
                  <a:pt x="123" y="14703"/>
                </a:lnTo>
                <a:lnTo>
                  <a:pt x="489" y="14752"/>
                </a:lnTo>
                <a:lnTo>
                  <a:pt x="1368" y="14752"/>
                </a:lnTo>
                <a:lnTo>
                  <a:pt x="1710" y="14728"/>
                </a:lnTo>
                <a:lnTo>
                  <a:pt x="2101" y="14654"/>
                </a:lnTo>
                <a:lnTo>
                  <a:pt x="2492" y="14581"/>
                </a:lnTo>
                <a:lnTo>
                  <a:pt x="2907" y="14459"/>
                </a:lnTo>
                <a:lnTo>
                  <a:pt x="3322" y="14312"/>
                </a:lnTo>
                <a:lnTo>
                  <a:pt x="3762" y="14117"/>
                </a:lnTo>
                <a:lnTo>
                  <a:pt x="4177" y="13873"/>
                </a:lnTo>
                <a:lnTo>
                  <a:pt x="4592" y="13604"/>
                </a:lnTo>
                <a:lnTo>
                  <a:pt x="4983" y="13238"/>
                </a:lnTo>
                <a:lnTo>
                  <a:pt x="5349" y="13360"/>
                </a:lnTo>
                <a:lnTo>
                  <a:pt x="5716" y="13482"/>
                </a:lnTo>
                <a:lnTo>
                  <a:pt x="6106" y="13555"/>
                </a:lnTo>
                <a:lnTo>
                  <a:pt x="6497" y="13628"/>
                </a:lnTo>
                <a:lnTo>
                  <a:pt x="6888" y="13702"/>
                </a:lnTo>
                <a:lnTo>
                  <a:pt x="7279" y="13751"/>
                </a:lnTo>
                <a:lnTo>
                  <a:pt x="7694" y="13775"/>
                </a:lnTo>
                <a:lnTo>
                  <a:pt x="8524" y="13775"/>
                </a:lnTo>
                <a:lnTo>
                  <a:pt x="8939" y="13751"/>
                </a:lnTo>
                <a:lnTo>
                  <a:pt x="9355" y="13702"/>
                </a:lnTo>
                <a:lnTo>
                  <a:pt x="9745" y="13628"/>
                </a:lnTo>
                <a:lnTo>
                  <a:pt x="10136" y="13555"/>
                </a:lnTo>
                <a:lnTo>
                  <a:pt x="10527" y="13458"/>
                </a:lnTo>
                <a:lnTo>
                  <a:pt x="10893" y="13360"/>
                </a:lnTo>
                <a:lnTo>
                  <a:pt x="11260" y="13238"/>
                </a:lnTo>
                <a:lnTo>
                  <a:pt x="11626" y="13091"/>
                </a:lnTo>
                <a:lnTo>
                  <a:pt x="11968" y="12945"/>
                </a:lnTo>
                <a:lnTo>
                  <a:pt x="12310" y="12774"/>
                </a:lnTo>
                <a:lnTo>
                  <a:pt x="12652" y="12603"/>
                </a:lnTo>
                <a:lnTo>
                  <a:pt x="12969" y="12407"/>
                </a:lnTo>
                <a:lnTo>
                  <a:pt x="13262" y="12212"/>
                </a:lnTo>
                <a:lnTo>
                  <a:pt x="13555" y="11992"/>
                </a:lnTo>
                <a:lnTo>
                  <a:pt x="13848" y="11748"/>
                </a:lnTo>
                <a:lnTo>
                  <a:pt x="14117" y="11528"/>
                </a:lnTo>
                <a:lnTo>
                  <a:pt x="14361" y="11259"/>
                </a:lnTo>
                <a:lnTo>
                  <a:pt x="14606" y="11015"/>
                </a:lnTo>
                <a:lnTo>
                  <a:pt x="14825" y="10747"/>
                </a:lnTo>
                <a:lnTo>
                  <a:pt x="15045" y="10453"/>
                </a:lnTo>
                <a:lnTo>
                  <a:pt x="15241" y="10160"/>
                </a:lnTo>
                <a:lnTo>
                  <a:pt x="15412" y="9867"/>
                </a:lnTo>
                <a:lnTo>
                  <a:pt x="15582" y="9574"/>
                </a:lnTo>
                <a:lnTo>
                  <a:pt x="15729" y="9257"/>
                </a:lnTo>
                <a:lnTo>
                  <a:pt x="15851" y="8939"/>
                </a:lnTo>
                <a:lnTo>
                  <a:pt x="15973" y="8597"/>
                </a:lnTo>
                <a:lnTo>
                  <a:pt x="16047" y="8280"/>
                </a:lnTo>
                <a:lnTo>
                  <a:pt x="16120" y="7938"/>
                </a:lnTo>
                <a:lnTo>
                  <a:pt x="16169" y="7596"/>
                </a:lnTo>
                <a:lnTo>
                  <a:pt x="16217" y="7230"/>
                </a:lnTo>
                <a:lnTo>
                  <a:pt x="16217" y="6888"/>
                </a:lnTo>
                <a:lnTo>
                  <a:pt x="16217" y="6521"/>
                </a:lnTo>
                <a:lnTo>
                  <a:pt x="16169" y="6179"/>
                </a:lnTo>
                <a:lnTo>
                  <a:pt x="16120" y="5838"/>
                </a:lnTo>
                <a:lnTo>
                  <a:pt x="16047" y="5496"/>
                </a:lnTo>
                <a:lnTo>
                  <a:pt x="15973" y="5154"/>
                </a:lnTo>
                <a:lnTo>
                  <a:pt x="15851" y="4836"/>
                </a:lnTo>
                <a:lnTo>
                  <a:pt x="15729" y="4519"/>
                </a:lnTo>
                <a:lnTo>
                  <a:pt x="15582" y="4201"/>
                </a:lnTo>
                <a:lnTo>
                  <a:pt x="15412" y="3884"/>
                </a:lnTo>
                <a:lnTo>
                  <a:pt x="15241" y="3591"/>
                </a:lnTo>
                <a:lnTo>
                  <a:pt x="15045" y="3298"/>
                </a:lnTo>
                <a:lnTo>
                  <a:pt x="14825" y="3029"/>
                </a:lnTo>
                <a:lnTo>
                  <a:pt x="14606" y="2760"/>
                </a:lnTo>
                <a:lnTo>
                  <a:pt x="14361" y="2492"/>
                </a:lnTo>
                <a:lnTo>
                  <a:pt x="14117" y="2247"/>
                </a:lnTo>
                <a:lnTo>
                  <a:pt x="13848" y="2003"/>
                </a:lnTo>
                <a:lnTo>
                  <a:pt x="13555" y="1783"/>
                </a:lnTo>
                <a:lnTo>
                  <a:pt x="13262" y="1563"/>
                </a:lnTo>
                <a:lnTo>
                  <a:pt x="12969" y="1368"/>
                </a:lnTo>
                <a:lnTo>
                  <a:pt x="12652" y="1173"/>
                </a:lnTo>
                <a:lnTo>
                  <a:pt x="12310" y="977"/>
                </a:lnTo>
                <a:lnTo>
                  <a:pt x="11968" y="831"/>
                </a:lnTo>
                <a:lnTo>
                  <a:pt x="11626" y="660"/>
                </a:lnTo>
                <a:lnTo>
                  <a:pt x="11260" y="538"/>
                </a:lnTo>
                <a:lnTo>
                  <a:pt x="10893" y="416"/>
                </a:lnTo>
                <a:lnTo>
                  <a:pt x="10527" y="293"/>
                </a:lnTo>
                <a:lnTo>
                  <a:pt x="10136" y="196"/>
                </a:lnTo>
                <a:lnTo>
                  <a:pt x="9745" y="123"/>
                </a:lnTo>
                <a:lnTo>
                  <a:pt x="9355" y="74"/>
                </a:lnTo>
                <a:lnTo>
                  <a:pt x="8939" y="25"/>
                </a:lnTo>
                <a:lnTo>
                  <a:pt x="8524" y="0"/>
                </a:lnTo>
                <a:close/>
              </a:path>
            </a:pathLst>
          </a:custGeom>
          <a:solidFill>
            <a:srgbClr val="3292E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1064" name="Google Shape;1064;p8"/>
          <p:cNvSpPr txBox="1"/>
          <p:nvPr/>
        </p:nvSpPr>
        <p:spPr>
          <a:xfrm>
            <a:off x="94000" y="1929581"/>
            <a:ext cx="1957200" cy="6537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2000"/>
              <a:buFont typeface="Arial"/>
              <a:buNone/>
            </a:pPr>
            <a:r>
              <a:rPr b="0" i="0" lang="en-GB" spc="0" sz="12000" u="none" cap="none" strike="noStrike">
                <a:solidFill>
                  <a:srgbClr val="FFFFFF"/>
                </a:solidFill>
                <a:latin typeface="Nixie One"/>
                <a:ea typeface="Nixie One"/>
                <a:cs typeface="Nixie One"/>
                <a:sym typeface="Nixie One"/>
              </a:rPr>
              <a:t>“</a:t>
            </a:r>
            <a:endParaRPr b="0" i="0" spc="0" sz="12000" u="none" cap="none" strike="noStrike">
              <a:solidFill>
                <a:srgbClr val="FFFFFF"/>
              </a:solidFill>
              <a:latin typeface="Nixie One"/>
              <a:ea typeface="Nixie One"/>
              <a:cs typeface="Nixie One"/>
              <a:sym typeface="Nixie One"/>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 1 column" type="tx">
  <p:cSld name="TITLE_AND_BODY">
    <p:spTree>
      <p:nvGrpSpPr>
        <p:cNvPr id="1065" name="Shape 1065"/>
        <p:cNvGrpSpPr/>
        <p:nvPr/>
      </p:nvGrpSpPr>
      <p:grpSpPr>
        <a:xfrm>
          <a:off x="0" y="0"/>
          <a:ext cx="0" cy="0"/>
          <a:chOff x="0" y="0"/>
          <a:chExt cx="0" cy="0"/>
        </a:xfrm>
      </p:grpSpPr>
      <p:sp>
        <p:nvSpPr>
          <p:cNvPr id="1066" name="Google Shape;1066;p9"/>
          <p:cNvSpPr txBox="1"/>
          <p:nvPr>
            <p:ph type="title"/>
          </p:nvPr>
        </p:nvSpPr>
        <p:spPr>
          <a:xfrm>
            <a:off x="1732700" y="1735600"/>
            <a:ext cx="4944300" cy="6453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4000"/>
              <a:buNone/>
              <a:defRPr/>
            </a:lvl1pPr>
            <a:lvl2pPr lvl="1" algn="l">
              <a:lnSpc>
                <a:spcPct val="100000"/>
              </a:lnSpc>
              <a:spcBef>
                <a:spcPts val="0"/>
              </a:spcBef>
              <a:spcAft>
                <a:spcPts val="0"/>
              </a:spcAft>
              <a:buSzPts val="4000"/>
              <a:buNone/>
              <a:defRPr/>
            </a:lvl2pPr>
            <a:lvl3pPr lvl="2" algn="l">
              <a:lnSpc>
                <a:spcPct val="100000"/>
              </a:lnSpc>
              <a:spcBef>
                <a:spcPts val="0"/>
              </a:spcBef>
              <a:spcAft>
                <a:spcPts val="0"/>
              </a:spcAft>
              <a:buSzPts val="4000"/>
              <a:buNone/>
              <a:defRPr/>
            </a:lvl3pPr>
            <a:lvl4pPr lvl="3" algn="l">
              <a:lnSpc>
                <a:spcPct val="100000"/>
              </a:lnSpc>
              <a:spcBef>
                <a:spcPts val="0"/>
              </a:spcBef>
              <a:spcAft>
                <a:spcPts val="0"/>
              </a:spcAft>
              <a:buSzPts val="4000"/>
              <a:buNone/>
              <a:defRPr/>
            </a:lvl4pPr>
            <a:lvl5pPr lvl="4" algn="l">
              <a:lnSpc>
                <a:spcPct val="100000"/>
              </a:lnSpc>
              <a:spcBef>
                <a:spcPts val="0"/>
              </a:spcBef>
              <a:spcAft>
                <a:spcPts val="0"/>
              </a:spcAft>
              <a:buSzPts val="4000"/>
              <a:buNone/>
              <a:defRPr/>
            </a:lvl5pPr>
            <a:lvl6pPr lvl="5" algn="l">
              <a:lnSpc>
                <a:spcPct val="100000"/>
              </a:lnSpc>
              <a:spcBef>
                <a:spcPts val="0"/>
              </a:spcBef>
              <a:spcAft>
                <a:spcPts val="0"/>
              </a:spcAft>
              <a:buSzPts val="4000"/>
              <a:buNone/>
              <a:defRPr/>
            </a:lvl6pPr>
            <a:lvl7pPr lvl="6" algn="l">
              <a:lnSpc>
                <a:spcPct val="100000"/>
              </a:lnSpc>
              <a:spcBef>
                <a:spcPts val="0"/>
              </a:spcBef>
              <a:spcAft>
                <a:spcPts val="0"/>
              </a:spcAft>
              <a:buSzPts val="4000"/>
              <a:buNone/>
              <a:defRPr/>
            </a:lvl7pPr>
            <a:lvl8pPr lvl="7" algn="l">
              <a:lnSpc>
                <a:spcPct val="100000"/>
              </a:lnSpc>
              <a:spcBef>
                <a:spcPts val="0"/>
              </a:spcBef>
              <a:spcAft>
                <a:spcPts val="0"/>
              </a:spcAft>
              <a:buSzPts val="4000"/>
              <a:buNone/>
              <a:defRPr/>
            </a:lvl8pPr>
            <a:lvl9pPr lvl="8" algn="l">
              <a:lnSpc>
                <a:spcPct val="100000"/>
              </a:lnSpc>
              <a:spcBef>
                <a:spcPts val="0"/>
              </a:spcBef>
              <a:spcAft>
                <a:spcPts val="0"/>
              </a:spcAft>
              <a:buSzPts val="4000"/>
              <a:buNone/>
              <a:defRPr/>
            </a:lvl9pPr>
          </a:lstStyle>
          <a:p/>
        </p:txBody>
      </p:sp>
      <p:sp>
        <p:nvSpPr>
          <p:cNvPr id="1067" name="Google Shape;1067;p9"/>
          <p:cNvSpPr txBox="1"/>
          <p:nvPr>
            <p:ph idx="1" type="body"/>
          </p:nvPr>
        </p:nvSpPr>
        <p:spPr>
          <a:xfrm>
            <a:off x="1732700" y="2255125"/>
            <a:ext cx="4944300" cy="1659900"/>
          </a:xfrm>
          <a:prstGeom prst="rect">
            <a:avLst/>
          </a:prstGeom>
          <a:noFill/>
          <a:ln>
            <a:noFill/>
          </a:ln>
        </p:spPr>
        <p:txBody>
          <a:bodyPr anchorCtr="0" anchor="t" bIns="91425" lIns="91425" spcFirstLastPara="1" rIns="91425" wrap="square" tIns="91425">
            <a:noAutofit/>
          </a:bodyPr>
          <a:lstStyle>
            <a:lvl1pPr indent="-317500" lvl="0" marL="457200" algn="l">
              <a:lnSpc>
                <a:spcPct val="100000"/>
              </a:lnSpc>
              <a:spcBef>
                <a:spcPts val="600"/>
              </a:spcBef>
              <a:spcAft>
                <a:spcPts val="0"/>
              </a:spcAft>
              <a:buSzPts val="1400"/>
              <a:buFont typeface="Mulish"/>
              <a:buChar char="◇"/>
              <a:defRPr>
                <a:latin typeface="Mulish"/>
                <a:ea typeface="Mulish"/>
                <a:cs typeface="Mulish"/>
                <a:sym typeface="Mulish"/>
              </a:defRPr>
            </a:lvl1pPr>
            <a:lvl2pPr indent="-317500" lvl="1" marL="914400" algn="l">
              <a:lnSpc>
                <a:spcPct val="100000"/>
              </a:lnSpc>
              <a:spcBef>
                <a:spcPts val="0"/>
              </a:spcBef>
              <a:spcAft>
                <a:spcPts val="0"/>
              </a:spcAft>
              <a:buSzPts val="1400"/>
              <a:buFont typeface="Mulish"/>
              <a:buChar char="￭"/>
              <a:defRPr>
                <a:latin typeface="Mulish"/>
                <a:ea typeface="Mulish"/>
                <a:cs typeface="Mulish"/>
                <a:sym typeface="Mulish"/>
              </a:defRPr>
            </a:lvl2pPr>
            <a:lvl3pPr indent="-317500" lvl="2" marL="1371600" algn="l">
              <a:lnSpc>
                <a:spcPct val="100000"/>
              </a:lnSpc>
              <a:spcBef>
                <a:spcPts val="0"/>
              </a:spcBef>
              <a:spcAft>
                <a:spcPts val="0"/>
              </a:spcAft>
              <a:buSzPts val="1400"/>
              <a:buFont typeface="Mulish"/>
              <a:buChar char="￮"/>
              <a:defRPr>
                <a:latin typeface="Mulish"/>
                <a:ea typeface="Mulish"/>
                <a:cs typeface="Mulish"/>
                <a:sym typeface="Mulish"/>
              </a:defRPr>
            </a:lvl3pPr>
            <a:lvl4pPr indent="-317500" lvl="3" marL="1828800" algn="l">
              <a:lnSpc>
                <a:spcPct val="100000"/>
              </a:lnSpc>
              <a:spcBef>
                <a:spcPts val="0"/>
              </a:spcBef>
              <a:spcAft>
                <a:spcPts val="0"/>
              </a:spcAft>
              <a:buSzPts val="1400"/>
              <a:buFont typeface="Mulish"/>
              <a:buChar char="●"/>
              <a:defRPr>
                <a:latin typeface="Mulish"/>
                <a:ea typeface="Mulish"/>
                <a:cs typeface="Mulish"/>
                <a:sym typeface="Mulish"/>
              </a:defRPr>
            </a:lvl4pPr>
            <a:lvl5pPr indent="-317500" lvl="4" marL="2286000" algn="l">
              <a:lnSpc>
                <a:spcPct val="100000"/>
              </a:lnSpc>
              <a:spcBef>
                <a:spcPts val="0"/>
              </a:spcBef>
              <a:spcAft>
                <a:spcPts val="0"/>
              </a:spcAft>
              <a:buSzPts val="1400"/>
              <a:buFont typeface="Mulish"/>
              <a:buChar char="○"/>
              <a:defRPr>
                <a:latin typeface="Mulish"/>
                <a:ea typeface="Mulish"/>
                <a:cs typeface="Mulish"/>
                <a:sym typeface="Mulish"/>
              </a:defRPr>
            </a:lvl5pPr>
            <a:lvl6pPr indent="-317500" lvl="5" marL="2743200" algn="l">
              <a:lnSpc>
                <a:spcPct val="100000"/>
              </a:lnSpc>
              <a:spcBef>
                <a:spcPts val="0"/>
              </a:spcBef>
              <a:spcAft>
                <a:spcPts val="0"/>
              </a:spcAft>
              <a:buSzPts val="1400"/>
              <a:buFont typeface="Mulish"/>
              <a:buChar char="■"/>
              <a:defRPr>
                <a:latin typeface="Mulish"/>
                <a:ea typeface="Mulish"/>
                <a:cs typeface="Mulish"/>
                <a:sym typeface="Mulish"/>
              </a:defRPr>
            </a:lvl6pPr>
            <a:lvl7pPr indent="-317500" lvl="6" marL="3200400" algn="l">
              <a:lnSpc>
                <a:spcPct val="100000"/>
              </a:lnSpc>
              <a:spcBef>
                <a:spcPts val="0"/>
              </a:spcBef>
              <a:spcAft>
                <a:spcPts val="0"/>
              </a:spcAft>
              <a:buSzPts val="1400"/>
              <a:buFont typeface="Mulish"/>
              <a:buChar char="●"/>
              <a:defRPr>
                <a:latin typeface="Mulish"/>
                <a:ea typeface="Mulish"/>
                <a:cs typeface="Mulish"/>
                <a:sym typeface="Mulish"/>
              </a:defRPr>
            </a:lvl7pPr>
            <a:lvl8pPr indent="-317500" lvl="7" marL="3657600" algn="l">
              <a:lnSpc>
                <a:spcPct val="100000"/>
              </a:lnSpc>
              <a:spcBef>
                <a:spcPts val="0"/>
              </a:spcBef>
              <a:spcAft>
                <a:spcPts val="0"/>
              </a:spcAft>
              <a:buSzPts val="1400"/>
              <a:buFont typeface="Mulish"/>
              <a:buChar char="○"/>
              <a:defRPr>
                <a:latin typeface="Mulish"/>
                <a:ea typeface="Mulish"/>
                <a:cs typeface="Mulish"/>
                <a:sym typeface="Mulish"/>
              </a:defRPr>
            </a:lvl8pPr>
            <a:lvl9pPr indent="-317500" lvl="8" marL="4114800" algn="l">
              <a:lnSpc>
                <a:spcPct val="100000"/>
              </a:lnSpc>
              <a:spcBef>
                <a:spcPts val="0"/>
              </a:spcBef>
              <a:spcAft>
                <a:spcPts val="0"/>
              </a:spcAft>
              <a:buSzPts val="1400"/>
              <a:buFont typeface="Mulish"/>
              <a:buChar char="■"/>
              <a:defRPr>
                <a:latin typeface="Mulish"/>
                <a:ea typeface="Mulish"/>
                <a:cs typeface="Mulish"/>
                <a:sym typeface="Mulish"/>
              </a:defRPr>
            </a:lvl9pPr>
          </a:lstStyle>
          <a:p/>
        </p:txBody>
      </p:sp>
      <p:grpSp>
        <p:nvGrpSpPr>
          <p:cNvPr id="1068" name="Google Shape;1068;p9"/>
          <p:cNvGrpSpPr/>
          <p:nvPr/>
        </p:nvGrpSpPr>
        <p:grpSpPr>
          <a:xfrm flipH="1" rot="10800000">
            <a:off x="411207" y="245768"/>
            <a:ext cx="1322798" cy="1145960"/>
            <a:chOff x="4088875" y="1431100"/>
            <a:chExt cx="3293000" cy="2852775"/>
          </a:xfrm>
        </p:grpSpPr>
        <p:sp>
          <p:nvSpPr>
            <p:cNvPr id="1069" name="Google Shape;1069;p9"/>
            <p:cNvSpPr/>
            <p:nvPr/>
          </p:nvSpPr>
          <p:spPr>
            <a:xfrm>
              <a:off x="4831475" y="4136025"/>
              <a:ext cx="157950" cy="147850"/>
            </a:xfrm>
            <a:custGeom>
              <a:rect b="b" l="l" r="r" t="t"/>
              <a:pathLst>
                <a:path extrusionOk="0" h="5914" w="6318">
                  <a:moveTo>
                    <a:pt x="404" y="0"/>
                  </a:moveTo>
                  <a:lnTo>
                    <a:pt x="1" y="269"/>
                  </a:lnTo>
                  <a:lnTo>
                    <a:pt x="3227" y="5914"/>
                  </a:lnTo>
                  <a:lnTo>
                    <a:pt x="6318" y="5914"/>
                  </a:lnTo>
                  <a:lnTo>
                    <a:pt x="404" y="0"/>
                  </a:lnTo>
                  <a:close/>
                </a:path>
              </a:pathLst>
            </a:custGeom>
            <a:solidFill>
              <a:srgbClr val="00E2C7"/>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1070" name="Google Shape;1070;p9"/>
            <p:cNvSpPr/>
            <p:nvPr/>
          </p:nvSpPr>
          <p:spPr>
            <a:xfrm>
              <a:off x="4697075" y="3907525"/>
              <a:ext cx="389800" cy="376350"/>
            </a:xfrm>
            <a:custGeom>
              <a:rect b="b" l="l" r="r" t="t"/>
              <a:pathLst>
                <a:path extrusionOk="0" h="15054" w="15592">
                  <a:moveTo>
                    <a:pt x="538" y="0"/>
                  </a:moveTo>
                  <a:lnTo>
                    <a:pt x="1" y="269"/>
                  </a:lnTo>
                  <a:lnTo>
                    <a:pt x="5377" y="9543"/>
                  </a:lnTo>
                  <a:lnTo>
                    <a:pt x="11022" y="15054"/>
                  </a:lnTo>
                  <a:lnTo>
                    <a:pt x="15592" y="15054"/>
                  </a:lnTo>
                  <a:lnTo>
                    <a:pt x="538" y="0"/>
                  </a:lnTo>
                  <a:close/>
                </a:path>
              </a:pathLst>
            </a:custGeom>
            <a:solidFill>
              <a:srgbClr val="01E0C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1071" name="Google Shape;1071;p9"/>
            <p:cNvSpPr/>
            <p:nvPr/>
          </p:nvSpPr>
          <p:spPr>
            <a:xfrm>
              <a:off x="4566025" y="3675675"/>
              <a:ext cx="618300" cy="608200"/>
            </a:xfrm>
            <a:custGeom>
              <a:rect b="b" l="l" r="r" t="t"/>
              <a:pathLst>
                <a:path extrusionOk="0" h="24328" w="24732">
                  <a:moveTo>
                    <a:pt x="404" y="0"/>
                  </a:moveTo>
                  <a:lnTo>
                    <a:pt x="1" y="404"/>
                  </a:lnTo>
                  <a:lnTo>
                    <a:pt x="5377" y="9543"/>
                  </a:lnTo>
                  <a:lnTo>
                    <a:pt x="20027" y="24328"/>
                  </a:lnTo>
                  <a:lnTo>
                    <a:pt x="24732" y="24328"/>
                  </a:lnTo>
                  <a:lnTo>
                    <a:pt x="404" y="0"/>
                  </a:lnTo>
                  <a:close/>
                </a:path>
              </a:pathLst>
            </a:custGeom>
            <a:solidFill>
              <a:srgbClr val="02DFC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1072" name="Google Shape;1072;p9"/>
            <p:cNvSpPr/>
            <p:nvPr/>
          </p:nvSpPr>
          <p:spPr>
            <a:xfrm>
              <a:off x="4434975" y="3447175"/>
              <a:ext cx="846800" cy="836700"/>
            </a:xfrm>
            <a:custGeom>
              <a:rect b="b" l="l" r="r" t="t"/>
              <a:pathLst>
                <a:path extrusionOk="0" h="33468" w="33872">
                  <a:moveTo>
                    <a:pt x="404" y="1"/>
                  </a:moveTo>
                  <a:lnTo>
                    <a:pt x="1" y="270"/>
                  </a:lnTo>
                  <a:lnTo>
                    <a:pt x="5243" y="9544"/>
                  </a:lnTo>
                  <a:lnTo>
                    <a:pt x="29167" y="33468"/>
                  </a:lnTo>
                  <a:lnTo>
                    <a:pt x="33871" y="33468"/>
                  </a:lnTo>
                  <a:lnTo>
                    <a:pt x="404" y="1"/>
                  </a:lnTo>
                  <a:close/>
                </a:path>
              </a:pathLst>
            </a:custGeom>
            <a:solidFill>
              <a:srgbClr val="03DDC9"/>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1073" name="Google Shape;1073;p9"/>
            <p:cNvSpPr/>
            <p:nvPr/>
          </p:nvSpPr>
          <p:spPr>
            <a:xfrm>
              <a:off x="4300575" y="3218700"/>
              <a:ext cx="1078650" cy="1065175"/>
            </a:xfrm>
            <a:custGeom>
              <a:rect b="b" l="l" r="r" t="t"/>
              <a:pathLst>
                <a:path extrusionOk="0" h="42607" w="43146">
                  <a:moveTo>
                    <a:pt x="404" y="0"/>
                  </a:moveTo>
                  <a:lnTo>
                    <a:pt x="0" y="269"/>
                  </a:lnTo>
                  <a:lnTo>
                    <a:pt x="5377" y="9543"/>
                  </a:lnTo>
                  <a:lnTo>
                    <a:pt x="38441" y="42607"/>
                  </a:lnTo>
                  <a:lnTo>
                    <a:pt x="43145" y="42607"/>
                  </a:lnTo>
                  <a:lnTo>
                    <a:pt x="404" y="0"/>
                  </a:lnTo>
                  <a:close/>
                </a:path>
              </a:pathLst>
            </a:custGeom>
            <a:solidFill>
              <a:srgbClr val="04DBC9"/>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1074" name="Google Shape;1074;p9"/>
            <p:cNvSpPr/>
            <p:nvPr/>
          </p:nvSpPr>
          <p:spPr>
            <a:xfrm>
              <a:off x="4169525" y="2990200"/>
              <a:ext cx="1307150" cy="1293675"/>
            </a:xfrm>
            <a:custGeom>
              <a:rect b="b" l="l" r="r" t="t"/>
              <a:pathLst>
                <a:path extrusionOk="0" h="51747" w="52286">
                  <a:moveTo>
                    <a:pt x="404" y="1"/>
                  </a:moveTo>
                  <a:lnTo>
                    <a:pt x="1" y="269"/>
                  </a:lnTo>
                  <a:lnTo>
                    <a:pt x="5242" y="9409"/>
                  </a:lnTo>
                  <a:lnTo>
                    <a:pt x="47581" y="51747"/>
                  </a:lnTo>
                  <a:lnTo>
                    <a:pt x="52285" y="51747"/>
                  </a:lnTo>
                  <a:lnTo>
                    <a:pt x="404" y="1"/>
                  </a:lnTo>
                  <a:close/>
                </a:path>
              </a:pathLst>
            </a:custGeom>
            <a:solidFill>
              <a:srgbClr val="06D9CA"/>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1075" name="Google Shape;1075;p9"/>
            <p:cNvSpPr/>
            <p:nvPr/>
          </p:nvSpPr>
          <p:spPr>
            <a:xfrm>
              <a:off x="4088875" y="2822200"/>
              <a:ext cx="1481875" cy="1461675"/>
            </a:xfrm>
            <a:custGeom>
              <a:rect b="b" l="l" r="r" t="t"/>
              <a:pathLst>
                <a:path extrusionOk="0" h="58467" w="59275">
                  <a:moveTo>
                    <a:pt x="807" y="0"/>
                  </a:moveTo>
                  <a:lnTo>
                    <a:pt x="1" y="1479"/>
                  </a:lnTo>
                  <a:lnTo>
                    <a:pt x="3227" y="6989"/>
                  </a:lnTo>
                  <a:lnTo>
                    <a:pt x="54705" y="58467"/>
                  </a:lnTo>
                  <a:lnTo>
                    <a:pt x="59274" y="58467"/>
                  </a:lnTo>
                  <a:lnTo>
                    <a:pt x="807" y="0"/>
                  </a:lnTo>
                  <a:close/>
                </a:path>
              </a:pathLst>
            </a:custGeom>
            <a:solidFill>
              <a:srgbClr val="07D8C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1076" name="Google Shape;1076;p9"/>
            <p:cNvSpPr/>
            <p:nvPr/>
          </p:nvSpPr>
          <p:spPr>
            <a:xfrm>
              <a:off x="4102325" y="2761700"/>
              <a:ext cx="1565875" cy="1522175"/>
            </a:xfrm>
            <a:custGeom>
              <a:rect b="b" l="l" r="r" t="t"/>
              <a:pathLst>
                <a:path extrusionOk="0" h="60887" w="62635">
                  <a:moveTo>
                    <a:pt x="1748" y="1"/>
                  </a:moveTo>
                  <a:lnTo>
                    <a:pt x="0" y="2823"/>
                  </a:lnTo>
                  <a:lnTo>
                    <a:pt x="58064" y="60887"/>
                  </a:lnTo>
                  <a:lnTo>
                    <a:pt x="62634" y="60887"/>
                  </a:lnTo>
                  <a:lnTo>
                    <a:pt x="1748" y="1"/>
                  </a:lnTo>
                  <a:close/>
                </a:path>
              </a:pathLst>
            </a:custGeom>
            <a:solidFill>
              <a:srgbClr val="08D6C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1077" name="Google Shape;1077;p9"/>
            <p:cNvSpPr/>
            <p:nvPr/>
          </p:nvSpPr>
          <p:spPr>
            <a:xfrm>
              <a:off x="4139275" y="2697875"/>
              <a:ext cx="1626375" cy="1586000"/>
            </a:xfrm>
            <a:custGeom>
              <a:rect b="b" l="l" r="r" t="t"/>
              <a:pathLst>
                <a:path extrusionOk="0" h="63440" w="65055">
                  <a:moveTo>
                    <a:pt x="1614" y="0"/>
                  </a:moveTo>
                  <a:lnTo>
                    <a:pt x="1" y="2957"/>
                  </a:lnTo>
                  <a:lnTo>
                    <a:pt x="60484" y="63440"/>
                  </a:lnTo>
                  <a:lnTo>
                    <a:pt x="65054" y="63440"/>
                  </a:lnTo>
                  <a:lnTo>
                    <a:pt x="1614" y="0"/>
                  </a:lnTo>
                  <a:close/>
                </a:path>
              </a:pathLst>
            </a:custGeom>
            <a:solidFill>
              <a:srgbClr val="09D4C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1078" name="Google Shape;1078;p9"/>
            <p:cNvSpPr/>
            <p:nvPr/>
          </p:nvSpPr>
          <p:spPr>
            <a:xfrm>
              <a:off x="4172900" y="2637375"/>
              <a:ext cx="1690175" cy="1646500"/>
            </a:xfrm>
            <a:custGeom>
              <a:rect b="b" l="l" r="r" t="t"/>
              <a:pathLst>
                <a:path extrusionOk="0" h="65860" w="67607">
                  <a:moveTo>
                    <a:pt x="1747" y="1"/>
                  </a:moveTo>
                  <a:lnTo>
                    <a:pt x="0" y="2958"/>
                  </a:lnTo>
                  <a:lnTo>
                    <a:pt x="62903" y="65860"/>
                  </a:lnTo>
                  <a:lnTo>
                    <a:pt x="67607" y="65860"/>
                  </a:lnTo>
                  <a:lnTo>
                    <a:pt x="1747" y="1"/>
                  </a:lnTo>
                  <a:close/>
                </a:path>
              </a:pathLst>
            </a:custGeom>
            <a:solidFill>
              <a:srgbClr val="0AD3C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1079" name="Google Shape;1079;p9"/>
            <p:cNvSpPr/>
            <p:nvPr/>
          </p:nvSpPr>
          <p:spPr>
            <a:xfrm>
              <a:off x="4209850" y="2576900"/>
              <a:ext cx="1750675" cy="1706975"/>
            </a:xfrm>
            <a:custGeom>
              <a:rect b="b" l="l" r="r" t="t"/>
              <a:pathLst>
                <a:path extrusionOk="0" h="68279" w="70027">
                  <a:moveTo>
                    <a:pt x="1613" y="1"/>
                  </a:moveTo>
                  <a:lnTo>
                    <a:pt x="0" y="2823"/>
                  </a:lnTo>
                  <a:lnTo>
                    <a:pt x="65322" y="68279"/>
                  </a:lnTo>
                  <a:lnTo>
                    <a:pt x="70027" y="68279"/>
                  </a:lnTo>
                  <a:lnTo>
                    <a:pt x="1613" y="1"/>
                  </a:lnTo>
                  <a:close/>
                </a:path>
              </a:pathLst>
            </a:custGeom>
            <a:solidFill>
              <a:srgbClr val="0BD1C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1080" name="Google Shape;1080;p9"/>
            <p:cNvSpPr/>
            <p:nvPr/>
          </p:nvSpPr>
          <p:spPr>
            <a:xfrm>
              <a:off x="4243450" y="2513050"/>
              <a:ext cx="1814525" cy="1770825"/>
            </a:xfrm>
            <a:custGeom>
              <a:rect b="b" l="l" r="r" t="t"/>
              <a:pathLst>
                <a:path extrusionOk="0" h="70833" w="72581">
                  <a:moveTo>
                    <a:pt x="1748" y="1"/>
                  </a:moveTo>
                  <a:lnTo>
                    <a:pt x="1" y="2958"/>
                  </a:lnTo>
                  <a:lnTo>
                    <a:pt x="67876" y="70833"/>
                  </a:lnTo>
                  <a:lnTo>
                    <a:pt x="72581" y="70833"/>
                  </a:lnTo>
                  <a:lnTo>
                    <a:pt x="1748" y="1"/>
                  </a:lnTo>
                  <a:close/>
                </a:path>
              </a:pathLst>
            </a:custGeom>
            <a:solidFill>
              <a:srgbClr val="0CCFC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1081" name="Google Shape;1081;p9"/>
            <p:cNvSpPr/>
            <p:nvPr/>
          </p:nvSpPr>
          <p:spPr>
            <a:xfrm>
              <a:off x="4280425" y="2452575"/>
              <a:ext cx="1875000" cy="1831300"/>
            </a:xfrm>
            <a:custGeom>
              <a:rect b="b" l="l" r="r" t="t"/>
              <a:pathLst>
                <a:path extrusionOk="0" h="73252" w="75000">
                  <a:moveTo>
                    <a:pt x="1613" y="1"/>
                  </a:moveTo>
                  <a:lnTo>
                    <a:pt x="0" y="2957"/>
                  </a:lnTo>
                  <a:lnTo>
                    <a:pt x="70295" y="73252"/>
                  </a:lnTo>
                  <a:lnTo>
                    <a:pt x="74999" y="73252"/>
                  </a:lnTo>
                  <a:lnTo>
                    <a:pt x="1613" y="1"/>
                  </a:lnTo>
                  <a:close/>
                </a:path>
              </a:pathLst>
            </a:custGeom>
            <a:solidFill>
              <a:srgbClr val="0DCDCE"/>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1082" name="Google Shape;1082;p9"/>
            <p:cNvSpPr/>
            <p:nvPr/>
          </p:nvSpPr>
          <p:spPr>
            <a:xfrm>
              <a:off x="4314025" y="2392100"/>
              <a:ext cx="1935475" cy="1891775"/>
            </a:xfrm>
            <a:custGeom>
              <a:rect b="b" l="l" r="r" t="t"/>
              <a:pathLst>
                <a:path extrusionOk="0" h="75671" w="77419">
                  <a:moveTo>
                    <a:pt x="1747" y="0"/>
                  </a:moveTo>
                  <a:lnTo>
                    <a:pt x="0" y="2957"/>
                  </a:lnTo>
                  <a:lnTo>
                    <a:pt x="72849" y="75671"/>
                  </a:lnTo>
                  <a:lnTo>
                    <a:pt x="77419" y="75671"/>
                  </a:lnTo>
                  <a:lnTo>
                    <a:pt x="1747" y="0"/>
                  </a:lnTo>
                  <a:close/>
                </a:path>
              </a:pathLst>
            </a:custGeom>
            <a:solidFill>
              <a:srgbClr val="0ECCC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1083" name="Google Shape;1083;p9"/>
            <p:cNvSpPr/>
            <p:nvPr/>
          </p:nvSpPr>
          <p:spPr>
            <a:xfrm>
              <a:off x="4350975" y="2328250"/>
              <a:ext cx="1995975" cy="1955625"/>
            </a:xfrm>
            <a:custGeom>
              <a:rect b="b" l="l" r="r" t="t"/>
              <a:pathLst>
                <a:path extrusionOk="0" h="78225" w="79839">
                  <a:moveTo>
                    <a:pt x="1748" y="1"/>
                  </a:moveTo>
                  <a:lnTo>
                    <a:pt x="1" y="2957"/>
                  </a:lnTo>
                  <a:lnTo>
                    <a:pt x="75269" y="78225"/>
                  </a:lnTo>
                  <a:lnTo>
                    <a:pt x="79839" y="78225"/>
                  </a:lnTo>
                  <a:lnTo>
                    <a:pt x="1748" y="1"/>
                  </a:lnTo>
                  <a:close/>
                </a:path>
              </a:pathLst>
            </a:custGeom>
            <a:solidFill>
              <a:srgbClr val="10CAC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1084" name="Google Shape;1084;p9"/>
            <p:cNvSpPr/>
            <p:nvPr/>
          </p:nvSpPr>
          <p:spPr>
            <a:xfrm>
              <a:off x="4384575" y="2267775"/>
              <a:ext cx="2059825" cy="2016100"/>
            </a:xfrm>
            <a:custGeom>
              <a:rect b="b" l="l" r="r" t="t"/>
              <a:pathLst>
                <a:path extrusionOk="0" h="80644" w="82393">
                  <a:moveTo>
                    <a:pt x="1748" y="0"/>
                  </a:moveTo>
                  <a:lnTo>
                    <a:pt x="1" y="2957"/>
                  </a:lnTo>
                  <a:lnTo>
                    <a:pt x="77823" y="80644"/>
                  </a:lnTo>
                  <a:lnTo>
                    <a:pt x="82392" y="80644"/>
                  </a:lnTo>
                  <a:lnTo>
                    <a:pt x="1748" y="0"/>
                  </a:lnTo>
                  <a:close/>
                </a:path>
              </a:pathLst>
            </a:custGeom>
            <a:solidFill>
              <a:srgbClr val="11C8D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1085" name="Google Shape;1085;p9"/>
            <p:cNvSpPr/>
            <p:nvPr/>
          </p:nvSpPr>
          <p:spPr>
            <a:xfrm>
              <a:off x="4421550" y="2207275"/>
              <a:ext cx="2120300" cy="2076600"/>
            </a:xfrm>
            <a:custGeom>
              <a:rect b="b" l="l" r="r" t="t"/>
              <a:pathLst>
                <a:path extrusionOk="0" h="83064" w="84812">
                  <a:moveTo>
                    <a:pt x="1747" y="1"/>
                  </a:moveTo>
                  <a:lnTo>
                    <a:pt x="0" y="2958"/>
                  </a:lnTo>
                  <a:lnTo>
                    <a:pt x="80107" y="83064"/>
                  </a:lnTo>
                  <a:lnTo>
                    <a:pt x="84811" y="83064"/>
                  </a:lnTo>
                  <a:lnTo>
                    <a:pt x="1747" y="1"/>
                  </a:lnTo>
                  <a:close/>
                </a:path>
              </a:pathLst>
            </a:custGeom>
            <a:solidFill>
              <a:srgbClr val="12C7D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1086" name="Google Shape;1086;p9"/>
            <p:cNvSpPr/>
            <p:nvPr/>
          </p:nvSpPr>
          <p:spPr>
            <a:xfrm>
              <a:off x="4458500" y="2146800"/>
              <a:ext cx="2130375" cy="2137075"/>
            </a:xfrm>
            <a:custGeom>
              <a:rect b="b" l="l" r="r" t="t"/>
              <a:pathLst>
                <a:path extrusionOk="0" h="85483" w="85215">
                  <a:moveTo>
                    <a:pt x="1614" y="1"/>
                  </a:moveTo>
                  <a:lnTo>
                    <a:pt x="1" y="2823"/>
                  </a:lnTo>
                  <a:lnTo>
                    <a:pt x="82527" y="85483"/>
                  </a:lnTo>
                  <a:lnTo>
                    <a:pt x="84005" y="85483"/>
                  </a:lnTo>
                  <a:lnTo>
                    <a:pt x="85215" y="83467"/>
                  </a:lnTo>
                  <a:lnTo>
                    <a:pt x="1614" y="1"/>
                  </a:lnTo>
                  <a:close/>
                </a:path>
              </a:pathLst>
            </a:custGeom>
            <a:solidFill>
              <a:srgbClr val="13C5D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1087" name="Google Shape;1087;p9"/>
            <p:cNvSpPr/>
            <p:nvPr/>
          </p:nvSpPr>
          <p:spPr>
            <a:xfrm>
              <a:off x="4492100" y="2082950"/>
              <a:ext cx="2133750" cy="2163975"/>
            </a:xfrm>
            <a:custGeom>
              <a:rect b="b" l="l" r="r" t="t"/>
              <a:pathLst>
                <a:path extrusionOk="0" h="86559" w="85350">
                  <a:moveTo>
                    <a:pt x="1748" y="1"/>
                  </a:moveTo>
                  <a:lnTo>
                    <a:pt x="1" y="2958"/>
                  </a:lnTo>
                  <a:lnTo>
                    <a:pt x="83602" y="86559"/>
                  </a:lnTo>
                  <a:lnTo>
                    <a:pt x="85349" y="83602"/>
                  </a:lnTo>
                  <a:lnTo>
                    <a:pt x="1748" y="1"/>
                  </a:lnTo>
                  <a:close/>
                </a:path>
              </a:pathLst>
            </a:custGeom>
            <a:solidFill>
              <a:srgbClr val="14C3D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1088" name="Google Shape;1088;p9"/>
            <p:cNvSpPr/>
            <p:nvPr/>
          </p:nvSpPr>
          <p:spPr>
            <a:xfrm>
              <a:off x="4529075" y="2022475"/>
              <a:ext cx="2130375" cy="2163975"/>
            </a:xfrm>
            <a:custGeom>
              <a:rect b="b" l="l" r="r" t="t"/>
              <a:pathLst>
                <a:path extrusionOk="0" h="86559" w="85215">
                  <a:moveTo>
                    <a:pt x="1613" y="1"/>
                  </a:moveTo>
                  <a:lnTo>
                    <a:pt x="0" y="2957"/>
                  </a:lnTo>
                  <a:lnTo>
                    <a:pt x="83467" y="86558"/>
                  </a:lnTo>
                  <a:lnTo>
                    <a:pt x="85214" y="83601"/>
                  </a:lnTo>
                  <a:lnTo>
                    <a:pt x="1613" y="1"/>
                  </a:lnTo>
                  <a:close/>
                </a:path>
              </a:pathLst>
            </a:custGeom>
            <a:solidFill>
              <a:srgbClr val="15C1D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1089" name="Google Shape;1089;p9"/>
            <p:cNvSpPr/>
            <p:nvPr/>
          </p:nvSpPr>
          <p:spPr>
            <a:xfrm>
              <a:off x="4562675" y="1962000"/>
              <a:ext cx="2133725" cy="2160600"/>
            </a:xfrm>
            <a:custGeom>
              <a:rect b="b" l="l" r="r" t="t"/>
              <a:pathLst>
                <a:path extrusionOk="0" h="86424" w="85349">
                  <a:moveTo>
                    <a:pt x="1748" y="0"/>
                  </a:moveTo>
                  <a:lnTo>
                    <a:pt x="0" y="2957"/>
                  </a:lnTo>
                  <a:lnTo>
                    <a:pt x="83602" y="86424"/>
                  </a:lnTo>
                  <a:lnTo>
                    <a:pt x="85349" y="83467"/>
                  </a:lnTo>
                  <a:lnTo>
                    <a:pt x="1748" y="0"/>
                  </a:lnTo>
                  <a:close/>
                </a:path>
              </a:pathLst>
            </a:custGeom>
            <a:solidFill>
              <a:srgbClr val="16C0D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1090" name="Google Shape;1090;p9"/>
            <p:cNvSpPr/>
            <p:nvPr/>
          </p:nvSpPr>
          <p:spPr>
            <a:xfrm>
              <a:off x="4599625" y="1898150"/>
              <a:ext cx="2130375" cy="2163975"/>
            </a:xfrm>
            <a:custGeom>
              <a:rect b="b" l="l" r="r" t="t"/>
              <a:pathLst>
                <a:path extrusionOk="0" h="86559" w="85215">
                  <a:moveTo>
                    <a:pt x="1614" y="0"/>
                  </a:moveTo>
                  <a:lnTo>
                    <a:pt x="1" y="2957"/>
                  </a:lnTo>
                  <a:lnTo>
                    <a:pt x="83602" y="86558"/>
                  </a:lnTo>
                  <a:lnTo>
                    <a:pt x="85215" y="83601"/>
                  </a:lnTo>
                  <a:lnTo>
                    <a:pt x="1614" y="0"/>
                  </a:lnTo>
                  <a:close/>
                </a:path>
              </a:pathLst>
            </a:custGeom>
            <a:solidFill>
              <a:srgbClr val="17BED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1091" name="Google Shape;1091;p9"/>
            <p:cNvSpPr/>
            <p:nvPr/>
          </p:nvSpPr>
          <p:spPr>
            <a:xfrm>
              <a:off x="4633225" y="1837675"/>
              <a:ext cx="2133750" cy="2163950"/>
            </a:xfrm>
            <a:custGeom>
              <a:rect b="b" l="l" r="r" t="t"/>
              <a:pathLst>
                <a:path extrusionOk="0" h="86558" w="85350">
                  <a:moveTo>
                    <a:pt x="1748" y="0"/>
                  </a:moveTo>
                  <a:lnTo>
                    <a:pt x="1" y="2957"/>
                  </a:lnTo>
                  <a:lnTo>
                    <a:pt x="83602" y="86558"/>
                  </a:lnTo>
                  <a:lnTo>
                    <a:pt x="85349" y="83601"/>
                  </a:lnTo>
                  <a:lnTo>
                    <a:pt x="1748" y="0"/>
                  </a:lnTo>
                  <a:close/>
                </a:path>
              </a:pathLst>
            </a:custGeom>
            <a:solidFill>
              <a:srgbClr val="18BCD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1092" name="Google Shape;1092;p9"/>
            <p:cNvSpPr/>
            <p:nvPr/>
          </p:nvSpPr>
          <p:spPr>
            <a:xfrm>
              <a:off x="4670200" y="1777175"/>
              <a:ext cx="2130375" cy="2160625"/>
            </a:xfrm>
            <a:custGeom>
              <a:rect b="b" l="l" r="r" t="t"/>
              <a:pathLst>
                <a:path extrusionOk="0" h="86425" w="85215">
                  <a:moveTo>
                    <a:pt x="1748" y="1"/>
                  </a:moveTo>
                  <a:lnTo>
                    <a:pt x="0" y="2958"/>
                  </a:lnTo>
                  <a:lnTo>
                    <a:pt x="83602" y="86424"/>
                  </a:lnTo>
                  <a:lnTo>
                    <a:pt x="85215" y="83467"/>
                  </a:lnTo>
                  <a:lnTo>
                    <a:pt x="1748" y="1"/>
                  </a:lnTo>
                  <a:close/>
                </a:path>
              </a:pathLst>
            </a:custGeom>
            <a:solidFill>
              <a:srgbClr val="19BBD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1093" name="Google Shape;1093;p9"/>
            <p:cNvSpPr/>
            <p:nvPr/>
          </p:nvSpPr>
          <p:spPr>
            <a:xfrm>
              <a:off x="4707150" y="1713350"/>
              <a:ext cx="2130375" cy="2163950"/>
            </a:xfrm>
            <a:custGeom>
              <a:rect b="b" l="l" r="r" t="t"/>
              <a:pathLst>
                <a:path extrusionOk="0" h="86558" w="85215">
                  <a:moveTo>
                    <a:pt x="1614" y="0"/>
                  </a:moveTo>
                  <a:lnTo>
                    <a:pt x="1" y="2957"/>
                  </a:lnTo>
                  <a:lnTo>
                    <a:pt x="83468" y="86558"/>
                  </a:lnTo>
                  <a:lnTo>
                    <a:pt x="85215" y="83601"/>
                  </a:lnTo>
                  <a:lnTo>
                    <a:pt x="1614" y="0"/>
                  </a:lnTo>
                  <a:close/>
                </a:path>
              </a:pathLst>
            </a:custGeom>
            <a:solidFill>
              <a:srgbClr val="1BB9D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1094" name="Google Shape;1094;p9"/>
            <p:cNvSpPr/>
            <p:nvPr/>
          </p:nvSpPr>
          <p:spPr>
            <a:xfrm>
              <a:off x="4740750" y="1652850"/>
              <a:ext cx="2130400" cy="2163975"/>
            </a:xfrm>
            <a:custGeom>
              <a:rect b="b" l="l" r="r" t="t"/>
              <a:pathLst>
                <a:path extrusionOk="0" h="86559" w="85216">
                  <a:moveTo>
                    <a:pt x="1748" y="1"/>
                  </a:moveTo>
                  <a:lnTo>
                    <a:pt x="1" y="2958"/>
                  </a:lnTo>
                  <a:lnTo>
                    <a:pt x="83602" y="86559"/>
                  </a:lnTo>
                  <a:lnTo>
                    <a:pt x="85215" y="83602"/>
                  </a:lnTo>
                  <a:lnTo>
                    <a:pt x="1748" y="1"/>
                  </a:lnTo>
                  <a:close/>
                </a:path>
              </a:pathLst>
            </a:custGeom>
            <a:solidFill>
              <a:srgbClr val="1CB7D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1095" name="Google Shape;1095;p9"/>
            <p:cNvSpPr/>
            <p:nvPr/>
          </p:nvSpPr>
          <p:spPr>
            <a:xfrm>
              <a:off x="4777725" y="1592375"/>
              <a:ext cx="2130375" cy="2160600"/>
            </a:xfrm>
            <a:custGeom>
              <a:rect b="b" l="l" r="r" t="t"/>
              <a:pathLst>
                <a:path extrusionOk="0" h="86424" w="85215">
                  <a:moveTo>
                    <a:pt x="1613" y="1"/>
                  </a:moveTo>
                  <a:lnTo>
                    <a:pt x="0" y="2957"/>
                  </a:lnTo>
                  <a:lnTo>
                    <a:pt x="83467" y="86424"/>
                  </a:lnTo>
                  <a:lnTo>
                    <a:pt x="85215" y="83601"/>
                  </a:lnTo>
                  <a:lnTo>
                    <a:pt x="1613" y="1"/>
                  </a:lnTo>
                  <a:close/>
                </a:path>
              </a:pathLst>
            </a:custGeom>
            <a:solidFill>
              <a:srgbClr val="1DB5D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1096" name="Google Shape;1096;p9"/>
            <p:cNvSpPr/>
            <p:nvPr/>
          </p:nvSpPr>
          <p:spPr>
            <a:xfrm>
              <a:off x="4811325" y="1531900"/>
              <a:ext cx="2133750" cy="2160600"/>
            </a:xfrm>
            <a:custGeom>
              <a:rect b="b" l="l" r="r" t="t"/>
              <a:pathLst>
                <a:path extrusionOk="0" h="86424" w="85350">
                  <a:moveTo>
                    <a:pt x="1748" y="0"/>
                  </a:moveTo>
                  <a:lnTo>
                    <a:pt x="0" y="2823"/>
                  </a:lnTo>
                  <a:lnTo>
                    <a:pt x="83602" y="86423"/>
                  </a:lnTo>
                  <a:lnTo>
                    <a:pt x="85349" y="83467"/>
                  </a:lnTo>
                  <a:lnTo>
                    <a:pt x="1748" y="0"/>
                  </a:lnTo>
                  <a:close/>
                </a:path>
              </a:pathLst>
            </a:custGeom>
            <a:solidFill>
              <a:srgbClr val="1EB4D7"/>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1097" name="Google Shape;1097;p9"/>
            <p:cNvSpPr/>
            <p:nvPr/>
          </p:nvSpPr>
          <p:spPr>
            <a:xfrm>
              <a:off x="4848275" y="1468050"/>
              <a:ext cx="2130400" cy="2163975"/>
            </a:xfrm>
            <a:custGeom>
              <a:rect b="b" l="l" r="r" t="t"/>
              <a:pathLst>
                <a:path extrusionOk="0" h="86559" w="85216">
                  <a:moveTo>
                    <a:pt x="1614" y="0"/>
                  </a:moveTo>
                  <a:lnTo>
                    <a:pt x="1" y="2957"/>
                  </a:lnTo>
                  <a:lnTo>
                    <a:pt x="83602" y="86558"/>
                  </a:lnTo>
                  <a:lnTo>
                    <a:pt x="85215" y="83601"/>
                  </a:lnTo>
                  <a:lnTo>
                    <a:pt x="1614" y="0"/>
                  </a:lnTo>
                  <a:close/>
                </a:path>
              </a:pathLst>
            </a:custGeom>
            <a:solidFill>
              <a:srgbClr val="1FB2D7"/>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1098" name="Google Shape;1098;p9"/>
            <p:cNvSpPr/>
            <p:nvPr/>
          </p:nvSpPr>
          <p:spPr>
            <a:xfrm>
              <a:off x="4881875" y="1431100"/>
              <a:ext cx="2133750" cy="2140425"/>
            </a:xfrm>
            <a:custGeom>
              <a:rect b="b" l="l" r="r" t="t"/>
              <a:pathLst>
                <a:path extrusionOk="0" h="85617" w="85350">
                  <a:moveTo>
                    <a:pt x="1211" y="0"/>
                  </a:moveTo>
                  <a:lnTo>
                    <a:pt x="1" y="2016"/>
                  </a:lnTo>
                  <a:lnTo>
                    <a:pt x="83602" y="85617"/>
                  </a:lnTo>
                  <a:lnTo>
                    <a:pt x="85350" y="82660"/>
                  </a:lnTo>
                  <a:lnTo>
                    <a:pt x="2689" y="0"/>
                  </a:lnTo>
                  <a:close/>
                </a:path>
              </a:pathLst>
            </a:custGeom>
            <a:solidFill>
              <a:srgbClr val="20B0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1099" name="Google Shape;1099;p9"/>
            <p:cNvSpPr/>
            <p:nvPr/>
          </p:nvSpPr>
          <p:spPr>
            <a:xfrm>
              <a:off x="4928925" y="1431100"/>
              <a:ext cx="2120300" cy="2076600"/>
            </a:xfrm>
            <a:custGeom>
              <a:rect b="b" l="l" r="r" t="t"/>
              <a:pathLst>
                <a:path extrusionOk="0" h="83064" w="84812">
                  <a:moveTo>
                    <a:pt x="1" y="0"/>
                  </a:moveTo>
                  <a:lnTo>
                    <a:pt x="83199" y="83063"/>
                  </a:lnTo>
                  <a:lnTo>
                    <a:pt x="84812" y="80106"/>
                  </a:lnTo>
                  <a:lnTo>
                    <a:pt x="4705" y="0"/>
                  </a:lnTo>
                  <a:close/>
                </a:path>
              </a:pathLst>
            </a:custGeom>
            <a:solidFill>
              <a:srgbClr val="21AED9"/>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1100" name="Google Shape;1100;p9"/>
            <p:cNvSpPr/>
            <p:nvPr/>
          </p:nvSpPr>
          <p:spPr>
            <a:xfrm>
              <a:off x="5026375" y="1431100"/>
              <a:ext cx="2059825" cy="2016100"/>
            </a:xfrm>
            <a:custGeom>
              <a:rect b="b" l="l" r="r" t="t"/>
              <a:pathLst>
                <a:path extrusionOk="0" h="80644" w="82393">
                  <a:moveTo>
                    <a:pt x="0" y="0"/>
                  </a:moveTo>
                  <a:lnTo>
                    <a:pt x="80645" y="80644"/>
                  </a:lnTo>
                  <a:lnTo>
                    <a:pt x="82392" y="77687"/>
                  </a:lnTo>
                  <a:lnTo>
                    <a:pt x="4705" y="0"/>
                  </a:lnTo>
                  <a:close/>
                </a:path>
              </a:pathLst>
            </a:custGeom>
            <a:solidFill>
              <a:srgbClr val="22ADD9"/>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1101" name="Google Shape;1101;p9"/>
            <p:cNvSpPr/>
            <p:nvPr/>
          </p:nvSpPr>
          <p:spPr>
            <a:xfrm>
              <a:off x="5123825" y="1431100"/>
              <a:ext cx="1995975" cy="1955625"/>
            </a:xfrm>
            <a:custGeom>
              <a:rect b="b" l="l" r="r" t="t"/>
              <a:pathLst>
                <a:path extrusionOk="0" h="78225" w="79839">
                  <a:moveTo>
                    <a:pt x="0" y="0"/>
                  </a:moveTo>
                  <a:lnTo>
                    <a:pt x="78225" y="78225"/>
                  </a:lnTo>
                  <a:lnTo>
                    <a:pt x="79838" y="75268"/>
                  </a:lnTo>
                  <a:lnTo>
                    <a:pt x="4705" y="0"/>
                  </a:lnTo>
                  <a:close/>
                </a:path>
              </a:pathLst>
            </a:custGeom>
            <a:solidFill>
              <a:srgbClr val="23ABDA"/>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1102" name="Google Shape;1102;p9"/>
            <p:cNvSpPr/>
            <p:nvPr/>
          </p:nvSpPr>
          <p:spPr>
            <a:xfrm>
              <a:off x="5221275" y="1431100"/>
              <a:ext cx="1935475" cy="1891775"/>
            </a:xfrm>
            <a:custGeom>
              <a:rect b="b" l="l" r="r" t="t"/>
              <a:pathLst>
                <a:path extrusionOk="0" h="75671" w="77419">
                  <a:moveTo>
                    <a:pt x="0" y="0"/>
                  </a:moveTo>
                  <a:lnTo>
                    <a:pt x="75671" y="75671"/>
                  </a:lnTo>
                  <a:lnTo>
                    <a:pt x="77419" y="72714"/>
                  </a:lnTo>
                  <a:lnTo>
                    <a:pt x="4570" y="0"/>
                  </a:lnTo>
                  <a:close/>
                </a:path>
              </a:pathLst>
            </a:custGeom>
            <a:solidFill>
              <a:srgbClr val="25A9DA"/>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1103" name="Google Shape;1103;p9"/>
            <p:cNvSpPr/>
            <p:nvPr/>
          </p:nvSpPr>
          <p:spPr>
            <a:xfrm>
              <a:off x="5318700" y="1431100"/>
              <a:ext cx="1875025" cy="1831300"/>
            </a:xfrm>
            <a:custGeom>
              <a:rect b="b" l="l" r="r" t="t"/>
              <a:pathLst>
                <a:path extrusionOk="0" h="73252" w="75001">
                  <a:moveTo>
                    <a:pt x="1" y="0"/>
                  </a:moveTo>
                  <a:lnTo>
                    <a:pt x="73253" y="73251"/>
                  </a:lnTo>
                  <a:lnTo>
                    <a:pt x="75000" y="70295"/>
                  </a:lnTo>
                  <a:lnTo>
                    <a:pt x="4571" y="0"/>
                  </a:lnTo>
                  <a:close/>
                </a:path>
              </a:pathLst>
            </a:custGeom>
            <a:solidFill>
              <a:srgbClr val="26A8D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1104" name="Google Shape;1104;p9"/>
            <p:cNvSpPr/>
            <p:nvPr/>
          </p:nvSpPr>
          <p:spPr>
            <a:xfrm>
              <a:off x="5416150" y="1431100"/>
              <a:ext cx="1811175" cy="1770825"/>
            </a:xfrm>
            <a:custGeom>
              <a:rect b="b" l="l" r="r" t="t"/>
              <a:pathLst>
                <a:path extrusionOk="0" h="70833" w="72447">
                  <a:moveTo>
                    <a:pt x="1" y="0"/>
                  </a:moveTo>
                  <a:lnTo>
                    <a:pt x="70699" y="70832"/>
                  </a:lnTo>
                  <a:lnTo>
                    <a:pt x="72446" y="67875"/>
                  </a:lnTo>
                  <a:lnTo>
                    <a:pt x="4571" y="0"/>
                  </a:lnTo>
                  <a:close/>
                </a:path>
              </a:pathLst>
            </a:custGeom>
            <a:solidFill>
              <a:srgbClr val="27A6D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1105" name="Google Shape;1105;p9"/>
            <p:cNvSpPr/>
            <p:nvPr/>
          </p:nvSpPr>
          <p:spPr>
            <a:xfrm>
              <a:off x="5510250" y="1431100"/>
              <a:ext cx="1754025" cy="1706975"/>
            </a:xfrm>
            <a:custGeom>
              <a:rect b="b" l="l" r="r" t="t"/>
              <a:pathLst>
                <a:path extrusionOk="0" h="68279" w="70161">
                  <a:moveTo>
                    <a:pt x="0" y="0"/>
                  </a:moveTo>
                  <a:lnTo>
                    <a:pt x="68413" y="68278"/>
                  </a:lnTo>
                  <a:lnTo>
                    <a:pt x="70161" y="65456"/>
                  </a:lnTo>
                  <a:lnTo>
                    <a:pt x="4704" y="0"/>
                  </a:lnTo>
                  <a:close/>
                </a:path>
              </a:pathLst>
            </a:custGeom>
            <a:solidFill>
              <a:srgbClr val="28A4D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1106" name="Google Shape;1106;p9"/>
            <p:cNvSpPr/>
            <p:nvPr/>
          </p:nvSpPr>
          <p:spPr>
            <a:xfrm>
              <a:off x="5607675" y="1431100"/>
              <a:ext cx="1690200" cy="1646500"/>
            </a:xfrm>
            <a:custGeom>
              <a:rect b="b" l="l" r="r" t="t"/>
              <a:pathLst>
                <a:path extrusionOk="0" h="65860" w="67608">
                  <a:moveTo>
                    <a:pt x="1" y="0"/>
                  </a:moveTo>
                  <a:lnTo>
                    <a:pt x="65995" y="65859"/>
                  </a:lnTo>
                  <a:lnTo>
                    <a:pt x="67608" y="62902"/>
                  </a:lnTo>
                  <a:lnTo>
                    <a:pt x="4705" y="0"/>
                  </a:lnTo>
                  <a:close/>
                </a:path>
              </a:pathLst>
            </a:custGeom>
            <a:solidFill>
              <a:srgbClr val="29A2D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1107" name="Google Shape;1107;p9"/>
            <p:cNvSpPr/>
            <p:nvPr/>
          </p:nvSpPr>
          <p:spPr>
            <a:xfrm>
              <a:off x="5705125" y="1431100"/>
              <a:ext cx="1629725" cy="1586000"/>
            </a:xfrm>
            <a:custGeom>
              <a:rect b="b" l="l" r="r" t="t"/>
              <a:pathLst>
                <a:path extrusionOk="0" h="63440" w="65189">
                  <a:moveTo>
                    <a:pt x="1" y="0"/>
                  </a:moveTo>
                  <a:lnTo>
                    <a:pt x="63441" y="63440"/>
                  </a:lnTo>
                  <a:lnTo>
                    <a:pt x="65188" y="60483"/>
                  </a:lnTo>
                  <a:lnTo>
                    <a:pt x="4705" y="0"/>
                  </a:lnTo>
                  <a:close/>
                </a:path>
              </a:pathLst>
            </a:custGeom>
            <a:solidFill>
              <a:srgbClr val="2AA1D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1108" name="Google Shape;1108;p9"/>
            <p:cNvSpPr/>
            <p:nvPr/>
          </p:nvSpPr>
          <p:spPr>
            <a:xfrm>
              <a:off x="5802575" y="1431100"/>
              <a:ext cx="1565875" cy="1525525"/>
            </a:xfrm>
            <a:custGeom>
              <a:rect b="b" l="l" r="r" t="t"/>
              <a:pathLst>
                <a:path extrusionOk="0" h="61021" w="62635">
                  <a:moveTo>
                    <a:pt x="1" y="0"/>
                  </a:moveTo>
                  <a:lnTo>
                    <a:pt x="61021" y="61020"/>
                  </a:lnTo>
                  <a:lnTo>
                    <a:pt x="62634" y="58064"/>
                  </a:lnTo>
                  <a:lnTo>
                    <a:pt x="4705" y="0"/>
                  </a:lnTo>
                  <a:close/>
                </a:path>
              </a:pathLst>
            </a:custGeom>
            <a:solidFill>
              <a:srgbClr val="2B9FDE"/>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1109" name="Google Shape;1109;p9"/>
            <p:cNvSpPr/>
            <p:nvPr/>
          </p:nvSpPr>
          <p:spPr>
            <a:xfrm>
              <a:off x="5900025" y="1431100"/>
              <a:ext cx="1481850" cy="1461675"/>
            </a:xfrm>
            <a:custGeom>
              <a:rect b="b" l="l" r="r" t="t"/>
              <a:pathLst>
                <a:path extrusionOk="0" h="58467" w="59274">
                  <a:moveTo>
                    <a:pt x="0" y="0"/>
                  </a:moveTo>
                  <a:lnTo>
                    <a:pt x="58468" y="58467"/>
                  </a:lnTo>
                  <a:lnTo>
                    <a:pt x="59274" y="57123"/>
                  </a:lnTo>
                  <a:lnTo>
                    <a:pt x="56048" y="51478"/>
                  </a:lnTo>
                  <a:lnTo>
                    <a:pt x="4570" y="0"/>
                  </a:lnTo>
                  <a:close/>
                </a:path>
              </a:pathLst>
            </a:custGeom>
            <a:solidFill>
              <a:srgbClr val="2C9DDE"/>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1110" name="Google Shape;1110;p9"/>
            <p:cNvSpPr/>
            <p:nvPr/>
          </p:nvSpPr>
          <p:spPr>
            <a:xfrm>
              <a:off x="5997475" y="1431100"/>
              <a:ext cx="1307125" cy="1297025"/>
            </a:xfrm>
            <a:custGeom>
              <a:rect b="b" l="l" r="r" t="t"/>
              <a:pathLst>
                <a:path extrusionOk="0" h="51881" w="52285">
                  <a:moveTo>
                    <a:pt x="0" y="0"/>
                  </a:moveTo>
                  <a:lnTo>
                    <a:pt x="51747" y="51881"/>
                  </a:lnTo>
                  <a:lnTo>
                    <a:pt x="52285" y="51478"/>
                  </a:lnTo>
                  <a:lnTo>
                    <a:pt x="46908" y="42338"/>
                  </a:lnTo>
                  <a:lnTo>
                    <a:pt x="4570" y="0"/>
                  </a:lnTo>
                  <a:close/>
                </a:path>
              </a:pathLst>
            </a:custGeom>
            <a:solidFill>
              <a:srgbClr val="2D9CD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1111" name="Google Shape;1111;p9"/>
            <p:cNvSpPr/>
            <p:nvPr/>
          </p:nvSpPr>
          <p:spPr>
            <a:xfrm>
              <a:off x="6094900" y="1431100"/>
              <a:ext cx="1075300" cy="1065175"/>
            </a:xfrm>
            <a:custGeom>
              <a:rect b="b" l="l" r="r" t="t"/>
              <a:pathLst>
                <a:path extrusionOk="0" h="42607" w="43012">
                  <a:moveTo>
                    <a:pt x="1" y="0"/>
                  </a:moveTo>
                  <a:lnTo>
                    <a:pt x="42608" y="42607"/>
                  </a:lnTo>
                  <a:lnTo>
                    <a:pt x="43011" y="42338"/>
                  </a:lnTo>
                  <a:lnTo>
                    <a:pt x="37769" y="33064"/>
                  </a:lnTo>
                  <a:lnTo>
                    <a:pt x="4571" y="0"/>
                  </a:lnTo>
                  <a:close/>
                </a:path>
              </a:pathLst>
            </a:custGeom>
            <a:solidFill>
              <a:srgbClr val="2F9AE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1112" name="Google Shape;1112;p9"/>
            <p:cNvSpPr/>
            <p:nvPr/>
          </p:nvSpPr>
          <p:spPr>
            <a:xfrm>
              <a:off x="6189000" y="1431100"/>
              <a:ext cx="850150" cy="836700"/>
            </a:xfrm>
            <a:custGeom>
              <a:rect b="b" l="l" r="r" t="t"/>
              <a:pathLst>
                <a:path extrusionOk="0" h="33468" w="34006">
                  <a:moveTo>
                    <a:pt x="0" y="0"/>
                  </a:moveTo>
                  <a:lnTo>
                    <a:pt x="33602" y="33467"/>
                  </a:lnTo>
                  <a:lnTo>
                    <a:pt x="34005" y="33198"/>
                  </a:lnTo>
                  <a:lnTo>
                    <a:pt x="28629" y="23924"/>
                  </a:lnTo>
                  <a:lnTo>
                    <a:pt x="4705" y="0"/>
                  </a:lnTo>
                  <a:close/>
                </a:path>
              </a:pathLst>
            </a:custGeom>
            <a:solidFill>
              <a:srgbClr val="3098E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1113" name="Google Shape;1113;p9"/>
            <p:cNvSpPr/>
            <p:nvPr/>
          </p:nvSpPr>
          <p:spPr>
            <a:xfrm>
              <a:off x="6286450" y="1431100"/>
              <a:ext cx="618300" cy="608200"/>
            </a:xfrm>
            <a:custGeom>
              <a:rect b="b" l="l" r="r" t="t"/>
              <a:pathLst>
                <a:path extrusionOk="0" h="24328" w="24732">
                  <a:moveTo>
                    <a:pt x="0" y="0"/>
                  </a:moveTo>
                  <a:lnTo>
                    <a:pt x="24328" y="24328"/>
                  </a:lnTo>
                  <a:lnTo>
                    <a:pt x="24731" y="23924"/>
                  </a:lnTo>
                  <a:lnTo>
                    <a:pt x="19489" y="14785"/>
                  </a:lnTo>
                  <a:lnTo>
                    <a:pt x="4704" y="0"/>
                  </a:lnTo>
                  <a:close/>
                </a:path>
              </a:pathLst>
            </a:custGeom>
            <a:solidFill>
              <a:srgbClr val="3196E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1114" name="Google Shape;1114;p9"/>
            <p:cNvSpPr/>
            <p:nvPr/>
          </p:nvSpPr>
          <p:spPr>
            <a:xfrm>
              <a:off x="6383900" y="1431100"/>
              <a:ext cx="389800" cy="376350"/>
            </a:xfrm>
            <a:custGeom>
              <a:rect b="b" l="l" r="r" t="t"/>
              <a:pathLst>
                <a:path extrusionOk="0" h="15054" w="15592">
                  <a:moveTo>
                    <a:pt x="0" y="0"/>
                  </a:moveTo>
                  <a:lnTo>
                    <a:pt x="15188" y="15054"/>
                  </a:lnTo>
                  <a:lnTo>
                    <a:pt x="15591" y="14785"/>
                  </a:lnTo>
                  <a:lnTo>
                    <a:pt x="10215" y="5645"/>
                  </a:lnTo>
                  <a:lnTo>
                    <a:pt x="4704" y="0"/>
                  </a:lnTo>
                  <a:close/>
                </a:path>
              </a:pathLst>
            </a:custGeom>
            <a:solidFill>
              <a:srgbClr val="3295E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1115" name="Google Shape;1115;p9"/>
            <p:cNvSpPr/>
            <p:nvPr/>
          </p:nvSpPr>
          <p:spPr>
            <a:xfrm>
              <a:off x="6481325" y="1431100"/>
              <a:ext cx="157950" cy="147850"/>
            </a:xfrm>
            <a:custGeom>
              <a:rect b="b" l="l" r="r" t="t"/>
              <a:pathLst>
                <a:path extrusionOk="0" h="5914" w="6318">
                  <a:moveTo>
                    <a:pt x="1" y="0"/>
                  </a:moveTo>
                  <a:lnTo>
                    <a:pt x="5915" y="5914"/>
                  </a:lnTo>
                  <a:lnTo>
                    <a:pt x="6318" y="5645"/>
                  </a:lnTo>
                  <a:lnTo>
                    <a:pt x="3092" y="0"/>
                  </a:lnTo>
                  <a:close/>
                </a:path>
              </a:pathLst>
            </a:custGeom>
            <a:solidFill>
              <a:srgbClr val="3393E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grpSp>
      <p:grpSp>
        <p:nvGrpSpPr>
          <p:cNvPr id="1116" name="Google Shape;1116;p9"/>
          <p:cNvGrpSpPr/>
          <p:nvPr/>
        </p:nvGrpSpPr>
        <p:grpSpPr>
          <a:xfrm flipH="1" rot="10800000">
            <a:off x="7663686" y="3682712"/>
            <a:ext cx="1034724" cy="895486"/>
            <a:chOff x="238125" y="1431100"/>
            <a:chExt cx="3296350" cy="2852775"/>
          </a:xfrm>
        </p:grpSpPr>
        <p:sp>
          <p:nvSpPr>
            <p:cNvPr id="1117" name="Google Shape;1117;p9"/>
            <p:cNvSpPr/>
            <p:nvPr/>
          </p:nvSpPr>
          <p:spPr>
            <a:xfrm>
              <a:off x="980725" y="4136025"/>
              <a:ext cx="157950" cy="147850"/>
            </a:xfrm>
            <a:custGeom>
              <a:rect b="b" l="l" r="r" t="t"/>
              <a:pathLst>
                <a:path extrusionOk="0" h="5914" w="6318">
                  <a:moveTo>
                    <a:pt x="403" y="0"/>
                  </a:moveTo>
                  <a:lnTo>
                    <a:pt x="0" y="269"/>
                  </a:lnTo>
                  <a:lnTo>
                    <a:pt x="3226" y="5914"/>
                  </a:lnTo>
                  <a:lnTo>
                    <a:pt x="6317" y="5914"/>
                  </a:lnTo>
                  <a:lnTo>
                    <a:pt x="403" y="0"/>
                  </a:lnTo>
                  <a:close/>
                </a:path>
              </a:pathLst>
            </a:custGeom>
            <a:solidFill>
              <a:srgbClr val="00E2C7"/>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1118" name="Google Shape;1118;p9"/>
            <p:cNvSpPr/>
            <p:nvPr/>
          </p:nvSpPr>
          <p:spPr>
            <a:xfrm>
              <a:off x="849675" y="3907525"/>
              <a:ext cx="386425" cy="376350"/>
            </a:xfrm>
            <a:custGeom>
              <a:rect b="b" l="l" r="r" t="t"/>
              <a:pathLst>
                <a:path extrusionOk="0" h="15054" w="15457">
                  <a:moveTo>
                    <a:pt x="403" y="0"/>
                  </a:moveTo>
                  <a:lnTo>
                    <a:pt x="0" y="269"/>
                  </a:lnTo>
                  <a:lnTo>
                    <a:pt x="5242" y="9543"/>
                  </a:lnTo>
                  <a:lnTo>
                    <a:pt x="10887" y="15054"/>
                  </a:lnTo>
                  <a:lnTo>
                    <a:pt x="15457" y="15054"/>
                  </a:lnTo>
                  <a:lnTo>
                    <a:pt x="403" y="0"/>
                  </a:lnTo>
                  <a:close/>
                </a:path>
              </a:pathLst>
            </a:custGeom>
            <a:solidFill>
              <a:srgbClr val="01E0C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1119" name="Google Shape;1119;p9"/>
            <p:cNvSpPr/>
            <p:nvPr/>
          </p:nvSpPr>
          <p:spPr>
            <a:xfrm>
              <a:off x="715250" y="3675675"/>
              <a:ext cx="618300" cy="608200"/>
            </a:xfrm>
            <a:custGeom>
              <a:rect b="b" l="l" r="r" t="t"/>
              <a:pathLst>
                <a:path extrusionOk="0" h="24328" w="24732">
                  <a:moveTo>
                    <a:pt x="404" y="0"/>
                  </a:moveTo>
                  <a:lnTo>
                    <a:pt x="1" y="404"/>
                  </a:lnTo>
                  <a:lnTo>
                    <a:pt x="5377" y="9543"/>
                  </a:lnTo>
                  <a:lnTo>
                    <a:pt x="20162" y="24328"/>
                  </a:lnTo>
                  <a:lnTo>
                    <a:pt x="24732" y="24328"/>
                  </a:lnTo>
                  <a:lnTo>
                    <a:pt x="404" y="0"/>
                  </a:lnTo>
                  <a:close/>
                </a:path>
              </a:pathLst>
            </a:custGeom>
            <a:solidFill>
              <a:srgbClr val="02DFC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1120" name="Google Shape;1120;p9"/>
            <p:cNvSpPr/>
            <p:nvPr/>
          </p:nvSpPr>
          <p:spPr>
            <a:xfrm>
              <a:off x="584200" y="3447175"/>
              <a:ext cx="846800" cy="836700"/>
            </a:xfrm>
            <a:custGeom>
              <a:rect b="b" l="l" r="r" t="t"/>
              <a:pathLst>
                <a:path extrusionOk="0" h="33468" w="33872">
                  <a:moveTo>
                    <a:pt x="404" y="1"/>
                  </a:moveTo>
                  <a:lnTo>
                    <a:pt x="1" y="270"/>
                  </a:lnTo>
                  <a:lnTo>
                    <a:pt x="5243" y="9544"/>
                  </a:lnTo>
                  <a:lnTo>
                    <a:pt x="29167" y="33468"/>
                  </a:lnTo>
                  <a:lnTo>
                    <a:pt x="33872" y="33468"/>
                  </a:lnTo>
                  <a:lnTo>
                    <a:pt x="404" y="1"/>
                  </a:lnTo>
                  <a:close/>
                </a:path>
              </a:pathLst>
            </a:custGeom>
            <a:solidFill>
              <a:srgbClr val="03DDC9"/>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1121" name="Google Shape;1121;p9"/>
            <p:cNvSpPr/>
            <p:nvPr/>
          </p:nvSpPr>
          <p:spPr>
            <a:xfrm>
              <a:off x="449800" y="3218700"/>
              <a:ext cx="1078650" cy="1065175"/>
            </a:xfrm>
            <a:custGeom>
              <a:rect b="b" l="l" r="r" t="t"/>
              <a:pathLst>
                <a:path extrusionOk="0" h="42607" w="43146">
                  <a:moveTo>
                    <a:pt x="404" y="0"/>
                  </a:moveTo>
                  <a:lnTo>
                    <a:pt x="1" y="269"/>
                  </a:lnTo>
                  <a:lnTo>
                    <a:pt x="5377" y="9543"/>
                  </a:lnTo>
                  <a:lnTo>
                    <a:pt x="38441" y="42607"/>
                  </a:lnTo>
                  <a:lnTo>
                    <a:pt x="43145" y="42607"/>
                  </a:lnTo>
                  <a:lnTo>
                    <a:pt x="404" y="0"/>
                  </a:lnTo>
                  <a:close/>
                </a:path>
              </a:pathLst>
            </a:custGeom>
            <a:solidFill>
              <a:srgbClr val="04DBC9"/>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1122" name="Google Shape;1122;p9"/>
            <p:cNvSpPr/>
            <p:nvPr/>
          </p:nvSpPr>
          <p:spPr>
            <a:xfrm>
              <a:off x="318750" y="2990200"/>
              <a:ext cx="1307150" cy="1293675"/>
            </a:xfrm>
            <a:custGeom>
              <a:rect b="b" l="l" r="r" t="t"/>
              <a:pathLst>
                <a:path extrusionOk="0" h="51747" w="52286">
                  <a:moveTo>
                    <a:pt x="404" y="1"/>
                  </a:moveTo>
                  <a:lnTo>
                    <a:pt x="1" y="269"/>
                  </a:lnTo>
                  <a:lnTo>
                    <a:pt x="5243" y="9409"/>
                  </a:lnTo>
                  <a:lnTo>
                    <a:pt x="47581" y="51747"/>
                  </a:lnTo>
                  <a:lnTo>
                    <a:pt x="52285" y="51747"/>
                  </a:lnTo>
                  <a:lnTo>
                    <a:pt x="39517" y="38978"/>
                  </a:lnTo>
                  <a:lnTo>
                    <a:pt x="37097" y="38978"/>
                  </a:lnTo>
                  <a:lnTo>
                    <a:pt x="33737" y="33333"/>
                  </a:lnTo>
                  <a:lnTo>
                    <a:pt x="404" y="1"/>
                  </a:lnTo>
                  <a:close/>
                </a:path>
              </a:pathLst>
            </a:custGeom>
            <a:solidFill>
              <a:srgbClr val="06D9CA"/>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1123" name="Google Shape;1123;p9"/>
            <p:cNvSpPr/>
            <p:nvPr/>
          </p:nvSpPr>
          <p:spPr>
            <a:xfrm>
              <a:off x="1286500" y="3964650"/>
              <a:ext cx="436850" cy="319225"/>
            </a:xfrm>
            <a:custGeom>
              <a:rect b="b" l="l" r="r" t="t"/>
              <a:pathLst>
                <a:path extrusionOk="0" h="12769" w="17474">
                  <a:moveTo>
                    <a:pt x="0" y="0"/>
                  </a:moveTo>
                  <a:lnTo>
                    <a:pt x="12769" y="12769"/>
                  </a:lnTo>
                  <a:lnTo>
                    <a:pt x="17473" y="12769"/>
                  </a:lnTo>
                  <a:lnTo>
                    <a:pt x="4704" y="0"/>
                  </a:lnTo>
                  <a:close/>
                </a:path>
              </a:pathLst>
            </a:custGeom>
            <a:solidFill>
              <a:srgbClr val="07D8C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1124" name="Google Shape;1124;p9"/>
            <p:cNvSpPr/>
            <p:nvPr/>
          </p:nvSpPr>
          <p:spPr>
            <a:xfrm>
              <a:off x="238125" y="2822200"/>
              <a:ext cx="924075" cy="1008075"/>
            </a:xfrm>
            <a:custGeom>
              <a:rect b="b" l="l" r="r" t="t"/>
              <a:pathLst>
                <a:path extrusionOk="0" h="40323" w="36963">
                  <a:moveTo>
                    <a:pt x="806" y="0"/>
                  </a:moveTo>
                  <a:lnTo>
                    <a:pt x="0" y="1479"/>
                  </a:lnTo>
                  <a:lnTo>
                    <a:pt x="3226" y="6989"/>
                  </a:lnTo>
                  <a:lnTo>
                    <a:pt x="36559" y="40322"/>
                  </a:lnTo>
                  <a:lnTo>
                    <a:pt x="36962" y="40053"/>
                  </a:lnTo>
                  <a:lnTo>
                    <a:pt x="31720" y="30779"/>
                  </a:lnTo>
                  <a:lnTo>
                    <a:pt x="806" y="0"/>
                  </a:lnTo>
                  <a:close/>
                </a:path>
              </a:pathLst>
            </a:custGeom>
            <a:solidFill>
              <a:srgbClr val="07D8C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1125" name="Google Shape;1125;p9"/>
            <p:cNvSpPr/>
            <p:nvPr/>
          </p:nvSpPr>
          <p:spPr>
            <a:xfrm>
              <a:off x="1383925" y="3964650"/>
              <a:ext cx="433500" cy="319225"/>
            </a:xfrm>
            <a:custGeom>
              <a:rect b="b" l="l" r="r" t="t"/>
              <a:pathLst>
                <a:path extrusionOk="0" h="12769" w="17340">
                  <a:moveTo>
                    <a:pt x="1" y="0"/>
                  </a:moveTo>
                  <a:lnTo>
                    <a:pt x="12770" y="12769"/>
                  </a:lnTo>
                  <a:lnTo>
                    <a:pt x="17339" y="12769"/>
                  </a:lnTo>
                  <a:lnTo>
                    <a:pt x="4705" y="0"/>
                  </a:lnTo>
                  <a:close/>
                </a:path>
              </a:pathLst>
            </a:custGeom>
            <a:solidFill>
              <a:srgbClr val="08D6C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1126" name="Google Shape;1126;p9"/>
            <p:cNvSpPr/>
            <p:nvPr/>
          </p:nvSpPr>
          <p:spPr>
            <a:xfrm>
              <a:off x="251550" y="2761700"/>
              <a:ext cx="779600" cy="840075"/>
            </a:xfrm>
            <a:custGeom>
              <a:rect b="b" l="l" r="r" t="t"/>
              <a:pathLst>
                <a:path extrusionOk="0" h="33603" w="31184">
                  <a:moveTo>
                    <a:pt x="1748" y="1"/>
                  </a:moveTo>
                  <a:lnTo>
                    <a:pt x="1" y="2823"/>
                  </a:lnTo>
                  <a:lnTo>
                    <a:pt x="30780" y="33603"/>
                  </a:lnTo>
                  <a:lnTo>
                    <a:pt x="31183" y="33199"/>
                  </a:lnTo>
                  <a:lnTo>
                    <a:pt x="25807" y="24060"/>
                  </a:lnTo>
                  <a:lnTo>
                    <a:pt x="1748" y="1"/>
                  </a:lnTo>
                  <a:close/>
                </a:path>
              </a:pathLst>
            </a:custGeom>
            <a:solidFill>
              <a:srgbClr val="08D6C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1127" name="Google Shape;1127;p9"/>
            <p:cNvSpPr/>
            <p:nvPr/>
          </p:nvSpPr>
          <p:spPr>
            <a:xfrm>
              <a:off x="288525" y="2697875"/>
              <a:ext cx="608200" cy="675400"/>
            </a:xfrm>
            <a:custGeom>
              <a:rect b="b" l="l" r="r" t="t"/>
              <a:pathLst>
                <a:path extrusionOk="0" h="27016" w="24328">
                  <a:moveTo>
                    <a:pt x="1613" y="0"/>
                  </a:moveTo>
                  <a:lnTo>
                    <a:pt x="0" y="2957"/>
                  </a:lnTo>
                  <a:lnTo>
                    <a:pt x="23925" y="27016"/>
                  </a:lnTo>
                  <a:lnTo>
                    <a:pt x="24328" y="26613"/>
                  </a:lnTo>
                  <a:lnTo>
                    <a:pt x="19086" y="17473"/>
                  </a:lnTo>
                  <a:lnTo>
                    <a:pt x="1613" y="0"/>
                  </a:lnTo>
                  <a:close/>
                </a:path>
              </a:pathLst>
            </a:custGeom>
            <a:solidFill>
              <a:srgbClr val="09D4C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1128" name="Google Shape;1128;p9"/>
            <p:cNvSpPr/>
            <p:nvPr/>
          </p:nvSpPr>
          <p:spPr>
            <a:xfrm>
              <a:off x="1481375" y="3964650"/>
              <a:ext cx="433500" cy="319225"/>
            </a:xfrm>
            <a:custGeom>
              <a:rect b="b" l="l" r="r" t="t"/>
              <a:pathLst>
                <a:path extrusionOk="0" h="12769" w="17340">
                  <a:moveTo>
                    <a:pt x="1" y="0"/>
                  </a:moveTo>
                  <a:lnTo>
                    <a:pt x="12769" y="12769"/>
                  </a:lnTo>
                  <a:lnTo>
                    <a:pt x="17339" y="12769"/>
                  </a:lnTo>
                  <a:lnTo>
                    <a:pt x="4705" y="0"/>
                  </a:lnTo>
                  <a:close/>
                </a:path>
              </a:pathLst>
            </a:custGeom>
            <a:solidFill>
              <a:srgbClr val="09D4C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1129" name="Google Shape;1129;p9"/>
            <p:cNvSpPr/>
            <p:nvPr/>
          </p:nvSpPr>
          <p:spPr>
            <a:xfrm>
              <a:off x="1578825" y="3964650"/>
              <a:ext cx="433500" cy="319225"/>
            </a:xfrm>
            <a:custGeom>
              <a:rect b="b" l="l" r="r" t="t"/>
              <a:pathLst>
                <a:path extrusionOk="0" h="12769" w="17340">
                  <a:moveTo>
                    <a:pt x="1" y="0"/>
                  </a:moveTo>
                  <a:lnTo>
                    <a:pt x="12769" y="12769"/>
                  </a:lnTo>
                  <a:lnTo>
                    <a:pt x="17339" y="12769"/>
                  </a:lnTo>
                  <a:lnTo>
                    <a:pt x="4570" y="0"/>
                  </a:lnTo>
                  <a:close/>
                </a:path>
              </a:pathLst>
            </a:custGeom>
            <a:solidFill>
              <a:srgbClr val="0AD3C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1130" name="Google Shape;1130;p9"/>
            <p:cNvSpPr/>
            <p:nvPr/>
          </p:nvSpPr>
          <p:spPr>
            <a:xfrm>
              <a:off x="322125" y="2637375"/>
              <a:ext cx="443550" cy="504050"/>
            </a:xfrm>
            <a:custGeom>
              <a:rect b="b" l="l" r="r" t="t"/>
              <a:pathLst>
                <a:path extrusionOk="0" h="20162" w="17742">
                  <a:moveTo>
                    <a:pt x="1747" y="1"/>
                  </a:moveTo>
                  <a:lnTo>
                    <a:pt x="0" y="2958"/>
                  </a:lnTo>
                  <a:lnTo>
                    <a:pt x="17339" y="20162"/>
                  </a:lnTo>
                  <a:lnTo>
                    <a:pt x="17742" y="19893"/>
                  </a:lnTo>
                  <a:lnTo>
                    <a:pt x="12366" y="10619"/>
                  </a:lnTo>
                  <a:lnTo>
                    <a:pt x="1747" y="1"/>
                  </a:lnTo>
                  <a:close/>
                </a:path>
              </a:pathLst>
            </a:custGeom>
            <a:solidFill>
              <a:srgbClr val="0AD3C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1131" name="Google Shape;1131;p9"/>
            <p:cNvSpPr/>
            <p:nvPr/>
          </p:nvSpPr>
          <p:spPr>
            <a:xfrm>
              <a:off x="359075" y="2576900"/>
              <a:ext cx="275575" cy="336050"/>
            </a:xfrm>
            <a:custGeom>
              <a:rect b="b" l="l" r="r" t="t"/>
              <a:pathLst>
                <a:path extrusionOk="0" h="13442" w="11023">
                  <a:moveTo>
                    <a:pt x="1614" y="1"/>
                  </a:moveTo>
                  <a:lnTo>
                    <a:pt x="1" y="2823"/>
                  </a:lnTo>
                  <a:lnTo>
                    <a:pt x="10484" y="13441"/>
                  </a:lnTo>
                  <a:lnTo>
                    <a:pt x="10888" y="13172"/>
                  </a:lnTo>
                  <a:lnTo>
                    <a:pt x="9812" y="11291"/>
                  </a:lnTo>
                  <a:lnTo>
                    <a:pt x="11022" y="9275"/>
                  </a:lnTo>
                  <a:lnTo>
                    <a:pt x="1614" y="1"/>
                  </a:lnTo>
                  <a:close/>
                </a:path>
              </a:pathLst>
            </a:custGeom>
            <a:solidFill>
              <a:srgbClr val="0BD1C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1132" name="Google Shape;1132;p9"/>
            <p:cNvSpPr/>
            <p:nvPr/>
          </p:nvSpPr>
          <p:spPr>
            <a:xfrm>
              <a:off x="1676275" y="3964650"/>
              <a:ext cx="433475" cy="319225"/>
            </a:xfrm>
            <a:custGeom>
              <a:rect b="b" l="l" r="r" t="t"/>
              <a:pathLst>
                <a:path extrusionOk="0" h="12769" w="17339">
                  <a:moveTo>
                    <a:pt x="0" y="0"/>
                  </a:moveTo>
                  <a:lnTo>
                    <a:pt x="12769" y="12769"/>
                  </a:lnTo>
                  <a:lnTo>
                    <a:pt x="17339" y="12769"/>
                  </a:lnTo>
                  <a:lnTo>
                    <a:pt x="4570" y="0"/>
                  </a:lnTo>
                  <a:close/>
                </a:path>
              </a:pathLst>
            </a:custGeom>
            <a:solidFill>
              <a:srgbClr val="0BD1C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1133" name="Google Shape;1133;p9"/>
            <p:cNvSpPr/>
            <p:nvPr/>
          </p:nvSpPr>
          <p:spPr>
            <a:xfrm>
              <a:off x="392675" y="2513050"/>
              <a:ext cx="275575" cy="309175"/>
            </a:xfrm>
            <a:custGeom>
              <a:rect b="b" l="l" r="r" t="t"/>
              <a:pathLst>
                <a:path extrusionOk="0" h="12367" w="11023">
                  <a:moveTo>
                    <a:pt x="1748" y="1"/>
                  </a:moveTo>
                  <a:lnTo>
                    <a:pt x="1" y="2958"/>
                  </a:lnTo>
                  <a:lnTo>
                    <a:pt x="9409" y="12366"/>
                  </a:lnTo>
                  <a:lnTo>
                    <a:pt x="11022" y="9409"/>
                  </a:lnTo>
                  <a:lnTo>
                    <a:pt x="1748" y="1"/>
                  </a:lnTo>
                  <a:close/>
                </a:path>
              </a:pathLst>
            </a:custGeom>
            <a:solidFill>
              <a:srgbClr val="0CCFC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1134" name="Google Shape;1134;p9"/>
            <p:cNvSpPr/>
            <p:nvPr/>
          </p:nvSpPr>
          <p:spPr>
            <a:xfrm>
              <a:off x="1773725" y="3964650"/>
              <a:ext cx="433475" cy="319225"/>
            </a:xfrm>
            <a:custGeom>
              <a:rect b="b" l="l" r="r" t="t"/>
              <a:pathLst>
                <a:path extrusionOk="0" h="12769" w="17339">
                  <a:moveTo>
                    <a:pt x="0" y="0"/>
                  </a:moveTo>
                  <a:lnTo>
                    <a:pt x="12634" y="12769"/>
                  </a:lnTo>
                  <a:lnTo>
                    <a:pt x="17339" y="12769"/>
                  </a:lnTo>
                  <a:lnTo>
                    <a:pt x="4570" y="0"/>
                  </a:lnTo>
                  <a:close/>
                </a:path>
              </a:pathLst>
            </a:custGeom>
            <a:solidFill>
              <a:srgbClr val="0CCFC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1135" name="Google Shape;1135;p9"/>
            <p:cNvSpPr/>
            <p:nvPr/>
          </p:nvSpPr>
          <p:spPr>
            <a:xfrm>
              <a:off x="429650" y="2452575"/>
              <a:ext cx="275550" cy="305800"/>
            </a:xfrm>
            <a:custGeom>
              <a:rect b="b" l="l" r="r" t="t"/>
              <a:pathLst>
                <a:path extrusionOk="0" h="12232" w="11022">
                  <a:moveTo>
                    <a:pt x="1748" y="1"/>
                  </a:moveTo>
                  <a:lnTo>
                    <a:pt x="0" y="2957"/>
                  </a:lnTo>
                  <a:lnTo>
                    <a:pt x="9274" y="12232"/>
                  </a:lnTo>
                  <a:lnTo>
                    <a:pt x="11022" y="9275"/>
                  </a:lnTo>
                  <a:lnTo>
                    <a:pt x="1748" y="1"/>
                  </a:lnTo>
                  <a:close/>
                </a:path>
              </a:pathLst>
            </a:custGeom>
            <a:solidFill>
              <a:srgbClr val="0DCDCE"/>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1136" name="Google Shape;1136;p9"/>
            <p:cNvSpPr/>
            <p:nvPr/>
          </p:nvSpPr>
          <p:spPr>
            <a:xfrm>
              <a:off x="1871150" y="3964650"/>
              <a:ext cx="433500" cy="319225"/>
            </a:xfrm>
            <a:custGeom>
              <a:rect b="b" l="l" r="r" t="t"/>
              <a:pathLst>
                <a:path extrusionOk="0" h="12769" w="17340">
                  <a:moveTo>
                    <a:pt x="1" y="0"/>
                  </a:moveTo>
                  <a:lnTo>
                    <a:pt x="12635" y="12769"/>
                  </a:lnTo>
                  <a:lnTo>
                    <a:pt x="17340" y="12769"/>
                  </a:lnTo>
                  <a:lnTo>
                    <a:pt x="4571" y="0"/>
                  </a:lnTo>
                  <a:close/>
                </a:path>
              </a:pathLst>
            </a:custGeom>
            <a:solidFill>
              <a:srgbClr val="0DCDCE"/>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1137" name="Google Shape;1137;p9"/>
            <p:cNvSpPr/>
            <p:nvPr/>
          </p:nvSpPr>
          <p:spPr>
            <a:xfrm>
              <a:off x="1965250" y="3964650"/>
              <a:ext cx="436850" cy="319225"/>
            </a:xfrm>
            <a:custGeom>
              <a:rect b="b" l="l" r="r" t="t"/>
              <a:pathLst>
                <a:path extrusionOk="0" h="12769" w="17474">
                  <a:moveTo>
                    <a:pt x="0" y="0"/>
                  </a:moveTo>
                  <a:lnTo>
                    <a:pt x="12769" y="12769"/>
                  </a:lnTo>
                  <a:lnTo>
                    <a:pt x="17473" y="12769"/>
                  </a:lnTo>
                  <a:lnTo>
                    <a:pt x="4705" y="0"/>
                  </a:lnTo>
                  <a:close/>
                </a:path>
              </a:pathLst>
            </a:custGeom>
            <a:solidFill>
              <a:srgbClr val="0ECCC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1138" name="Google Shape;1138;p9"/>
            <p:cNvSpPr/>
            <p:nvPr/>
          </p:nvSpPr>
          <p:spPr>
            <a:xfrm>
              <a:off x="466600" y="2392100"/>
              <a:ext cx="272200" cy="305800"/>
            </a:xfrm>
            <a:custGeom>
              <a:rect b="b" l="l" r="r" t="t"/>
              <a:pathLst>
                <a:path extrusionOk="0" h="12232" w="10888">
                  <a:moveTo>
                    <a:pt x="1614" y="0"/>
                  </a:moveTo>
                  <a:lnTo>
                    <a:pt x="1" y="2957"/>
                  </a:lnTo>
                  <a:lnTo>
                    <a:pt x="9275" y="12231"/>
                  </a:lnTo>
                  <a:lnTo>
                    <a:pt x="10888" y="9274"/>
                  </a:lnTo>
                  <a:lnTo>
                    <a:pt x="1614" y="0"/>
                  </a:lnTo>
                  <a:close/>
                </a:path>
              </a:pathLst>
            </a:custGeom>
            <a:solidFill>
              <a:srgbClr val="0ECCC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1139" name="Google Shape;1139;p9"/>
            <p:cNvSpPr/>
            <p:nvPr/>
          </p:nvSpPr>
          <p:spPr>
            <a:xfrm>
              <a:off x="2062700" y="3964650"/>
              <a:ext cx="433475" cy="319225"/>
            </a:xfrm>
            <a:custGeom>
              <a:rect b="b" l="l" r="r" t="t"/>
              <a:pathLst>
                <a:path extrusionOk="0" h="12769" w="17339">
                  <a:moveTo>
                    <a:pt x="0" y="0"/>
                  </a:moveTo>
                  <a:lnTo>
                    <a:pt x="12769" y="12769"/>
                  </a:lnTo>
                  <a:lnTo>
                    <a:pt x="17339" y="12769"/>
                  </a:lnTo>
                  <a:lnTo>
                    <a:pt x="4704" y="0"/>
                  </a:lnTo>
                  <a:close/>
                </a:path>
              </a:pathLst>
            </a:custGeom>
            <a:solidFill>
              <a:srgbClr val="10CAC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1140" name="Google Shape;1140;p9"/>
            <p:cNvSpPr/>
            <p:nvPr/>
          </p:nvSpPr>
          <p:spPr>
            <a:xfrm>
              <a:off x="500200" y="2328250"/>
              <a:ext cx="275575" cy="309150"/>
            </a:xfrm>
            <a:custGeom>
              <a:rect b="b" l="l" r="r" t="t"/>
              <a:pathLst>
                <a:path extrusionOk="0" h="12366" w="11023">
                  <a:moveTo>
                    <a:pt x="1748" y="1"/>
                  </a:moveTo>
                  <a:lnTo>
                    <a:pt x="1" y="2957"/>
                  </a:lnTo>
                  <a:lnTo>
                    <a:pt x="9275" y="12366"/>
                  </a:lnTo>
                  <a:lnTo>
                    <a:pt x="11022" y="9409"/>
                  </a:lnTo>
                  <a:lnTo>
                    <a:pt x="1748" y="1"/>
                  </a:lnTo>
                  <a:close/>
                </a:path>
              </a:pathLst>
            </a:custGeom>
            <a:solidFill>
              <a:srgbClr val="10CAC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1141" name="Google Shape;1141;p9"/>
            <p:cNvSpPr/>
            <p:nvPr/>
          </p:nvSpPr>
          <p:spPr>
            <a:xfrm>
              <a:off x="537175" y="2267775"/>
              <a:ext cx="275550" cy="305800"/>
            </a:xfrm>
            <a:custGeom>
              <a:rect b="b" l="l" r="r" t="t"/>
              <a:pathLst>
                <a:path extrusionOk="0" h="12232" w="11022">
                  <a:moveTo>
                    <a:pt x="1613" y="0"/>
                  </a:moveTo>
                  <a:lnTo>
                    <a:pt x="0" y="2957"/>
                  </a:lnTo>
                  <a:lnTo>
                    <a:pt x="9274" y="12231"/>
                  </a:lnTo>
                  <a:lnTo>
                    <a:pt x="11022" y="9274"/>
                  </a:lnTo>
                  <a:lnTo>
                    <a:pt x="1613" y="0"/>
                  </a:lnTo>
                  <a:close/>
                </a:path>
              </a:pathLst>
            </a:custGeom>
            <a:solidFill>
              <a:srgbClr val="11C8D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1142" name="Google Shape;1142;p9"/>
            <p:cNvSpPr/>
            <p:nvPr/>
          </p:nvSpPr>
          <p:spPr>
            <a:xfrm>
              <a:off x="2160150" y="3964650"/>
              <a:ext cx="433475" cy="319225"/>
            </a:xfrm>
            <a:custGeom>
              <a:rect b="b" l="l" r="r" t="t"/>
              <a:pathLst>
                <a:path extrusionOk="0" h="12769" w="17339">
                  <a:moveTo>
                    <a:pt x="0" y="0"/>
                  </a:moveTo>
                  <a:lnTo>
                    <a:pt x="12769" y="12769"/>
                  </a:lnTo>
                  <a:lnTo>
                    <a:pt x="17339" y="12769"/>
                  </a:lnTo>
                  <a:lnTo>
                    <a:pt x="4704" y="0"/>
                  </a:lnTo>
                  <a:close/>
                </a:path>
              </a:pathLst>
            </a:custGeom>
            <a:solidFill>
              <a:srgbClr val="11C8D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1143" name="Google Shape;1143;p9"/>
            <p:cNvSpPr/>
            <p:nvPr/>
          </p:nvSpPr>
          <p:spPr>
            <a:xfrm>
              <a:off x="570775" y="2207275"/>
              <a:ext cx="275550" cy="305800"/>
            </a:xfrm>
            <a:custGeom>
              <a:rect b="b" l="l" r="r" t="t"/>
              <a:pathLst>
                <a:path extrusionOk="0" h="12232" w="11022">
                  <a:moveTo>
                    <a:pt x="1748" y="1"/>
                  </a:moveTo>
                  <a:lnTo>
                    <a:pt x="0" y="2958"/>
                  </a:lnTo>
                  <a:lnTo>
                    <a:pt x="9409" y="12232"/>
                  </a:lnTo>
                  <a:lnTo>
                    <a:pt x="11022" y="9275"/>
                  </a:lnTo>
                  <a:lnTo>
                    <a:pt x="1748" y="1"/>
                  </a:lnTo>
                  <a:close/>
                </a:path>
              </a:pathLst>
            </a:custGeom>
            <a:solidFill>
              <a:srgbClr val="12C7D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1144" name="Google Shape;1144;p9"/>
            <p:cNvSpPr/>
            <p:nvPr/>
          </p:nvSpPr>
          <p:spPr>
            <a:xfrm>
              <a:off x="2257575" y="3964650"/>
              <a:ext cx="433500" cy="319225"/>
            </a:xfrm>
            <a:custGeom>
              <a:rect b="b" l="l" r="r" t="t"/>
              <a:pathLst>
                <a:path extrusionOk="0" h="12769" w="17340">
                  <a:moveTo>
                    <a:pt x="1" y="0"/>
                  </a:moveTo>
                  <a:lnTo>
                    <a:pt x="12770" y="12769"/>
                  </a:lnTo>
                  <a:lnTo>
                    <a:pt x="17339" y="12769"/>
                  </a:lnTo>
                  <a:lnTo>
                    <a:pt x="4705" y="0"/>
                  </a:lnTo>
                  <a:close/>
                </a:path>
              </a:pathLst>
            </a:custGeom>
            <a:solidFill>
              <a:srgbClr val="12C7D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1145" name="Google Shape;1145;p9"/>
            <p:cNvSpPr/>
            <p:nvPr/>
          </p:nvSpPr>
          <p:spPr>
            <a:xfrm>
              <a:off x="2355025" y="3964650"/>
              <a:ext cx="383100" cy="319225"/>
            </a:xfrm>
            <a:custGeom>
              <a:rect b="b" l="l" r="r" t="t"/>
              <a:pathLst>
                <a:path extrusionOk="0" h="12769" w="15324">
                  <a:moveTo>
                    <a:pt x="1" y="0"/>
                  </a:moveTo>
                  <a:lnTo>
                    <a:pt x="12769" y="12769"/>
                  </a:lnTo>
                  <a:lnTo>
                    <a:pt x="14248" y="12769"/>
                  </a:lnTo>
                  <a:lnTo>
                    <a:pt x="15323" y="10753"/>
                  </a:lnTo>
                  <a:lnTo>
                    <a:pt x="4570" y="0"/>
                  </a:lnTo>
                  <a:close/>
                </a:path>
              </a:pathLst>
            </a:custGeom>
            <a:solidFill>
              <a:srgbClr val="13C5D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1146" name="Google Shape;1146;p9"/>
            <p:cNvSpPr/>
            <p:nvPr/>
          </p:nvSpPr>
          <p:spPr>
            <a:xfrm>
              <a:off x="607725" y="2146800"/>
              <a:ext cx="275575" cy="305800"/>
            </a:xfrm>
            <a:custGeom>
              <a:rect b="b" l="l" r="r" t="t"/>
              <a:pathLst>
                <a:path extrusionOk="0" h="12232" w="11023">
                  <a:moveTo>
                    <a:pt x="1614" y="1"/>
                  </a:moveTo>
                  <a:lnTo>
                    <a:pt x="1" y="2823"/>
                  </a:lnTo>
                  <a:lnTo>
                    <a:pt x="9275" y="12232"/>
                  </a:lnTo>
                  <a:lnTo>
                    <a:pt x="11022" y="9275"/>
                  </a:lnTo>
                  <a:lnTo>
                    <a:pt x="1614" y="1"/>
                  </a:lnTo>
                  <a:close/>
                </a:path>
              </a:pathLst>
            </a:custGeom>
            <a:solidFill>
              <a:srgbClr val="13C5D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1147" name="Google Shape;1147;p9"/>
            <p:cNvSpPr/>
            <p:nvPr/>
          </p:nvSpPr>
          <p:spPr>
            <a:xfrm>
              <a:off x="2452475" y="3941125"/>
              <a:ext cx="322600" cy="305800"/>
            </a:xfrm>
            <a:custGeom>
              <a:rect b="b" l="l" r="r" t="t"/>
              <a:pathLst>
                <a:path extrusionOk="0" h="12232" w="12904">
                  <a:moveTo>
                    <a:pt x="3495" y="1"/>
                  </a:moveTo>
                  <a:lnTo>
                    <a:pt x="2957" y="941"/>
                  </a:lnTo>
                  <a:lnTo>
                    <a:pt x="0" y="941"/>
                  </a:lnTo>
                  <a:lnTo>
                    <a:pt x="11156" y="12232"/>
                  </a:lnTo>
                  <a:lnTo>
                    <a:pt x="12904" y="9275"/>
                  </a:lnTo>
                  <a:lnTo>
                    <a:pt x="3495" y="1"/>
                  </a:lnTo>
                  <a:close/>
                </a:path>
              </a:pathLst>
            </a:custGeom>
            <a:solidFill>
              <a:srgbClr val="14C3D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1148" name="Google Shape;1148;p9"/>
            <p:cNvSpPr/>
            <p:nvPr/>
          </p:nvSpPr>
          <p:spPr>
            <a:xfrm>
              <a:off x="641325" y="2082950"/>
              <a:ext cx="275575" cy="305800"/>
            </a:xfrm>
            <a:custGeom>
              <a:rect b="b" l="l" r="r" t="t"/>
              <a:pathLst>
                <a:path extrusionOk="0" h="12232" w="11023">
                  <a:moveTo>
                    <a:pt x="1748" y="1"/>
                  </a:moveTo>
                  <a:lnTo>
                    <a:pt x="1" y="2958"/>
                  </a:lnTo>
                  <a:lnTo>
                    <a:pt x="9409" y="12232"/>
                  </a:lnTo>
                  <a:lnTo>
                    <a:pt x="11022" y="9409"/>
                  </a:lnTo>
                  <a:lnTo>
                    <a:pt x="1748" y="1"/>
                  </a:lnTo>
                  <a:close/>
                </a:path>
              </a:pathLst>
            </a:custGeom>
            <a:solidFill>
              <a:srgbClr val="14C3D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1149" name="Google Shape;1149;p9"/>
            <p:cNvSpPr/>
            <p:nvPr/>
          </p:nvSpPr>
          <p:spPr>
            <a:xfrm>
              <a:off x="678300" y="2022475"/>
              <a:ext cx="275550" cy="305800"/>
            </a:xfrm>
            <a:custGeom>
              <a:rect b="b" l="l" r="r" t="t"/>
              <a:pathLst>
                <a:path extrusionOk="0" h="12232" w="11022">
                  <a:moveTo>
                    <a:pt x="1748" y="1"/>
                  </a:moveTo>
                  <a:lnTo>
                    <a:pt x="0" y="2957"/>
                  </a:lnTo>
                  <a:lnTo>
                    <a:pt x="9274" y="12232"/>
                  </a:lnTo>
                  <a:lnTo>
                    <a:pt x="11022" y="9275"/>
                  </a:lnTo>
                  <a:lnTo>
                    <a:pt x="1748" y="1"/>
                  </a:lnTo>
                  <a:close/>
                </a:path>
              </a:pathLst>
            </a:custGeom>
            <a:solidFill>
              <a:srgbClr val="15C1D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1150" name="Google Shape;1150;p9"/>
            <p:cNvSpPr/>
            <p:nvPr/>
          </p:nvSpPr>
          <p:spPr>
            <a:xfrm>
              <a:off x="2533125" y="3877275"/>
              <a:ext cx="275550" cy="309175"/>
            </a:xfrm>
            <a:custGeom>
              <a:rect b="b" l="l" r="r" t="t"/>
              <a:pathLst>
                <a:path extrusionOk="0" h="12367" w="11022">
                  <a:moveTo>
                    <a:pt x="1748" y="1"/>
                  </a:moveTo>
                  <a:lnTo>
                    <a:pt x="0" y="2958"/>
                  </a:lnTo>
                  <a:lnTo>
                    <a:pt x="9409" y="12366"/>
                  </a:lnTo>
                  <a:lnTo>
                    <a:pt x="11022" y="9409"/>
                  </a:lnTo>
                  <a:lnTo>
                    <a:pt x="1748" y="1"/>
                  </a:lnTo>
                  <a:close/>
                </a:path>
              </a:pathLst>
            </a:custGeom>
            <a:solidFill>
              <a:srgbClr val="15C1D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1151" name="Google Shape;1151;p9"/>
            <p:cNvSpPr/>
            <p:nvPr/>
          </p:nvSpPr>
          <p:spPr>
            <a:xfrm>
              <a:off x="2570075" y="3816800"/>
              <a:ext cx="275575" cy="305800"/>
            </a:xfrm>
            <a:custGeom>
              <a:rect b="b" l="l" r="r" t="t"/>
              <a:pathLst>
                <a:path extrusionOk="0" h="12232" w="11023">
                  <a:moveTo>
                    <a:pt x="1614" y="1"/>
                  </a:moveTo>
                  <a:lnTo>
                    <a:pt x="1" y="2957"/>
                  </a:lnTo>
                  <a:lnTo>
                    <a:pt x="9275" y="12232"/>
                  </a:lnTo>
                  <a:lnTo>
                    <a:pt x="11022" y="9275"/>
                  </a:lnTo>
                  <a:lnTo>
                    <a:pt x="1614" y="1"/>
                  </a:lnTo>
                  <a:close/>
                </a:path>
              </a:pathLst>
            </a:custGeom>
            <a:solidFill>
              <a:srgbClr val="16C0D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1152" name="Google Shape;1152;p9"/>
            <p:cNvSpPr/>
            <p:nvPr/>
          </p:nvSpPr>
          <p:spPr>
            <a:xfrm>
              <a:off x="711900" y="1962000"/>
              <a:ext cx="275550" cy="305800"/>
            </a:xfrm>
            <a:custGeom>
              <a:rect b="b" l="l" r="r" t="t"/>
              <a:pathLst>
                <a:path extrusionOk="0" h="12232" w="11022">
                  <a:moveTo>
                    <a:pt x="1748" y="0"/>
                  </a:moveTo>
                  <a:lnTo>
                    <a:pt x="0" y="2957"/>
                  </a:lnTo>
                  <a:lnTo>
                    <a:pt x="9409" y="12231"/>
                  </a:lnTo>
                  <a:lnTo>
                    <a:pt x="11022" y="9274"/>
                  </a:lnTo>
                  <a:lnTo>
                    <a:pt x="1748" y="0"/>
                  </a:lnTo>
                  <a:close/>
                </a:path>
              </a:pathLst>
            </a:custGeom>
            <a:solidFill>
              <a:srgbClr val="16C0D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1153" name="Google Shape;1153;p9"/>
            <p:cNvSpPr/>
            <p:nvPr/>
          </p:nvSpPr>
          <p:spPr>
            <a:xfrm>
              <a:off x="2603675" y="3756325"/>
              <a:ext cx="275575" cy="305800"/>
            </a:xfrm>
            <a:custGeom>
              <a:rect b="b" l="l" r="r" t="t"/>
              <a:pathLst>
                <a:path extrusionOk="0" h="12232" w="11023">
                  <a:moveTo>
                    <a:pt x="1748" y="0"/>
                  </a:moveTo>
                  <a:lnTo>
                    <a:pt x="1" y="2957"/>
                  </a:lnTo>
                  <a:lnTo>
                    <a:pt x="9409" y="12231"/>
                  </a:lnTo>
                  <a:lnTo>
                    <a:pt x="11022" y="9274"/>
                  </a:lnTo>
                  <a:lnTo>
                    <a:pt x="1748" y="0"/>
                  </a:lnTo>
                  <a:close/>
                </a:path>
              </a:pathLst>
            </a:custGeom>
            <a:solidFill>
              <a:srgbClr val="17BED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1154" name="Google Shape;1154;p9"/>
            <p:cNvSpPr/>
            <p:nvPr/>
          </p:nvSpPr>
          <p:spPr>
            <a:xfrm>
              <a:off x="748850" y="1898150"/>
              <a:ext cx="275575" cy="309150"/>
            </a:xfrm>
            <a:custGeom>
              <a:rect b="b" l="l" r="r" t="t"/>
              <a:pathLst>
                <a:path extrusionOk="0" h="12366" w="11023">
                  <a:moveTo>
                    <a:pt x="1748" y="0"/>
                  </a:moveTo>
                  <a:lnTo>
                    <a:pt x="1" y="2957"/>
                  </a:lnTo>
                  <a:lnTo>
                    <a:pt x="9275" y="12366"/>
                  </a:lnTo>
                  <a:lnTo>
                    <a:pt x="11022" y="9409"/>
                  </a:lnTo>
                  <a:lnTo>
                    <a:pt x="1748" y="0"/>
                  </a:lnTo>
                  <a:close/>
                </a:path>
              </a:pathLst>
            </a:custGeom>
            <a:solidFill>
              <a:srgbClr val="17BED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1155" name="Google Shape;1155;p9"/>
            <p:cNvSpPr/>
            <p:nvPr/>
          </p:nvSpPr>
          <p:spPr>
            <a:xfrm>
              <a:off x="2640650" y="3692475"/>
              <a:ext cx="275550" cy="309150"/>
            </a:xfrm>
            <a:custGeom>
              <a:rect b="b" l="l" r="r" t="t"/>
              <a:pathLst>
                <a:path extrusionOk="0" h="12366" w="11022">
                  <a:moveTo>
                    <a:pt x="1748" y="0"/>
                  </a:moveTo>
                  <a:lnTo>
                    <a:pt x="0" y="2957"/>
                  </a:lnTo>
                  <a:lnTo>
                    <a:pt x="9274" y="12366"/>
                  </a:lnTo>
                  <a:lnTo>
                    <a:pt x="11022" y="9409"/>
                  </a:lnTo>
                  <a:lnTo>
                    <a:pt x="1748" y="0"/>
                  </a:lnTo>
                  <a:close/>
                </a:path>
              </a:pathLst>
            </a:custGeom>
            <a:solidFill>
              <a:srgbClr val="18BCD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1156" name="Google Shape;1156;p9"/>
            <p:cNvSpPr/>
            <p:nvPr/>
          </p:nvSpPr>
          <p:spPr>
            <a:xfrm>
              <a:off x="785825" y="1837675"/>
              <a:ext cx="275550" cy="305800"/>
            </a:xfrm>
            <a:custGeom>
              <a:rect b="b" l="l" r="r" t="t"/>
              <a:pathLst>
                <a:path extrusionOk="0" h="12232" w="11022">
                  <a:moveTo>
                    <a:pt x="1613" y="0"/>
                  </a:moveTo>
                  <a:lnTo>
                    <a:pt x="0" y="2957"/>
                  </a:lnTo>
                  <a:lnTo>
                    <a:pt x="9275" y="12231"/>
                  </a:lnTo>
                  <a:lnTo>
                    <a:pt x="11022" y="9274"/>
                  </a:lnTo>
                  <a:lnTo>
                    <a:pt x="1613" y="0"/>
                  </a:lnTo>
                  <a:close/>
                </a:path>
              </a:pathLst>
            </a:custGeom>
            <a:solidFill>
              <a:srgbClr val="18BCD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1157" name="Google Shape;1157;p9"/>
            <p:cNvSpPr/>
            <p:nvPr/>
          </p:nvSpPr>
          <p:spPr>
            <a:xfrm>
              <a:off x="2677600" y="3632000"/>
              <a:ext cx="275575" cy="305800"/>
            </a:xfrm>
            <a:custGeom>
              <a:rect b="b" l="l" r="r" t="t"/>
              <a:pathLst>
                <a:path extrusionOk="0" h="12232" w="11023">
                  <a:moveTo>
                    <a:pt x="1614" y="0"/>
                  </a:moveTo>
                  <a:lnTo>
                    <a:pt x="1" y="2957"/>
                  </a:lnTo>
                  <a:lnTo>
                    <a:pt x="9275" y="12231"/>
                  </a:lnTo>
                  <a:lnTo>
                    <a:pt x="11022" y="9274"/>
                  </a:lnTo>
                  <a:lnTo>
                    <a:pt x="1614" y="0"/>
                  </a:lnTo>
                  <a:close/>
                </a:path>
              </a:pathLst>
            </a:custGeom>
            <a:solidFill>
              <a:srgbClr val="19BBD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1158" name="Google Shape;1158;p9"/>
            <p:cNvSpPr/>
            <p:nvPr/>
          </p:nvSpPr>
          <p:spPr>
            <a:xfrm>
              <a:off x="819425" y="1777175"/>
              <a:ext cx="275550" cy="305800"/>
            </a:xfrm>
            <a:custGeom>
              <a:rect b="b" l="l" r="r" t="t"/>
              <a:pathLst>
                <a:path extrusionOk="0" h="12232" w="11022">
                  <a:moveTo>
                    <a:pt x="1748" y="1"/>
                  </a:moveTo>
                  <a:lnTo>
                    <a:pt x="0" y="2958"/>
                  </a:lnTo>
                  <a:lnTo>
                    <a:pt x="9275" y="12232"/>
                  </a:lnTo>
                  <a:lnTo>
                    <a:pt x="11022" y="9275"/>
                  </a:lnTo>
                  <a:lnTo>
                    <a:pt x="1748" y="1"/>
                  </a:lnTo>
                  <a:close/>
                </a:path>
              </a:pathLst>
            </a:custGeom>
            <a:solidFill>
              <a:srgbClr val="19BBD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1159" name="Google Shape;1159;p9"/>
            <p:cNvSpPr/>
            <p:nvPr/>
          </p:nvSpPr>
          <p:spPr>
            <a:xfrm>
              <a:off x="2711200" y="3571500"/>
              <a:ext cx="275575" cy="305800"/>
            </a:xfrm>
            <a:custGeom>
              <a:rect b="b" l="l" r="r" t="t"/>
              <a:pathLst>
                <a:path extrusionOk="0" h="12232" w="11023">
                  <a:moveTo>
                    <a:pt x="1748" y="1"/>
                  </a:moveTo>
                  <a:lnTo>
                    <a:pt x="1" y="2958"/>
                  </a:lnTo>
                  <a:lnTo>
                    <a:pt x="9275" y="12232"/>
                  </a:lnTo>
                  <a:lnTo>
                    <a:pt x="11022" y="9275"/>
                  </a:lnTo>
                  <a:lnTo>
                    <a:pt x="1748" y="1"/>
                  </a:lnTo>
                  <a:close/>
                </a:path>
              </a:pathLst>
            </a:custGeom>
            <a:solidFill>
              <a:srgbClr val="1BB9D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1160" name="Google Shape;1160;p9"/>
            <p:cNvSpPr/>
            <p:nvPr/>
          </p:nvSpPr>
          <p:spPr>
            <a:xfrm>
              <a:off x="856375" y="1713350"/>
              <a:ext cx="275575" cy="309150"/>
            </a:xfrm>
            <a:custGeom>
              <a:rect b="b" l="l" r="r" t="t"/>
              <a:pathLst>
                <a:path extrusionOk="0" h="12366" w="11023">
                  <a:moveTo>
                    <a:pt x="1614" y="0"/>
                  </a:moveTo>
                  <a:lnTo>
                    <a:pt x="1" y="2957"/>
                  </a:lnTo>
                  <a:lnTo>
                    <a:pt x="9275" y="12366"/>
                  </a:lnTo>
                  <a:lnTo>
                    <a:pt x="11022" y="9409"/>
                  </a:lnTo>
                  <a:lnTo>
                    <a:pt x="1614" y="0"/>
                  </a:lnTo>
                  <a:close/>
                </a:path>
              </a:pathLst>
            </a:custGeom>
            <a:solidFill>
              <a:srgbClr val="1BB9D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1161" name="Google Shape;1161;p9"/>
            <p:cNvSpPr/>
            <p:nvPr/>
          </p:nvSpPr>
          <p:spPr>
            <a:xfrm>
              <a:off x="890000" y="1652850"/>
              <a:ext cx="275550" cy="305800"/>
            </a:xfrm>
            <a:custGeom>
              <a:rect b="b" l="l" r="r" t="t"/>
              <a:pathLst>
                <a:path extrusionOk="0" h="12232" w="11022">
                  <a:moveTo>
                    <a:pt x="1747" y="1"/>
                  </a:moveTo>
                  <a:lnTo>
                    <a:pt x="0" y="2958"/>
                  </a:lnTo>
                  <a:lnTo>
                    <a:pt x="9409" y="12232"/>
                  </a:lnTo>
                  <a:lnTo>
                    <a:pt x="11021" y="9275"/>
                  </a:lnTo>
                  <a:lnTo>
                    <a:pt x="1747" y="1"/>
                  </a:lnTo>
                  <a:close/>
                </a:path>
              </a:pathLst>
            </a:custGeom>
            <a:solidFill>
              <a:srgbClr val="1CB7D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1162" name="Google Shape;1162;p9"/>
            <p:cNvSpPr/>
            <p:nvPr/>
          </p:nvSpPr>
          <p:spPr>
            <a:xfrm>
              <a:off x="2748175" y="3511025"/>
              <a:ext cx="275550" cy="305800"/>
            </a:xfrm>
            <a:custGeom>
              <a:rect b="b" l="l" r="r" t="t"/>
              <a:pathLst>
                <a:path extrusionOk="0" h="12232" w="11022">
                  <a:moveTo>
                    <a:pt x="1613" y="1"/>
                  </a:moveTo>
                  <a:lnTo>
                    <a:pt x="0" y="2823"/>
                  </a:lnTo>
                  <a:lnTo>
                    <a:pt x="9274" y="12232"/>
                  </a:lnTo>
                  <a:lnTo>
                    <a:pt x="11022" y="9275"/>
                  </a:lnTo>
                  <a:lnTo>
                    <a:pt x="1613" y="1"/>
                  </a:lnTo>
                  <a:close/>
                </a:path>
              </a:pathLst>
            </a:custGeom>
            <a:solidFill>
              <a:srgbClr val="1CB7D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1163" name="Google Shape;1163;p9"/>
            <p:cNvSpPr/>
            <p:nvPr/>
          </p:nvSpPr>
          <p:spPr>
            <a:xfrm>
              <a:off x="2781775" y="3447175"/>
              <a:ext cx="275550" cy="305800"/>
            </a:xfrm>
            <a:custGeom>
              <a:rect b="b" l="l" r="r" t="t"/>
              <a:pathLst>
                <a:path extrusionOk="0" h="12232" w="11022">
                  <a:moveTo>
                    <a:pt x="1748" y="1"/>
                  </a:moveTo>
                  <a:lnTo>
                    <a:pt x="0" y="2958"/>
                  </a:lnTo>
                  <a:lnTo>
                    <a:pt x="9409" y="12232"/>
                  </a:lnTo>
                  <a:lnTo>
                    <a:pt x="11022" y="9409"/>
                  </a:lnTo>
                  <a:lnTo>
                    <a:pt x="1748" y="1"/>
                  </a:lnTo>
                  <a:close/>
                </a:path>
              </a:pathLst>
            </a:custGeom>
            <a:solidFill>
              <a:srgbClr val="1DB5D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1164" name="Google Shape;1164;p9"/>
            <p:cNvSpPr/>
            <p:nvPr/>
          </p:nvSpPr>
          <p:spPr>
            <a:xfrm>
              <a:off x="926950" y="1592375"/>
              <a:ext cx="275550" cy="305800"/>
            </a:xfrm>
            <a:custGeom>
              <a:rect b="b" l="l" r="r" t="t"/>
              <a:pathLst>
                <a:path extrusionOk="0" h="12232" w="11022">
                  <a:moveTo>
                    <a:pt x="1613" y="1"/>
                  </a:moveTo>
                  <a:lnTo>
                    <a:pt x="1" y="2957"/>
                  </a:lnTo>
                  <a:lnTo>
                    <a:pt x="9275" y="12231"/>
                  </a:lnTo>
                  <a:lnTo>
                    <a:pt x="11022" y="9275"/>
                  </a:lnTo>
                  <a:lnTo>
                    <a:pt x="1613" y="1"/>
                  </a:lnTo>
                  <a:close/>
                </a:path>
              </a:pathLst>
            </a:custGeom>
            <a:solidFill>
              <a:srgbClr val="1DB5D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1165" name="Google Shape;1165;p9"/>
            <p:cNvSpPr/>
            <p:nvPr/>
          </p:nvSpPr>
          <p:spPr>
            <a:xfrm>
              <a:off x="960550" y="1531900"/>
              <a:ext cx="275550" cy="305800"/>
            </a:xfrm>
            <a:custGeom>
              <a:rect b="b" l="l" r="r" t="t"/>
              <a:pathLst>
                <a:path extrusionOk="0" h="12232" w="11022">
                  <a:moveTo>
                    <a:pt x="1748" y="0"/>
                  </a:moveTo>
                  <a:lnTo>
                    <a:pt x="1" y="2823"/>
                  </a:lnTo>
                  <a:lnTo>
                    <a:pt x="9409" y="12231"/>
                  </a:lnTo>
                  <a:lnTo>
                    <a:pt x="11022" y="9274"/>
                  </a:lnTo>
                  <a:lnTo>
                    <a:pt x="1748" y="0"/>
                  </a:lnTo>
                  <a:close/>
                </a:path>
              </a:pathLst>
            </a:custGeom>
            <a:solidFill>
              <a:srgbClr val="1EB4D7"/>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1166" name="Google Shape;1166;p9"/>
            <p:cNvSpPr/>
            <p:nvPr/>
          </p:nvSpPr>
          <p:spPr>
            <a:xfrm>
              <a:off x="2818725" y="3386700"/>
              <a:ext cx="275575" cy="305800"/>
            </a:xfrm>
            <a:custGeom>
              <a:rect b="b" l="l" r="r" t="t"/>
              <a:pathLst>
                <a:path extrusionOk="0" h="12232" w="11023">
                  <a:moveTo>
                    <a:pt x="1614" y="1"/>
                  </a:moveTo>
                  <a:lnTo>
                    <a:pt x="1" y="2957"/>
                  </a:lnTo>
                  <a:lnTo>
                    <a:pt x="9275" y="12231"/>
                  </a:lnTo>
                  <a:lnTo>
                    <a:pt x="11022" y="9275"/>
                  </a:lnTo>
                  <a:lnTo>
                    <a:pt x="1614" y="1"/>
                  </a:lnTo>
                  <a:close/>
                </a:path>
              </a:pathLst>
            </a:custGeom>
            <a:solidFill>
              <a:srgbClr val="1EB4D7"/>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1167" name="Google Shape;1167;p9"/>
            <p:cNvSpPr/>
            <p:nvPr/>
          </p:nvSpPr>
          <p:spPr>
            <a:xfrm>
              <a:off x="997525" y="1468050"/>
              <a:ext cx="322600" cy="305800"/>
            </a:xfrm>
            <a:custGeom>
              <a:rect b="b" l="l" r="r" t="t"/>
              <a:pathLst>
                <a:path extrusionOk="0" h="12232" w="12904">
                  <a:moveTo>
                    <a:pt x="1747" y="0"/>
                  </a:moveTo>
                  <a:lnTo>
                    <a:pt x="0" y="2957"/>
                  </a:lnTo>
                  <a:lnTo>
                    <a:pt x="9274" y="12231"/>
                  </a:lnTo>
                  <a:lnTo>
                    <a:pt x="9946" y="11291"/>
                  </a:lnTo>
                  <a:lnTo>
                    <a:pt x="12903" y="11291"/>
                  </a:lnTo>
                  <a:lnTo>
                    <a:pt x="1747" y="0"/>
                  </a:lnTo>
                  <a:close/>
                </a:path>
              </a:pathLst>
            </a:custGeom>
            <a:solidFill>
              <a:srgbClr val="1FB2D7"/>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1168" name="Google Shape;1168;p9"/>
            <p:cNvSpPr/>
            <p:nvPr/>
          </p:nvSpPr>
          <p:spPr>
            <a:xfrm>
              <a:off x="2852325" y="3326225"/>
              <a:ext cx="275575" cy="305800"/>
            </a:xfrm>
            <a:custGeom>
              <a:rect b="b" l="l" r="r" t="t"/>
              <a:pathLst>
                <a:path extrusionOk="0" h="12232" w="11023">
                  <a:moveTo>
                    <a:pt x="1748" y="0"/>
                  </a:moveTo>
                  <a:lnTo>
                    <a:pt x="1" y="2957"/>
                  </a:lnTo>
                  <a:lnTo>
                    <a:pt x="9409" y="12231"/>
                  </a:lnTo>
                  <a:lnTo>
                    <a:pt x="11022" y="9274"/>
                  </a:lnTo>
                  <a:lnTo>
                    <a:pt x="1748" y="0"/>
                  </a:lnTo>
                  <a:close/>
                </a:path>
              </a:pathLst>
            </a:custGeom>
            <a:solidFill>
              <a:srgbClr val="1FB2D7"/>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1169" name="Google Shape;1169;p9"/>
            <p:cNvSpPr/>
            <p:nvPr/>
          </p:nvSpPr>
          <p:spPr>
            <a:xfrm>
              <a:off x="1034475" y="1431100"/>
              <a:ext cx="383075" cy="319225"/>
            </a:xfrm>
            <a:custGeom>
              <a:rect b="b" l="l" r="r" t="t"/>
              <a:pathLst>
                <a:path extrusionOk="0" h="12769" w="15323">
                  <a:moveTo>
                    <a:pt x="1076" y="0"/>
                  </a:moveTo>
                  <a:lnTo>
                    <a:pt x="1" y="2016"/>
                  </a:lnTo>
                  <a:lnTo>
                    <a:pt x="10619" y="12769"/>
                  </a:lnTo>
                  <a:lnTo>
                    <a:pt x="15323" y="12769"/>
                  </a:lnTo>
                  <a:lnTo>
                    <a:pt x="2554" y="0"/>
                  </a:lnTo>
                  <a:close/>
                </a:path>
              </a:pathLst>
            </a:custGeom>
            <a:solidFill>
              <a:srgbClr val="20B0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1170" name="Google Shape;1170;p9"/>
            <p:cNvSpPr/>
            <p:nvPr/>
          </p:nvSpPr>
          <p:spPr>
            <a:xfrm>
              <a:off x="2889300" y="3262375"/>
              <a:ext cx="275550" cy="309150"/>
            </a:xfrm>
            <a:custGeom>
              <a:rect b="b" l="l" r="r" t="t"/>
              <a:pathLst>
                <a:path extrusionOk="0" h="12366" w="11022">
                  <a:moveTo>
                    <a:pt x="1748" y="0"/>
                  </a:moveTo>
                  <a:lnTo>
                    <a:pt x="0" y="2957"/>
                  </a:lnTo>
                  <a:lnTo>
                    <a:pt x="9274" y="12366"/>
                  </a:lnTo>
                  <a:lnTo>
                    <a:pt x="11022" y="9409"/>
                  </a:lnTo>
                  <a:lnTo>
                    <a:pt x="1748" y="0"/>
                  </a:lnTo>
                  <a:close/>
                </a:path>
              </a:pathLst>
            </a:custGeom>
            <a:solidFill>
              <a:srgbClr val="20B0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1171" name="Google Shape;1171;p9"/>
            <p:cNvSpPr/>
            <p:nvPr/>
          </p:nvSpPr>
          <p:spPr>
            <a:xfrm>
              <a:off x="1078150" y="1431100"/>
              <a:ext cx="436850" cy="319225"/>
            </a:xfrm>
            <a:custGeom>
              <a:rect b="b" l="l" r="r" t="t"/>
              <a:pathLst>
                <a:path extrusionOk="0" h="12769" w="17474">
                  <a:moveTo>
                    <a:pt x="1" y="0"/>
                  </a:moveTo>
                  <a:lnTo>
                    <a:pt x="12770" y="12769"/>
                  </a:lnTo>
                  <a:lnTo>
                    <a:pt x="17474" y="12769"/>
                  </a:lnTo>
                  <a:lnTo>
                    <a:pt x="4705" y="0"/>
                  </a:lnTo>
                  <a:close/>
                </a:path>
              </a:pathLst>
            </a:custGeom>
            <a:solidFill>
              <a:srgbClr val="21AED9"/>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1172" name="Google Shape;1172;p9"/>
            <p:cNvSpPr/>
            <p:nvPr/>
          </p:nvSpPr>
          <p:spPr>
            <a:xfrm>
              <a:off x="2926250" y="3201900"/>
              <a:ext cx="272200" cy="305800"/>
            </a:xfrm>
            <a:custGeom>
              <a:rect b="b" l="l" r="r" t="t"/>
              <a:pathLst>
                <a:path extrusionOk="0" h="12232" w="10888">
                  <a:moveTo>
                    <a:pt x="1614" y="0"/>
                  </a:moveTo>
                  <a:lnTo>
                    <a:pt x="1" y="2957"/>
                  </a:lnTo>
                  <a:lnTo>
                    <a:pt x="9275" y="12231"/>
                  </a:lnTo>
                  <a:lnTo>
                    <a:pt x="10888" y="9274"/>
                  </a:lnTo>
                  <a:lnTo>
                    <a:pt x="1614" y="0"/>
                  </a:lnTo>
                  <a:close/>
                </a:path>
              </a:pathLst>
            </a:custGeom>
            <a:solidFill>
              <a:srgbClr val="21AED9"/>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1173" name="Google Shape;1173;p9"/>
            <p:cNvSpPr/>
            <p:nvPr/>
          </p:nvSpPr>
          <p:spPr>
            <a:xfrm>
              <a:off x="1175600" y="1431100"/>
              <a:ext cx="436850" cy="319225"/>
            </a:xfrm>
            <a:custGeom>
              <a:rect b="b" l="l" r="r" t="t"/>
              <a:pathLst>
                <a:path extrusionOk="0" h="12769" w="17474">
                  <a:moveTo>
                    <a:pt x="1" y="0"/>
                  </a:moveTo>
                  <a:lnTo>
                    <a:pt x="12769" y="12769"/>
                  </a:lnTo>
                  <a:lnTo>
                    <a:pt x="17474" y="12769"/>
                  </a:lnTo>
                  <a:lnTo>
                    <a:pt x="4705" y="0"/>
                  </a:lnTo>
                  <a:close/>
                </a:path>
              </a:pathLst>
            </a:custGeom>
            <a:solidFill>
              <a:srgbClr val="22ADD9"/>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1174" name="Google Shape;1174;p9"/>
            <p:cNvSpPr/>
            <p:nvPr/>
          </p:nvSpPr>
          <p:spPr>
            <a:xfrm>
              <a:off x="2959850" y="3141400"/>
              <a:ext cx="275575" cy="305800"/>
            </a:xfrm>
            <a:custGeom>
              <a:rect b="b" l="l" r="r" t="t"/>
              <a:pathLst>
                <a:path extrusionOk="0" h="12232" w="11023">
                  <a:moveTo>
                    <a:pt x="1748" y="1"/>
                  </a:moveTo>
                  <a:lnTo>
                    <a:pt x="1" y="2958"/>
                  </a:lnTo>
                  <a:lnTo>
                    <a:pt x="9275" y="12232"/>
                  </a:lnTo>
                  <a:lnTo>
                    <a:pt x="11022" y="9275"/>
                  </a:lnTo>
                  <a:lnTo>
                    <a:pt x="1748" y="1"/>
                  </a:lnTo>
                  <a:close/>
                </a:path>
              </a:pathLst>
            </a:custGeom>
            <a:solidFill>
              <a:srgbClr val="22ADD9"/>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1175" name="Google Shape;1175;p9"/>
            <p:cNvSpPr/>
            <p:nvPr/>
          </p:nvSpPr>
          <p:spPr>
            <a:xfrm>
              <a:off x="2996825" y="3077575"/>
              <a:ext cx="275550" cy="309150"/>
            </a:xfrm>
            <a:custGeom>
              <a:rect b="b" l="l" r="r" t="t"/>
              <a:pathLst>
                <a:path extrusionOk="0" h="12366" w="11022">
                  <a:moveTo>
                    <a:pt x="1613" y="0"/>
                  </a:moveTo>
                  <a:lnTo>
                    <a:pt x="0" y="2957"/>
                  </a:lnTo>
                  <a:lnTo>
                    <a:pt x="9275" y="12366"/>
                  </a:lnTo>
                  <a:lnTo>
                    <a:pt x="11022" y="9409"/>
                  </a:lnTo>
                  <a:lnTo>
                    <a:pt x="1613" y="0"/>
                  </a:lnTo>
                  <a:close/>
                </a:path>
              </a:pathLst>
            </a:custGeom>
            <a:solidFill>
              <a:srgbClr val="23ABDA"/>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1176" name="Google Shape;1176;p9"/>
            <p:cNvSpPr/>
            <p:nvPr/>
          </p:nvSpPr>
          <p:spPr>
            <a:xfrm>
              <a:off x="1273050" y="1431100"/>
              <a:ext cx="433500" cy="319225"/>
            </a:xfrm>
            <a:custGeom>
              <a:rect b="b" l="l" r="r" t="t"/>
              <a:pathLst>
                <a:path extrusionOk="0" h="12769" w="17340">
                  <a:moveTo>
                    <a:pt x="0" y="0"/>
                  </a:moveTo>
                  <a:lnTo>
                    <a:pt x="12769" y="12769"/>
                  </a:lnTo>
                  <a:lnTo>
                    <a:pt x="17339" y="12769"/>
                  </a:lnTo>
                  <a:lnTo>
                    <a:pt x="4705" y="0"/>
                  </a:lnTo>
                  <a:close/>
                </a:path>
              </a:pathLst>
            </a:custGeom>
            <a:solidFill>
              <a:srgbClr val="23ABDA"/>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1177" name="Google Shape;1177;p9"/>
            <p:cNvSpPr/>
            <p:nvPr/>
          </p:nvSpPr>
          <p:spPr>
            <a:xfrm>
              <a:off x="1370500" y="1431100"/>
              <a:ext cx="433475" cy="319225"/>
            </a:xfrm>
            <a:custGeom>
              <a:rect b="b" l="l" r="r" t="t"/>
              <a:pathLst>
                <a:path extrusionOk="0" h="12769" w="17339">
                  <a:moveTo>
                    <a:pt x="0" y="0"/>
                  </a:moveTo>
                  <a:lnTo>
                    <a:pt x="12769" y="12769"/>
                  </a:lnTo>
                  <a:lnTo>
                    <a:pt x="17339" y="12769"/>
                  </a:lnTo>
                  <a:lnTo>
                    <a:pt x="4705" y="0"/>
                  </a:lnTo>
                  <a:close/>
                </a:path>
              </a:pathLst>
            </a:custGeom>
            <a:solidFill>
              <a:srgbClr val="25A9DA"/>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1178" name="Google Shape;1178;p9"/>
            <p:cNvSpPr/>
            <p:nvPr/>
          </p:nvSpPr>
          <p:spPr>
            <a:xfrm>
              <a:off x="3030425" y="3017075"/>
              <a:ext cx="275550" cy="305800"/>
            </a:xfrm>
            <a:custGeom>
              <a:rect b="b" l="l" r="r" t="t"/>
              <a:pathLst>
                <a:path extrusionOk="0" h="12232" w="11022">
                  <a:moveTo>
                    <a:pt x="1748" y="1"/>
                  </a:moveTo>
                  <a:lnTo>
                    <a:pt x="1" y="2958"/>
                  </a:lnTo>
                  <a:lnTo>
                    <a:pt x="9409" y="12232"/>
                  </a:lnTo>
                  <a:lnTo>
                    <a:pt x="11022" y="9275"/>
                  </a:lnTo>
                  <a:lnTo>
                    <a:pt x="1748" y="1"/>
                  </a:lnTo>
                  <a:close/>
                </a:path>
              </a:pathLst>
            </a:custGeom>
            <a:solidFill>
              <a:srgbClr val="25A9DA"/>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1179" name="Google Shape;1179;p9"/>
            <p:cNvSpPr/>
            <p:nvPr/>
          </p:nvSpPr>
          <p:spPr>
            <a:xfrm>
              <a:off x="1467950" y="1431100"/>
              <a:ext cx="433475" cy="319225"/>
            </a:xfrm>
            <a:custGeom>
              <a:rect b="b" l="l" r="r" t="t"/>
              <a:pathLst>
                <a:path extrusionOk="0" h="12769" w="17339">
                  <a:moveTo>
                    <a:pt x="0" y="0"/>
                  </a:moveTo>
                  <a:lnTo>
                    <a:pt x="12769" y="12769"/>
                  </a:lnTo>
                  <a:lnTo>
                    <a:pt x="17339" y="12769"/>
                  </a:lnTo>
                  <a:lnTo>
                    <a:pt x="4570" y="0"/>
                  </a:lnTo>
                  <a:close/>
                </a:path>
              </a:pathLst>
            </a:custGeom>
            <a:solidFill>
              <a:srgbClr val="26A8D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1180" name="Google Shape;1180;p9"/>
            <p:cNvSpPr/>
            <p:nvPr/>
          </p:nvSpPr>
          <p:spPr>
            <a:xfrm>
              <a:off x="3067375" y="2956600"/>
              <a:ext cx="275575" cy="305800"/>
            </a:xfrm>
            <a:custGeom>
              <a:rect b="b" l="l" r="r" t="t"/>
              <a:pathLst>
                <a:path extrusionOk="0" h="12232" w="11023">
                  <a:moveTo>
                    <a:pt x="1614" y="0"/>
                  </a:moveTo>
                  <a:lnTo>
                    <a:pt x="1" y="2957"/>
                  </a:lnTo>
                  <a:lnTo>
                    <a:pt x="9275" y="12231"/>
                  </a:lnTo>
                  <a:lnTo>
                    <a:pt x="11022" y="9275"/>
                  </a:lnTo>
                  <a:lnTo>
                    <a:pt x="1614" y="0"/>
                  </a:lnTo>
                  <a:close/>
                </a:path>
              </a:pathLst>
            </a:custGeom>
            <a:solidFill>
              <a:srgbClr val="26A8D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1181" name="Google Shape;1181;p9"/>
            <p:cNvSpPr/>
            <p:nvPr/>
          </p:nvSpPr>
          <p:spPr>
            <a:xfrm>
              <a:off x="1565375" y="1431100"/>
              <a:ext cx="433500" cy="319225"/>
            </a:xfrm>
            <a:custGeom>
              <a:rect b="b" l="l" r="r" t="t"/>
              <a:pathLst>
                <a:path extrusionOk="0" h="12769" w="17340">
                  <a:moveTo>
                    <a:pt x="1" y="0"/>
                  </a:moveTo>
                  <a:lnTo>
                    <a:pt x="12635" y="12769"/>
                  </a:lnTo>
                  <a:lnTo>
                    <a:pt x="17339" y="12769"/>
                  </a:lnTo>
                  <a:lnTo>
                    <a:pt x="4571" y="0"/>
                  </a:lnTo>
                  <a:close/>
                </a:path>
              </a:pathLst>
            </a:custGeom>
            <a:solidFill>
              <a:srgbClr val="27A6D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1182" name="Google Shape;1182;p9"/>
            <p:cNvSpPr/>
            <p:nvPr/>
          </p:nvSpPr>
          <p:spPr>
            <a:xfrm>
              <a:off x="3101000" y="2896125"/>
              <a:ext cx="275550" cy="305800"/>
            </a:xfrm>
            <a:custGeom>
              <a:rect b="b" l="l" r="r" t="t"/>
              <a:pathLst>
                <a:path extrusionOk="0" h="12232" w="11022">
                  <a:moveTo>
                    <a:pt x="1747" y="0"/>
                  </a:moveTo>
                  <a:lnTo>
                    <a:pt x="0" y="2823"/>
                  </a:lnTo>
                  <a:lnTo>
                    <a:pt x="9409" y="12231"/>
                  </a:lnTo>
                  <a:lnTo>
                    <a:pt x="11021" y="9274"/>
                  </a:lnTo>
                  <a:lnTo>
                    <a:pt x="1747" y="0"/>
                  </a:lnTo>
                  <a:close/>
                </a:path>
              </a:pathLst>
            </a:custGeom>
            <a:solidFill>
              <a:srgbClr val="27A6D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1183" name="Google Shape;1183;p9"/>
            <p:cNvSpPr/>
            <p:nvPr/>
          </p:nvSpPr>
          <p:spPr>
            <a:xfrm>
              <a:off x="3137950" y="2802025"/>
              <a:ext cx="275550" cy="336050"/>
            </a:xfrm>
            <a:custGeom>
              <a:rect b="b" l="l" r="r" t="t"/>
              <a:pathLst>
                <a:path extrusionOk="0" h="13442" w="11022">
                  <a:moveTo>
                    <a:pt x="404" y="1"/>
                  </a:moveTo>
                  <a:lnTo>
                    <a:pt x="1" y="404"/>
                  </a:lnTo>
                  <a:lnTo>
                    <a:pt x="1076" y="2286"/>
                  </a:lnTo>
                  <a:lnTo>
                    <a:pt x="1" y="4167"/>
                  </a:lnTo>
                  <a:lnTo>
                    <a:pt x="9275" y="13441"/>
                  </a:lnTo>
                  <a:lnTo>
                    <a:pt x="11022" y="10619"/>
                  </a:lnTo>
                  <a:lnTo>
                    <a:pt x="404" y="1"/>
                  </a:lnTo>
                  <a:close/>
                </a:path>
              </a:pathLst>
            </a:custGeom>
            <a:solidFill>
              <a:srgbClr val="28A4D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1184" name="Google Shape;1184;p9"/>
            <p:cNvSpPr/>
            <p:nvPr/>
          </p:nvSpPr>
          <p:spPr>
            <a:xfrm>
              <a:off x="1662825" y="1431100"/>
              <a:ext cx="433500" cy="319225"/>
            </a:xfrm>
            <a:custGeom>
              <a:rect b="b" l="l" r="r" t="t"/>
              <a:pathLst>
                <a:path extrusionOk="0" h="12769" w="17340">
                  <a:moveTo>
                    <a:pt x="1" y="0"/>
                  </a:moveTo>
                  <a:lnTo>
                    <a:pt x="12635" y="12769"/>
                  </a:lnTo>
                  <a:lnTo>
                    <a:pt x="17339" y="12769"/>
                  </a:lnTo>
                  <a:lnTo>
                    <a:pt x="4571" y="0"/>
                  </a:lnTo>
                  <a:close/>
                </a:path>
              </a:pathLst>
            </a:custGeom>
            <a:solidFill>
              <a:srgbClr val="28A4D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1185" name="Google Shape;1185;p9"/>
            <p:cNvSpPr/>
            <p:nvPr/>
          </p:nvSpPr>
          <p:spPr>
            <a:xfrm>
              <a:off x="3006900" y="2573550"/>
              <a:ext cx="440200" cy="504050"/>
            </a:xfrm>
            <a:custGeom>
              <a:rect b="b" l="l" r="r" t="t"/>
              <a:pathLst>
                <a:path extrusionOk="0" h="20162" w="17608">
                  <a:moveTo>
                    <a:pt x="404" y="0"/>
                  </a:moveTo>
                  <a:lnTo>
                    <a:pt x="1" y="269"/>
                  </a:lnTo>
                  <a:lnTo>
                    <a:pt x="5243" y="9543"/>
                  </a:lnTo>
                  <a:lnTo>
                    <a:pt x="15995" y="20161"/>
                  </a:lnTo>
                  <a:lnTo>
                    <a:pt x="17608" y="17204"/>
                  </a:lnTo>
                  <a:lnTo>
                    <a:pt x="404" y="0"/>
                  </a:lnTo>
                  <a:close/>
                </a:path>
              </a:pathLst>
            </a:custGeom>
            <a:solidFill>
              <a:srgbClr val="29A2D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1186" name="Google Shape;1186;p9"/>
            <p:cNvSpPr/>
            <p:nvPr/>
          </p:nvSpPr>
          <p:spPr>
            <a:xfrm>
              <a:off x="1760275" y="1431100"/>
              <a:ext cx="433500" cy="319225"/>
            </a:xfrm>
            <a:custGeom>
              <a:rect b="b" l="l" r="r" t="t"/>
              <a:pathLst>
                <a:path extrusionOk="0" h="12769" w="17340">
                  <a:moveTo>
                    <a:pt x="1" y="0"/>
                  </a:moveTo>
                  <a:lnTo>
                    <a:pt x="12635" y="12769"/>
                  </a:lnTo>
                  <a:lnTo>
                    <a:pt x="17339" y="12769"/>
                  </a:lnTo>
                  <a:lnTo>
                    <a:pt x="4570" y="0"/>
                  </a:lnTo>
                  <a:close/>
                </a:path>
              </a:pathLst>
            </a:custGeom>
            <a:solidFill>
              <a:srgbClr val="29A2D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1187" name="Google Shape;1187;p9"/>
            <p:cNvSpPr/>
            <p:nvPr/>
          </p:nvSpPr>
          <p:spPr>
            <a:xfrm>
              <a:off x="1854350" y="1431100"/>
              <a:ext cx="436850" cy="319225"/>
            </a:xfrm>
            <a:custGeom>
              <a:rect b="b" l="l" r="r" t="t"/>
              <a:pathLst>
                <a:path extrusionOk="0" h="12769" w="17474">
                  <a:moveTo>
                    <a:pt x="1" y="0"/>
                  </a:moveTo>
                  <a:lnTo>
                    <a:pt x="12770" y="12769"/>
                  </a:lnTo>
                  <a:lnTo>
                    <a:pt x="17474" y="12769"/>
                  </a:lnTo>
                  <a:lnTo>
                    <a:pt x="4705" y="0"/>
                  </a:lnTo>
                  <a:close/>
                </a:path>
              </a:pathLst>
            </a:custGeom>
            <a:solidFill>
              <a:srgbClr val="2AA1D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1188" name="Google Shape;1188;p9"/>
            <p:cNvSpPr/>
            <p:nvPr/>
          </p:nvSpPr>
          <p:spPr>
            <a:xfrm>
              <a:off x="2872500" y="2345050"/>
              <a:ext cx="611575" cy="672050"/>
            </a:xfrm>
            <a:custGeom>
              <a:rect b="b" l="l" r="r" t="t"/>
              <a:pathLst>
                <a:path extrusionOk="0" h="26882" w="24463">
                  <a:moveTo>
                    <a:pt x="538" y="1"/>
                  </a:moveTo>
                  <a:lnTo>
                    <a:pt x="0" y="269"/>
                  </a:lnTo>
                  <a:lnTo>
                    <a:pt x="5377" y="9409"/>
                  </a:lnTo>
                  <a:lnTo>
                    <a:pt x="22715" y="26882"/>
                  </a:lnTo>
                  <a:lnTo>
                    <a:pt x="24462" y="23925"/>
                  </a:lnTo>
                  <a:lnTo>
                    <a:pt x="538" y="1"/>
                  </a:lnTo>
                  <a:close/>
                </a:path>
              </a:pathLst>
            </a:custGeom>
            <a:solidFill>
              <a:srgbClr val="2AA1D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1189" name="Google Shape;1189;p9"/>
            <p:cNvSpPr/>
            <p:nvPr/>
          </p:nvSpPr>
          <p:spPr>
            <a:xfrm>
              <a:off x="2741450" y="2113200"/>
              <a:ext cx="779575" cy="843425"/>
            </a:xfrm>
            <a:custGeom>
              <a:rect b="b" l="l" r="r" t="t"/>
              <a:pathLst>
                <a:path extrusionOk="0" h="33737" w="31183">
                  <a:moveTo>
                    <a:pt x="404" y="0"/>
                  </a:moveTo>
                  <a:lnTo>
                    <a:pt x="0" y="404"/>
                  </a:lnTo>
                  <a:lnTo>
                    <a:pt x="5242" y="9543"/>
                  </a:lnTo>
                  <a:lnTo>
                    <a:pt x="29436" y="33736"/>
                  </a:lnTo>
                  <a:lnTo>
                    <a:pt x="31183" y="30780"/>
                  </a:lnTo>
                  <a:lnTo>
                    <a:pt x="404" y="0"/>
                  </a:lnTo>
                  <a:close/>
                </a:path>
              </a:pathLst>
            </a:custGeom>
            <a:solidFill>
              <a:srgbClr val="2B9FDE"/>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1190" name="Google Shape;1190;p9"/>
            <p:cNvSpPr/>
            <p:nvPr/>
          </p:nvSpPr>
          <p:spPr>
            <a:xfrm>
              <a:off x="1951800" y="1431100"/>
              <a:ext cx="433500" cy="319225"/>
            </a:xfrm>
            <a:custGeom>
              <a:rect b="b" l="l" r="r" t="t"/>
              <a:pathLst>
                <a:path extrusionOk="0" h="12769" w="17340">
                  <a:moveTo>
                    <a:pt x="1" y="0"/>
                  </a:moveTo>
                  <a:lnTo>
                    <a:pt x="12769" y="12769"/>
                  </a:lnTo>
                  <a:lnTo>
                    <a:pt x="17339" y="12769"/>
                  </a:lnTo>
                  <a:lnTo>
                    <a:pt x="4705" y="0"/>
                  </a:lnTo>
                  <a:close/>
                </a:path>
              </a:pathLst>
            </a:custGeom>
            <a:solidFill>
              <a:srgbClr val="2B9FDE"/>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1191" name="Google Shape;1191;p9"/>
            <p:cNvSpPr/>
            <p:nvPr/>
          </p:nvSpPr>
          <p:spPr>
            <a:xfrm>
              <a:off x="2049250" y="1431100"/>
              <a:ext cx="433500" cy="319225"/>
            </a:xfrm>
            <a:custGeom>
              <a:rect b="b" l="l" r="r" t="t"/>
              <a:pathLst>
                <a:path extrusionOk="0" h="12769" w="17340">
                  <a:moveTo>
                    <a:pt x="1" y="0"/>
                  </a:moveTo>
                  <a:lnTo>
                    <a:pt x="12769" y="12769"/>
                  </a:lnTo>
                  <a:lnTo>
                    <a:pt x="17339" y="12769"/>
                  </a:lnTo>
                  <a:lnTo>
                    <a:pt x="4705" y="0"/>
                  </a:lnTo>
                  <a:close/>
                </a:path>
              </a:pathLst>
            </a:custGeom>
            <a:solidFill>
              <a:srgbClr val="2C9DDE"/>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1192" name="Google Shape;1192;p9"/>
            <p:cNvSpPr/>
            <p:nvPr/>
          </p:nvSpPr>
          <p:spPr>
            <a:xfrm>
              <a:off x="2610400" y="1884700"/>
              <a:ext cx="924075" cy="1008075"/>
            </a:xfrm>
            <a:custGeom>
              <a:rect b="b" l="l" r="r" t="t"/>
              <a:pathLst>
                <a:path extrusionOk="0" h="40323" w="36963">
                  <a:moveTo>
                    <a:pt x="404" y="1"/>
                  </a:moveTo>
                  <a:lnTo>
                    <a:pt x="1" y="270"/>
                  </a:lnTo>
                  <a:lnTo>
                    <a:pt x="5242" y="9544"/>
                  </a:lnTo>
                  <a:lnTo>
                    <a:pt x="36022" y="40323"/>
                  </a:lnTo>
                  <a:lnTo>
                    <a:pt x="36963" y="38979"/>
                  </a:lnTo>
                  <a:lnTo>
                    <a:pt x="33737" y="33334"/>
                  </a:lnTo>
                  <a:lnTo>
                    <a:pt x="404" y="1"/>
                  </a:lnTo>
                  <a:close/>
                </a:path>
              </a:pathLst>
            </a:custGeom>
            <a:solidFill>
              <a:srgbClr val="2C9DDE"/>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1193" name="Google Shape;1193;p9"/>
            <p:cNvSpPr/>
            <p:nvPr/>
          </p:nvSpPr>
          <p:spPr>
            <a:xfrm>
              <a:off x="2146700" y="1431100"/>
              <a:ext cx="1307125" cy="1297025"/>
            </a:xfrm>
            <a:custGeom>
              <a:rect b="b" l="l" r="r" t="t"/>
              <a:pathLst>
                <a:path extrusionOk="0" h="51881" w="52285">
                  <a:moveTo>
                    <a:pt x="0" y="0"/>
                  </a:moveTo>
                  <a:lnTo>
                    <a:pt x="12769" y="12769"/>
                  </a:lnTo>
                  <a:lnTo>
                    <a:pt x="15188" y="12769"/>
                  </a:lnTo>
                  <a:lnTo>
                    <a:pt x="18549" y="18548"/>
                  </a:lnTo>
                  <a:lnTo>
                    <a:pt x="51882" y="51881"/>
                  </a:lnTo>
                  <a:lnTo>
                    <a:pt x="52285" y="51478"/>
                  </a:lnTo>
                  <a:lnTo>
                    <a:pt x="46909" y="42338"/>
                  </a:lnTo>
                  <a:lnTo>
                    <a:pt x="4570" y="0"/>
                  </a:lnTo>
                  <a:close/>
                </a:path>
              </a:pathLst>
            </a:custGeom>
            <a:solidFill>
              <a:srgbClr val="2D9CD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1194" name="Google Shape;1194;p9"/>
            <p:cNvSpPr/>
            <p:nvPr/>
          </p:nvSpPr>
          <p:spPr>
            <a:xfrm>
              <a:off x="2244150" y="1431100"/>
              <a:ext cx="1075275" cy="1065175"/>
            </a:xfrm>
            <a:custGeom>
              <a:rect b="b" l="l" r="r" t="t"/>
              <a:pathLst>
                <a:path extrusionOk="0" h="42607" w="43011">
                  <a:moveTo>
                    <a:pt x="0" y="0"/>
                  </a:moveTo>
                  <a:lnTo>
                    <a:pt x="42607" y="42607"/>
                  </a:lnTo>
                  <a:lnTo>
                    <a:pt x="43011" y="42338"/>
                  </a:lnTo>
                  <a:lnTo>
                    <a:pt x="37769" y="33064"/>
                  </a:lnTo>
                  <a:lnTo>
                    <a:pt x="4570" y="0"/>
                  </a:lnTo>
                  <a:close/>
                </a:path>
              </a:pathLst>
            </a:custGeom>
            <a:solidFill>
              <a:srgbClr val="2F9AE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1195" name="Google Shape;1195;p9"/>
            <p:cNvSpPr/>
            <p:nvPr/>
          </p:nvSpPr>
          <p:spPr>
            <a:xfrm>
              <a:off x="2341575" y="1431100"/>
              <a:ext cx="846800" cy="836700"/>
            </a:xfrm>
            <a:custGeom>
              <a:rect b="b" l="l" r="r" t="t"/>
              <a:pathLst>
                <a:path extrusionOk="0" h="33468" w="33872">
                  <a:moveTo>
                    <a:pt x="1" y="0"/>
                  </a:moveTo>
                  <a:lnTo>
                    <a:pt x="33468" y="33467"/>
                  </a:lnTo>
                  <a:lnTo>
                    <a:pt x="33872" y="33198"/>
                  </a:lnTo>
                  <a:lnTo>
                    <a:pt x="28495" y="23924"/>
                  </a:lnTo>
                  <a:lnTo>
                    <a:pt x="4571" y="0"/>
                  </a:lnTo>
                  <a:close/>
                </a:path>
              </a:pathLst>
            </a:custGeom>
            <a:solidFill>
              <a:srgbClr val="3098E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1196" name="Google Shape;1196;p9"/>
            <p:cNvSpPr/>
            <p:nvPr/>
          </p:nvSpPr>
          <p:spPr>
            <a:xfrm>
              <a:off x="2439025" y="1431100"/>
              <a:ext cx="618300" cy="608200"/>
            </a:xfrm>
            <a:custGeom>
              <a:rect b="b" l="l" r="r" t="t"/>
              <a:pathLst>
                <a:path extrusionOk="0" h="24328" w="24732">
                  <a:moveTo>
                    <a:pt x="1" y="0"/>
                  </a:moveTo>
                  <a:lnTo>
                    <a:pt x="24194" y="24328"/>
                  </a:lnTo>
                  <a:lnTo>
                    <a:pt x="24732" y="23924"/>
                  </a:lnTo>
                  <a:lnTo>
                    <a:pt x="19355" y="14785"/>
                  </a:lnTo>
                  <a:lnTo>
                    <a:pt x="4571" y="0"/>
                  </a:lnTo>
                  <a:close/>
                </a:path>
              </a:pathLst>
            </a:custGeom>
            <a:solidFill>
              <a:srgbClr val="3196E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1197" name="Google Shape;1197;p9"/>
            <p:cNvSpPr/>
            <p:nvPr/>
          </p:nvSpPr>
          <p:spPr>
            <a:xfrm>
              <a:off x="2533125" y="1431100"/>
              <a:ext cx="389800" cy="376350"/>
            </a:xfrm>
            <a:custGeom>
              <a:rect b="b" l="l" r="r" t="t"/>
              <a:pathLst>
                <a:path extrusionOk="0" h="15054" w="15592">
                  <a:moveTo>
                    <a:pt x="0" y="0"/>
                  </a:moveTo>
                  <a:lnTo>
                    <a:pt x="15188" y="15054"/>
                  </a:lnTo>
                  <a:lnTo>
                    <a:pt x="15591" y="14785"/>
                  </a:lnTo>
                  <a:lnTo>
                    <a:pt x="10350" y="5645"/>
                  </a:lnTo>
                  <a:lnTo>
                    <a:pt x="4704" y="0"/>
                  </a:lnTo>
                  <a:close/>
                </a:path>
              </a:pathLst>
            </a:custGeom>
            <a:solidFill>
              <a:srgbClr val="3295E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1198" name="Google Shape;1198;p9"/>
            <p:cNvSpPr/>
            <p:nvPr/>
          </p:nvSpPr>
          <p:spPr>
            <a:xfrm>
              <a:off x="2630575" y="1431100"/>
              <a:ext cx="161300" cy="147850"/>
            </a:xfrm>
            <a:custGeom>
              <a:rect b="b" l="l" r="r" t="t"/>
              <a:pathLst>
                <a:path extrusionOk="0" h="5914" w="6452">
                  <a:moveTo>
                    <a:pt x="0" y="0"/>
                  </a:moveTo>
                  <a:lnTo>
                    <a:pt x="6048" y="5914"/>
                  </a:lnTo>
                  <a:lnTo>
                    <a:pt x="6452" y="5645"/>
                  </a:lnTo>
                  <a:lnTo>
                    <a:pt x="3226" y="0"/>
                  </a:lnTo>
                  <a:close/>
                </a:path>
              </a:pathLst>
            </a:custGeom>
            <a:solidFill>
              <a:srgbClr val="3393E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grpSp>
      <p:sp>
        <p:nvSpPr>
          <p:cNvPr id="1199" name="Google Shape;1199;p9"/>
          <p:cNvSpPr/>
          <p:nvPr/>
        </p:nvSpPr>
        <p:spPr>
          <a:xfrm flipH="1" rot="10800000">
            <a:off x="-123826" y="1058975"/>
            <a:ext cx="819900" cy="710100"/>
          </a:xfrm>
          <a:prstGeom prst="hexagon">
            <a:avLst>
              <a:gd fmla="val 28678" name="adj"/>
              <a:gd fmla="val 115470" name="vf"/>
            </a:avLst>
          </a:prstGeom>
          <a:noFill/>
          <a:ln cap="flat" cmpd="sng" w="9525">
            <a:solidFill>
              <a:srgbClr val="19BBD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1200" name="Google Shape;1200;p9"/>
          <p:cNvSpPr/>
          <p:nvPr/>
        </p:nvSpPr>
        <p:spPr>
          <a:xfrm flipH="1" rot="10800000">
            <a:off x="638175" y="1440100"/>
            <a:ext cx="428700" cy="371100"/>
          </a:xfrm>
          <a:prstGeom prst="hexagon">
            <a:avLst>
              <a:gd fmla="val 28678" name="adj"/>
              <a:gd fmla="val 115470" name="vf"/>
            </a:avLst>
          </a:prstGeom>
          <a:solidFill>
            <a:srgbClr val="184769"/>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1201" name="Google Shape;1201;p9"/>
          <p:cNvSpPr/>
          <p:nvPr/>
        </p:nvSpPr>
        <p:spPr>
          <a:xfrm flipH="1" rot="10800000">
            <a:off x="1495424" y="-131650"/>
            <a:ext cx="819900" cy="710100"/>
          </a:xfrm>
          <a:prstGeom prst="hexagon">
            <a:avLst>
              <a:gd fmla="val 28678" name="adj"/>
              <a:gd fmla="val 115470" name="vf"/>
            </a:avLst>
          </a:prstGeom>
          <a:noFill/>
          <a:ln cap="flat" cmpd="sng" w="76200">
            <a:solidFill>
              <a:srgbClr val="184769"/>
            </a:solidFill>
            <a:prstDash val="solid"/>
            <a:miter lim="80"/>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1202" name="Google Shape;1202;p9"/>
          <p:cNvSpPr/>
          <p:nvPr/>
        </p:nvSpPr>
        <p:spPr>
          <a:xfrm flipH="1" rot="10800000">
            <a:off x="327800" y="88925"/>
            <a:ext cx="358800" cy="310500"/>
          </a:xfrm>
          <a:prstGeom prst="hexagon">
            <a:avLst>
              <a:gd fmla="val 28678" name="adj"/>
              <a:gd fmla="val 115470" name="vf"/>
            </a:avLst>
          </a:prstGeom>
          <a:solidFill>
            <a:srgbClr val="00E1C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1203" name="Google Shape;1203;p9"/>
          <p:cNvSpPr/>
          <p:nvPr/>
        </p:nvSpPr>
        <p:spPr>
          <a:xfrm flipH="1" rot="10800000">
            <a:off x="8486774" y="4230775"/>
            <a:ext cx="819900" cy="710100"/>
          </a:xfrm>
          <a:prstGeom prst="hexagon">
            <a:avLst>
              <a:gd fmla="val 28678" name="adj"/>
              <a:gd fmla="val 115470" name="vf"/>
            </a:avLst>
          </a:prstGeom>
          <a:noFill/>
          <a:ln cap="flat" cmpd="sng" w="9525">
            <a:solidFill>
              <a:srgbClr val="184769"/>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1204" name="Google Shape;1204;p9"/>
          <p:cNvSpPr/>
          <p:nvPr/>
        </p:nvSpPr>
        <p:spPr>
          <a:xfrm flipH="1" rot="10800000">
            <a:off x="8124824" y="4615700"/>
            <a:ext cx="428700" cy="371100"/>
          </a:xfrm>
          <a:prstGeom prst="hexagon">
            <a:avLst>
              <a:gd fmla="val 28678" name="adj"/>
              <a:gd fmla="val 115470" name="vf"/>
            </a:avLst>
          </a:prstGeom>
          <a:solidFill>
            <a:srgbClr val="3292E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1205" name="Google Shape;1205;p9"/>
          <p:cNvSpPr/>
          <p:nvPr/>
        </p:nvSpPr>
        <p:spPr>
          <a:xfrm flipH="1" rot="10800000">
            <a:off x="7821348" y="2935400"/>
            <a:ext cx="819900" cy="709800"/>
          </a:xfrm>
          <a:prstGeom prst="hexagon">
            <a:avLst>
              <a:gd fmla="val 28678" name="adj"/>
              <a:gd fmla="val 115470" name="vf"/>
            </a:avLst>
          </a:prstGeom>
          <a:solidFill>
            <a:srgbClr val="184769"/>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1206" name="Google Shape;1206;p9"/>
          <p:cNvSpPr/>
          <p:nvPr/>
        </p:nvSpPr>
        <p:spPr>
          <a:xfrm flipH="1" rot="10800000">
            <a:off x="8486775" y="3512175"/>
            <a:ext cx="358800" cy="310500"/>
          </a:xfrm>
          <a:prstGeom prst="hexagon">
            <a:avLst>
              <a:gd fmla="val 28678" name="adj"/>
              <a:gd fmla="val 115470" name="vf"/>
            </a:avLst>
          </a:prstGeom>
          <a:noFill/>
          <a:ln cap="flat" cmpd="sng" w="19050">
            <a:solidFill>
              <a:srgbClr val="00E1C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grpSp>
        <p:nvGrpSpPr>
          <p:cNvPr id="1207" name="Google Shape;1207;p9"/>
          <p:cNvGrpSpPr/>
          <p:nvPr/>
        </p:nvGrpSpPr>
        <p:grpSpPr>
          <a:xfrm>
            <a:off x="1729784" y="61068"/>
            <a:ext cx="351204" cy="324661"/>
            <a:chOff x="5975075" y="2327500"/>
            <a:chExt cx="420100" cy="388350"/>
          </a:xfrm>
        </p:grpSpPr>
        <p:sp>
          <p:nvSpPr>
            <p:cNvPr id="1208" name="Google Shape;1208;p9"/>
            <p:cNvSpPr/>
            <p:nvPr/>
          </p:nvSpPr>
          <p:spPr>
            <a:xfrm>
              <a:off x="5975075" y="2474650"/>
              <a:ext cx="98325" cy="220450"/>
            </a:xfrm>
            <a:custGeom>
              <a:rect b="b" l="l" r="r" t="t"/>
              <a:pathLst>
                <a:path extrusionOk="0" h="8818" w="3933">
                  <a:moveTo>
                    <a:pt x="2418" y="1002"/>
                  </a:moveTo>
                  <a:lnTo>
                    <a:pt x="2565" y="1027"/>
                  </a:lnTo>
                  <a:lnTo>
                    <a:pt x="2687" y="1075"/>
                  </a:lnTo>
                  <a:lnTo>
                    <a:pt x="2809" y="1124"/>
                  </a:lnTo>
                  <a:lnTo>
                    <a:pt x="2907" y="1222"/>
                  </a:lnTo>
                  <a:lnTo>
                    <a:pt x="3005" y="1320"/>
                  </a:lnTo>
                  <a:lnTo>
                    <a:pt x="3078" y="1442"/>
                  </a:lnTo>
                  <a:lnTo>
                    <a:pt x="3102" y="1564"/>
                  </a:lnTo>
                  <a:lnTo>
                    <a:pt x="3127" y="1710"/>
                  </a:lnTo>
                  <a:lnTo>
                    <a:pt x="3102" y="1857"/>
                  </a:lnTo>
                  <a:lnTo>
                    <a:pt x="3078" y="1979"/>
                  </a:lnTo>
                  <a:lnTo>
                    <a:pt x="3005" y="2101"/>
                  </a:lnTo>
                  <a:lnTo>
                    <a:pt x="2907" y="2223"/>
                  </a:lnTo>
                  <a:lnTo>
                    <a:pt x="2809" y="2297"/>
                  </a:lnTo>
                  <a:lnTo>
                    <a:pt x="2687" y="2370"/>
                  </a:lnTo>
                  <a:lnTo>
                    <a:pt x="2565" y="2394"/>
                  </a:lnTo>
                  <a:lnTo>
                    <a:pt x="2418" y="2419"/>
                  </a:lnTo>
                  <a:lnTo>
                    <a:pt x="2272" y="2394"/>
                  </a:lnTo>
                  <a:lnTo>
                    <a:pt x="2150" y="2370"/>
                  </a:lnTo>
                  <a:lnTo>
                    <a:pt x="2028" y="2297"/>
                  </a:lnTo>
                  <a:lnTo>
                    <a:pt x="1930" y="2223"/>
                  </a:lnTo>
                  <a:lnTo>
                    <a:pt x="1832" y="2101"/>
                  </a:lnTo>
                  <a:lnTo>
                    <a:pt x="1759" y="1979"/>
                  </a:lnTo>
                  <a:lnTo>
                    <a:pt x="1735" y="1857"/>
                  </a:lnTo>
                  <a:lnTo>
                    <a:pt x="1710" y="1710"/>
                  </a:lnTo>
                  <a:lnTo>
                    <a:pt x="1735" y="1564"/>
                  </a:lnTo>
                  <a:lnTo>
                    <a:pt x="1759" y="1442"/>
                  </a:lnTo>
                  <a:lnTo>
                    <a:pt x="1832" y="1320"/>
                  </a:lnTo>
                  <a:lnTo>
                    <a:pt x="1930" y="1222"/>
                  </a:lnTo>
                  <a:lnTo>
                    <a:pt x="2028" y="1124"/>
                  </a:lnTo>
                  <a:lnTo>
                    <a:pt x="2150" y="1075"/>
                  </a:lnTo>
                  <a:lnTo>
                    <a:pt x="2272" y="1027"/>
                  </a:lnTo>
                  <a:lnTo>
                    <a:pt x="2418" y="1002"/>
                  </a:lnTo>
                  <a:close/>
                  <a:moveTo>
                    <a:pt x="1" y="1"/>
                  </a:moveTo>
                  <a:lnTo>
                    <a:pt x="1" y="8817"/>
                  </a:lnTo>
                  <a:lnTo>
                    <a:pt x="3933" y="8817"/>
                  </a:lnTo>
                  <a:lnTo>
                    <a:pt x="3933" y="1"/>
                  </a:lnTo>
                  <a:close/>
                </a:path>
              </a:pathLst>
            </a:custGeom>
            <a:solidFill>
              <a:srgbClr val="184769"/>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1209" name="Google Shape;1209;p9"/>
            <p:cNvSpPr/>
            <p:nvPr/>
          </p:nvSpPr>
          <p:spPr>
            <a:xfrm>
              <a:off x="6088025" y="2327500"/>
              <a:ext cx="307150" cy="388350"/>
            </a:xfrm>
            <a:custGeom>
              <a:rect b="b" l="l" r="r" t="t"/>
              <a:pathLst>
                <a:path extrusionOk="0" h="15534" w="12286">
                  <a:moveTo>
                    <a:pt x="6326" y="1"/>
                  </a:moveTo>
                  <a:lnTo>
                    <a:pt x="5960" y="25"/>
                  </a:lnTo>
                  <a:lnTo>
                    <a:pt x="5716" y="74"/>
                  </a:lnTo>
                  <a:lnTo>
                    <a:pt x="5520" y="147"/>
                  </a:lnTo>
                  <a:lnTo>
                    <a:pt x="5374" y="221"/>
                  </a:lnTo>
                  <a:lnTo>
                    <a:pt x="4983" y="1466"/>
                  </a:lnTo>
                  <a:lnTo>
                    <a:pt x="4788" y="2028"/>
                  </a:lnTo>
                  <a:lnTo>
                    <a:pt x="4592" y="2541"/>
                  </a:lnTo>
                  <a:lnTo>
                    <a:pt x="4397" y="3005"/>
                  </a:lnTo>
                  <a:lnTo>
                    <a:pt x="4202" y="3396"/>
                  </a:lnTo>
                  <a:lnTo>
                    <a:pt x="4031" y="3689"/>
                  </a:lnTo>
                  <a:lnTo>
                    <a:pt x="3884" y="3933"/>
                  </a:lnTo>
                  <a:lnTo>
                    <a:pt x="3664" y="4153"/>
                  </a:lnTo>
                  <a:lnTo>
                    <a:pt x="3322" y="4495"/>
                  </a:lnTo>
                  <a:lnTo>
                    <a:pt x="2516" y="5252"/>
                  </a:lnTo>
                  <a:lnTo>
                    <a:pt x="1442" y="6229"/>
                  </a:lnTo>
                  <a:lnTo>
                    <a:pt x="1" y="6229"/>
                  </a:lnTo>
                  <a:lnTo>
                    <a:pt x="1" y="13433"/>
                  </a:lnTo>
                  <a:lnTo>
                    <a:pt x="1515" y="13433"/>
                  </a:lnTo>
                  <a:lnTo>
                    <a:pt x="2004" y="13678"/>
                  </a:lnTo>
                  <a:lnTo>
                    <a:pt x="2687" y="13971"/>
                  </a:lnTo>
                  <a:lnTo>
                    <a:pt x="3567" y="14313"/>
                  </a:lnTo>
                  <a:lnTo>
                    <a:pt x="4544" y="14679"/>
                  </a:lnTo>
                  <a:lnTo>
                    <a:pt x="5594" y="14997"/>
                  </a:lnTo>
                  <a:lnTo>
                    <a:pt x="6131" y="15143"/>
                  </a:lnTo>
                  <a:lnTo>
                    <a:pt x="6668" y="15265"/>
                  </a:lnTo>
                  <a:lnTo>
                    <a:pt x="7181" y="15387"/>
                  </a:lnTo>
                  <a:lnTo>
                    <a:pt x="7694" y="15461"/>
                  </a:lnTo>
                  <a:lnTo>
                    <a:pt x="8158" y="15509"/>
                  </a:lnTo>
                  <a:lnTo>
                    <a:pt x="8622" y="15534"/>
                  </a:lnTo>
                  <a:lnTo>
                    <a:pt x="9404" y="15534"/>
                  </a:lnTo>
                  <a:lnTo>
                    <a:pt x="9819" y="15509"/>
                  </a:lnTo>
                  <a:lnTo>
                    <a:pt x="10210" y="15461"/>
                  </a:lnTo>
                  <a:lnTo>
                    <a:pt x="10552" y="15363"/>
                  </a:lnTo>
                  <a:lnTo>
                    <a:pt x="10723" y="15314"/>
                  </a:lnTo>
                  <a:lnTo>
                    <a:pt x="10845" y="15265"/>
                  </a:lnTo>
                  <a:lnTo>
                    <a:pt x="10967" y="15192"/>
                  </a:lnTo>
                  <a:lnTo>
                    <a:pt x="11064" y="15094"/>
                  </a:lnTo>
                  <a:lnTo>
                    <a:pt x="11113" y="14997"/>
                  </a:lnTo>
                  <a:lnTo>
                    <a:pt x="11162" y="14874"/>
                  </a:lnTo>
                  <a:lnTo>
                    <a:pt x="11235" y="14166"/>
                  </a:lnTo>
                  <a:lnTo>
                    <a:pt x="11211" y="13995"/>
                  </a:lnTo>
                  <a:lnTo>
                    <a:pt x="11162" y="13849"/>
                  </a:lnTo>
                  <a:lnTo>
                    <a:pt x="11064" y="13702"/>
                  </a:lnTo>
                  <a:lnTo>
                    <a:pt x="10918" y="13580"/>
                  </a:lnTo>
                  <a:lnTo>
                    <a:pt x="11040" y="13556"/>
                  </a:lnTo>
                  <a:lnTo>
                    <a:pt x="11162" y="13507"/>
                  </a:lnTo>
                  <a:lnTo>
                    <a:pt x="11284" y="13458"/>
                  </a:lnTo>
                  <a:lnTo>
                    <a:pt x="11382" y="13360"/>
                  </a:lnTo>
                  <a:lnTo>
                    <a:pt x="11455" y="13263"/>
                  </a:lnTo>
                  <a:lnTo>
                    <a:pt x="11528" y="13140"/>
                  </a:lnTo>
                  <a:lnTo>
                    <a:pt x="11577" y="12994"/>
                  </a:lnTo>
                  <a:lnTo>
                    <a:pt x="11602" y="12872"/>
                  </a:lnTo>
                  <a:lnTo>
                    <a:pt x="11675" y="11993"/>
                  </a:lnTo>
                  <a:lnTo>
                    <a:pt x="11675" y="11870"/>
                  </a:lnTo>
                  <a:lnTo>
                    <a:pt x="11675" y="11773"/>
                  </a:lnTo>
                  <a:lnTo>
                    <a:pt x="11651" y="11651"/>
                  </a:lnTo>
                  <a:lnTo>
                    <a:pt x="11602" y="11553"/>
                  </a:lnTo>
                  <a:lnTo>
                    <a:pt x="11480" y="11382"/>
                  </a:lnTo>
                  <a:lnTo>
                    <a:pt x="11406" y="11309"/>
                  </a:lnTo>
                  <a:lnTo>
                    <a:pt x="11333" y="11235"/>
                  </a:lnTo>
                  <a:lnTo>
                    <a:pt x="11455" y="11211"/>
                  </a:lnTo>
                  <a:lnTo>
                    <a:pt x="11553" y="11162"/>
                  </a:lnTo>
                  <a:lnTo>
                    <a:pt x="11651" y="11089"/>
                  </a:lnTo>
                  <a:lnTo>
                    <a:pt x="11748" y="10991"/>
                  </a:lnTo>
                  <a:lnTo>
                    <a:pt x="11822" y="10893"/>
                  </a:lnTo>
                  <a:lnTo>
                    <a:pt x="11870" y="10796"/>
                  </a:lnTo>
                  <a:lnTo>
                    <a:pt x="11919" y="10674"/>
                  </a:lnTo>
                  <a:lnTo>
                    <a:pt x="11944" y="10527"/>
                  </a:lnTo>
                  <a:lnTo>
                    <a:pt x="12017" y="9672"/>
                  </a:lnTo>
                  <a:lnTo>
                    <a:pt x="12017" y="9550"/>
                  </a:lnTo>
                  <a:lnTo>
                    <a:pt x="12017" y="9428"/>
                  </a:lnTo>
                  <a:lnTo>
                    <a:pt x="11993" y="9306"/>
                  </a:lnTo>
                  <a:lnTo>
                    <a:pt x="11944" y="9208"/>
                  </a:lnTo>
                  <a:lnTo>
                    <a:pt x="11895" y="9111"/>
                  </a:lnTo>
                  <a:lnTo>
                    <a:pt x="11822" y="9037"/>
                  </a:lnTo>
                  <a:lnTo>
                    <a:pt x="11748" y="8964"/>
                  </a:lnTo>
                  <a:lnTo>
                    <a:pt x="11651" y="8891"/>
                  </a:lnTo>
                  <a:lnTo>
                    <a:pt x="11748" y="8866"/>
                  </a:lnTo>
                  <a:lnTo>
                    <a:pt x="11846" y="8793"/>
                  </a:lnTo>
                  <a:lnTo>
                    <a:pt x="11944" y="8720"/>
                  </a:lnTo>
                  <a:lnTo>
                    <a:pt x="12017" y="8647"/>
                  </a:lnTo>
                  <a:lnTo>
                    <a:pt x="12090" y="8549"/>
                  </a:lnTo>
                  <a:lnTo>
                    <a:pt x="12139" y="8451"/>
                  </a:lnTo>
                  <a:lnTo>
                    <a:pt x="12163" y="8329"/>
                  </a:lnTo>
                  <a:lnTo>
                    <a:pt x="12188" y="8207"/>
                  </a:lnTo>
                  <a:lnTo>
                    <a:pt x="12286" y="7328"/>
                  </a:lnTo>
                  <a:lnTo>
                    <a:pt x="12261" y="7206"/>
                  </a:lnTo>
                  <a:lnTo>
                    <a:pt x="12237" y="7083"/>
                  </a:lnTo>
                  <a:lnTo>
                    <a:pt x="12188" y="6986"/>
                  </a:lnTo>
                  <a:lnTo>
                    <a:pt x="12139" y="6888"/>
                  </a:lnTo>
                  <a:lnTo>
                    <a:pt x="12066" y="6790"/>
                  </a:lnTo>
                  <a:lnTo>
                    <a:pt x="11968" y="6717"/>
                  </a:lnTo>
                  <a:lnTo>
                    <a:pt x="11748" y="6571"/>
                  </a:lnTo>
                  <a:lnTo>
                    <a:pt x="11504" y="6448"/>
                  </a:lnTo>
                  <a:lnTo>
                    <a:pt x="11211" y="6351"/>
                  </a:lnTo>
                  <a:lnTo>
                    <a:pt x="10893" y="6278"/>
                  </a:lnTo>
                  <a:lnTo>
                    <a:pt x="10576" y="6229"/>
                  </a:lnTo>
                  <a:lnTo>
                    <a:pt x="9892" y="6131"/>
                  </a:lnTo>
                  <a:lnTo>
                    <a:pt x="8842" y="6033"/>
                  </a:lnTo>
                  <a:lnTo>
                    <a:pt x="7596" y="5960"/>
                  </a:lnTo>
                  <a:lnTo>
                    <a:pt x="6326" y="5887"/>
                  </a:lnTo>
                  <a:lnTo>
                    <a:pt x="6497" y="5594"/>
                  </a:lnTo>
                  <a:lnTo>
                    <a:pt x="6644" y="5252"/>
                  </a:lnTo>
                  <a:lnTo>
                    <a:pt x="6790" y="4885"/>
                  </a:lnTo>
                  <a:lnTo>
                    <a:pt x="6888" y="4495"/>
                  </a:lnTo>
                  <a:lnTo>
                    <a:pt x="6986" y="4104"/>
                  </a:lnTo>
                  <a:lnTo>
                    <a:pt x="7083" y="3689"/>
                  </a:lnTo>
                  <a:lnTo>
                    <a:pt x="7181" y="2883"/>
                  </a:lnTo>
                  <a:lnTo>
                    <a:pt x="7254" y="2150"/>
                  </a:lnTo>
                  <a:lnTo>
                    <a:pt x="7303" y="1539"/>
                  </a:lnTo>
                  <a:lnTo>
                    <a:pt x="7303" y="978"/>
                  </a:lnTo>
                  <a:lnTo>
                    <a:pt x="7303" y="807"/>
                  </a:lnTo>
                  <a:lnTo>
                    <a:pt x="7230" y="611"/>
                  </a:lnTo>
                  <a:lnTo>
                    <a:pt x="7157" y="465"/>
                  </a:lnTo>
                  <a:lnTo>
                    <a:pt x="7035" y="318"/>
                  </a:lnTo>
                  <a:lnTo>
                    <a:pt x="6888" y="172"/>
                  </a:lnTo>
                  <a:lnTo>
                    <a:pt x="6717" y="98"/>
                  </a:lnTo>
                  <a:lnTo>
                    <a:pt x="6522" y="25"/>
                  </a:lnTo>
                  <a:lnTo>
                    <a:pt x="6326" y="1"/>
                  </a:lnTo>
                  <a:close/>
                </a:path>
              </a:pathLst>
            </a:custGeom>
            <a:solidFill>
              <a:srgbClr val="184769"/>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grpSp>
      <p:sp>
        <p:nvSpPr>
          <p:cNvPr id="1210" name="Google Shape;1210;p9"/>
          <p:cNvSpPr/>
          <p:nvPr/>
        </p:nvSpPr>
        <p:spPr>
          <a:xfrm>
            <a:off x="203100" y="1270177"/>
            <a:ext cx="166061" cy="287704"/>
          </a:xfrm>
          <a:custGeom>
            <a:rect b="b" l="l" r="r" t="t"/>
            <a:pathLst>
              <a:path extrusionOk="0" h="20565" w="11870">
                <a:moveTo>
                  <a:pt x="6301" y="977"/>
                </a:moveTo>
                <a:lnTo>
                  <a:pt x="6423" y="1002"/>
                </a:lnTo>
                <a:lnTo>
                  <a:pt x="6497" y="1075"/>
                </a:lnTo>
                <a:lnTo>
                  <a:pt x="6570" y="1148"/>
                </a:lnTo>
                <a:lnTo>
                  <a:pt x="6594" y="1270"/>
                </a:lnTo>
                <a:lnTo>
                  <a:pt x="6570" y="1368"/>
                </a:lnTo>
                <a:lnTo>
                  <a:pt x="6497" y="1466"/>
                </a:lnTo>
                <a:lnTo>
                  <a:pt x="6423" y="1515"/>
                </a:lnTo>
                <a:lnTo>
                  <a:pt x="6301" y="1539"/>
                </a:lnTo>
                <a:lnTo>
                  <a:pt x="5569" y="1539"/>
                </a:lnTo>
                <a:lnTo>
                  <a:pt x="5446" y="1515"/>
                </a:lnTo>
                <a:lnTo>
                  <a:pt x="5373" y="1466"/>
                </a:lnTo>
                <a:lnTo>
                  <a:pt x="5300" y="1368"/>
                </a:lnTo>
                <a:lnTo>
                  <a:pt x="5276" y="1270"/>
                </a:lnTo>
                <a:lnTo>
                  <a:pt x="5300" y="1148"/>
                </a:lnTo>
                <a:lnTo>
                  <a:pt x="5373" y="1075"/>
                </a:lnTo>
                <a:lnTo>
                  <a:pt x="5446" y="1002"/>
                </a:lnTo>
                <a:lnTo>
                  <a:pt x="5569" y="977"/>
                </a:lnTo>
                <a:close/>
                <a:moveTo>
                  <a:pt x="10575" y="2565"/>
                </a:moveTo>
                <a:lnTo>
                  <a:pt x="10575" y="16706"/>
                </a:lnTo>
                <a:lnTo>
                  <a:pt x="1295" y="16706"/>
                </a:lnTo>
                <a:lnTo>
                  <a:pt x="1295" y="2565"/>
                </a:lnTo>
                <a:close/>
                <a:moveTo>
                  <a:pt x="5935" y="17780"/>
                </a:moveTo>
                <a:lnTo>
                  <a:pt x="6106" y="17805"/>
                </a:lnTo>
                <a:lnTo>
                  <a:pt x="6277" y="17854"/>
                </a:lnTo>
                <a:lnTo>
                  <a:pt x="6423" y="17927"/>
                </a:lnTo>
                <a:lnTo>
                  <a:pt x="6545" y="18025"/>
                </a:lnTo>
                <a:lnTo>
                  <a:pt x="6643" y="18147"/>
                </a:lnTo>
                <a:lnTo>
                  <a:pt x="6716" y="18293"/>
                </a:lnTo>
                <a:lnTo>
                  <a:pt x="6765" y="18464"/>
                </a:lnTo>
                <a:lnTo>
                  <a:pt x="6790" y="18635"/>
                </a:lnTo>
                <a:lnTo>
                  <a:pt x="6765" y="18806"/>
                </a:lnTo>
                <a:lnTo>
                  <a:pt x="6716" y="18977"/>
                </a:lnTo>
                <a:lnTo>
                  <a:pt x="6643" y="19124"/>
                </a:lnTo>
                <a:lnTo>
                  <a:pt x="6545" y="19246"/>
                </a:lnTo>
                <a:lnTo>
                  <a:pt x="6423" y="19343"/>
                </a:lnTo>
                <a:lnTo>
                  <a:pt x="6277" y="19417"/>
                </a:lnTo>
                <a:lnTo>
                  <a:pt x="6106" y="19465"/>
                </a:lnTo>
                <a:lnTo>
                  <a:pt x="5935" y="19490"/>
                </a:lnTo>
                <a:lnTo>
                  <a:pt x="5764" y="19465"/>
                </a:lnTo>
                <a:lnTo>
                  <a:pt x="5593" y="19417"/>
                </a:lnTo>
                <a:lnTo>
                  <a:pt x="5446" y="19343"/>
                </a:lnTo>
                <a:lnTo>
                  <a:pt x="5324" y="19246"/>
                </a:lnTo>
                <a:lnTo>
                  <a:pt x="5227" y="19124"/>
                </a:lnTo>
                <a:lnTo>
                  <a:pt x="5153" y="18977"/>
                </a:lnTo>
                <a:lnTo>
                  <a:pt x="5105" y="18806"/>
                </a:lnTo>
                <a:lnTo>
                  <a:pt x="5080" y="18635"/>
                </a:lnTo>
                <a:lnTo>
                  <a:pt x="5105" y="18464"/>
                </a:lnTo>
                <a:lnTo>
                  <a:pt x="5153" y="18293"/>
                </a:lnTo>
                <a:lnTo>
                  <a:pt x="5227" y="18147"/>
                </a:lnTo>
                <a:lnTo>
                  <a:pt x="5324" y="18025"/>
                </a:lnTo>
                <a:lnTo>
                  <a:pt x="5446" y="17927"/>
                </a:lnTo>
                <a:lnTo>
                  <a:pt x="5593" y="17854"/>
                </a:lnTo>
                <a:lnTo>
                  <a:pt x="5764" y="17805"/>
                </a:lnTo>
                <a:lnTo>
                  <a:pt x="5935" y="17780"/>
                </a:lnTo>
                <a:close/>
                <a:moveTo>
                  <a:pt x="1295" y="0"/>
                </a:moveTo>
                <a:lnTo>
                  <a:pt x="1026" y="25"/>
                </a:lnTo>
                <a:lnTo>
                  <a:pt x="782" y="98"/>
                </a:lnTo>
                <a:lnTo>
                  <a:pt x="562" y="220"/>
                </a:lnTo>
                <a:lnTo>
                  <a:pt x="366" y="367"/>
                </a:lnTo>
                <a:lnTo>
                  <a:pt x="220" y="562"/>
                </a:lnTo>
                <a:lnTo>
                  <a:pt x="98" y="782"/>
                </a:lnTo>
                <a:lnTo>
                  <a:pt x="25" y="1026"/>
                </a:lnTo>
                <a:lnTo>
                  <a:pt x="0" y="1295"/>
                </a:lnTo>
                <a:lnTo>
                  <a:pt x="0" y="19270"/>
                </a:lnTo>
                <a:lnTo>
                  <a:pt x="25" y="19539"/>
                </a:lnTo>
                <a:lnTo>
                  <a:pt x="98" y="19783"/>
                </a:lnTo>
                <a:lnTo>
                  <a:pt x="220" y="20003"/>
                </a:lnTo>
                <a:lnTo>
                  <a:pt x="366" y="20198"/>
                </a:lnTo>
                <a:lnTo>
                  <a:pt x="562" y="20345"/>
                </a:lnTo>
                <a:lnTo>
                  <a:pt x="782" y="20467"/>
                </a:lnTo>
                <a:lnTo>
                  <a:pt x="1026" y="20540"/>
                </a:lnTo>
                <a:lnTo>
                  <a:pt x="1295" y="20565"/>
                </a:lnTo>
                <a:lnTo>
                  <a:pt x="10575" y="20565"/>
                </a:lnTo>
                <a:lnTo>
                  <a:pt x="10844" y="20540"/>
                </a:lnTo>
                <a:lnTo>
                  <a:pt x="11088" y="20467"/>
                </a:lnTo>
                <a:lnTo>
                  <a:pt x="11308" y="20345"/>
                </a:lnTo>
                <a:lnTo>
                  <a:pt x="11503" y="20198"/>
                </a:lnTo>
                <a:lnTo>
                  <a:pt x="11650" y="20003"/>
                </a:lnTo>
                <a:lnTo>
                  <a:pt x="11772" y="19783"/>
                </a:lnTo>
                <a:lnTo>
                  <a:pt x="11845" y="19539"/>
                </a:lnTo>
                <a:lnTo>
                  <a:pt x="11870" y="19270"/>
                </a:lnTo>
                <a:lnTo>
                  <a:pt x="11870" y="1295"/>
                </a:lnTo>
                <a:lnTo>
                  <a:pt x="11845" y="1026"/>
                </a:lnTo>
                <a:lnTo>
                  <a:pt x="11772" y="782"/>
                </a:lnTo>
                <a:lnTo>
                  <a:pt x="11650" y="562"/>
                </a:lnTo>
                <a:lnTo>
                  <a:pt x="11503" y="367"/>
                </a:lnTo>
                <a:lnTo>
                  <a:pt x="11308" y="220"/>
                </a:lnTo>
                <a:lnTo>
                  <a:pt x="11088" y="98"/>
                </a:lnTo>
                <a:lnTo>
                  <a:pt x="10844" y="25"/>
                </a:lnTo>
                <a:lnTo>
                  <a:pt x="10575" y="0"/>
                </a:lnTo>
                <a:close/>
              </a:path>
            </a:pathLst>
          </a:custGeom>
          <a:solidFill>
            <a:srgbClr val="19BBD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1211" name="Google Shape;1211;p9"/>
          <p:cNvSpPr/>
          <p:nvPr/>
        </p:nvSpPr>
        <p:spPr>
          <a:xfrm>
            <a:off x="8772688" y="4461808"/>
            <a:ext cx="248073" cy="248058"/>
          </a:xfrm>
          <a:custGeom>
            <a:rect b="b" l="l" r="r" t="t"/>
            <a:pathLst>
              <a:path extrusionOk="0" h="16999" w="17000">
                <a:moveTo>
                  <a:pt x="8769" y="5740"/>
                </a:moveTo>
                <a:lnTo>
                  <a:pt x="9037" y="5788"/>
                </a:lnTo>
                <a:lnTo>
                  <a:pt x="9282" y="5862"/>
                </a:lnTo>
                <a:lnTo>
                  <a:pt x="9550" y="5935"/>
                </a:lnTo>
                <a:lnTo>
                  <a:pt x="9794" y="6057"/>
                </a:lnTo>
                <a:lnTo>
                  <a:pt x="10014" y="6204"/>
                </a:lnTo>
                <a:lnTo>
                  <a:pt x="10234" y="6350"/>
                </a:lnTo>
                <a:lnTo>
                  <a:pt x="10454" y="6546"/>
                </a:lnTo>
                <a:lnTo>
                  <a:pt x="10649" y="6765"/>
                </a:lnTo>
                <a:lnTo>
                  <a:pt x="10796" y="6985"/>
                </a:lnTo>
                <a:lnTo>
                  <a:pt x="10942" y="7205"/>
                </a:lnTo>
                <a:lnTo>
                  <a:pt x="11064" y="7449"/>
                </a:lnTo>
                <a:lnTo>
                  <a:pt x="11138" y="7718"/>
                </a:lnTo>
                <a:lnTo>
                  <a:pt x="11211" y="7962"/>
                </a:lnTo>
                <a:lnTo>
                  <a:pt x="11260" y="8231"/>
                </a:lnTo>
                <a:lnTo>
                  <a:pt x="11260" y="8499"/>
                </a:lnTo>
                <a:lnTo>
                  <a:pt x="11260" y="8768"/>
                </a:lnTo>
                <a:lnTo>
                  <a:pt x="11211" y="9037"/>
                </a:lnTo>
                <a:lnTo>
                  <a:pt x="11138" y="9281"/>
                </a:lnTo>
                <a:lnTo>
                  <a:pt x="11064" y="9550"/>
                </a:lnTo>
                <a:lnTo>
                  <a:pt x="10942" y="9794"/>
                </a:lnTo>
                <a:lnTo>
                  <a:pt x="10796" y="10014"/>
                </a:lnTo>
                <a:lnTo>
                  <a:pt x="10649" y="10233"/>
                </a:lnTo>
                <a:lnTo>
                  <a:pt x="10454" y="10453"/>
                </a:lnTo>
                <a:lnTo>
                  <a:pt x="10234" y="10649"/>
                </a:lnTo>
                <a:lnTo>
                  <a:pt x="10014" y="10795"/>
                </a:lnTo>
                <a:lnTo>
                  <a:pt x="9794" y="10942"/>
                </a:lnTo>
                <a:lnTo>
                  <a:pt x="9550" y="11064"/>
                </a:lnTo>
                <a:lnTo>
                  <a:pt x="9282" y="11137"/>
                </a:lnTo>
                <a:lnTo>
                  <a:pt x="9037" y="11210"/>
                </a:lnTo>
                <a:lnTo>
                  <a:pt x="8769" y="11259"/>
                </a:lnTo>
                <a:lnTo>
                  <a:pt x="8231" y="11259"/>
                </a:lnTo>
                <a:lnTo>
                  <a:pt x="7963" y="11210"/>
                </a:lnTo>
                <a:lnTo>
                  <a:pt x="7719" y="11137"/>
                </a:lnTo>
                <a:lnTo>
                  <a:pt x="7450" y="11064"/>
                </a:lnTo>
                <a:lnTo>
                  <a:pt x="7206" y="10942"/>
                </a:lnTo>
                <a:lnTo>
                  <a:pt x="6986" y="10795"/>
                </a:lnTo>
                <a:lnTo>
                  <a:pt x="6766" y="10649"/>
                </a:lnTo>
                <a:lnTo>
                  <a:pt x="6546" y="10453"/>
                </a:lnTo>
                <a:lnTo>
                  <a:pt x="6351" y="10233"/>
                </a:lnTo>
                <a:lnTo>
                  <a:pt x="6204" y="10014"/>
                </a:lnTo>
                <a:lnTo>
                  <a:pt x="6058" y="9794"/>
                </a:lnTo>
                <a:lnTo>
                  <a:pt x="5936" y="9550"/>
                </a:lnTo>
                <a:lnTo>
                  <a:pt x="5862" y="9281"/>
                </a:lnTo>
                <a:lnTo>
                  <a:pt x="5789" y="9037"/>
                </a:lnTo>
                <a:lnTo>
                  <a:pt x="5740" y="8768"/>
                </a:lnTo>
                <a:lnTo>
                  <a:pt x="5740" y="8499"/>
                </a:lnTo>
                <a:lnTo>
                  <a:pt x="5740" y="8231"/>
                </a:lnTo>
                <a:lnTo>
                  <a:pt x="5789" y="7962"/>
                </a:lnTo>
                <a:lnTo>
                  <a:pt x="5862" y="7718"/>
                </a:lnTo>
                <a:lnTo>
                  <a:pt x="5936" y="7449"/>
                </a:lnTo>
                <a:lnTo>
                  <a:pt x="6058" y="7205"/>
                </a:lnTo>
                <a:lnTo>
                  <a:pt x="6204" y="6985"/>
                </a:lnTo>
                <a:lnTo>
                  <a:pt x="6351" y="6765"/>
                </a:lnTo>
                <a:lnTo>
                  <a:pt x="6546" y="6546"/>
                </a:lnTo>
                <a:lnTo>
                  <a:pt x="6766" y="6350"/>
                </a:lnTo>
                <a:lnTo>
                  <a:pt x="6986" y="6204"/>
                </a:lnTo>
                <a:lnTo>
                  <a:pt x="7206" y="6057"/>
                </a:lnTo>
                <a:lnTo>
                  <a:pt x="7450" y="5935"/>
                </a:lnTo>
                <a:lnTo>
                  <a:pt x="7719" y="5862"/>
                </a:lnTo>
                <a:lnTo>
                  <a:pt x="7963" y="5788"/>
                </a:lnTo>
                <a:lnTo>
                  <a:pt x="8231" y="5740"/>
                </a:lnTo>
                <a:close/>
                <a:moveTo>
                  <a:pt x="7914" y="0"/>
                </a:moveTo>
                <a:lnTo>
                  <a:pt x="7743" y="25"/>
                </a:lnTo>
                <a:lnTo>
                  <a:pt x="7596" y="73"/>
                </a:lnTo>
                <a:lnTo>
                  <a:pt x="7474" y="147"/>
                </a:lnTo>
                <a:lnTo>
                  <a:pt x="7328" y="244"/>
                </a:lnTo>
                <a:lnTo>
                  <a:pt x="7230" y="342"/>
                </a:lnTo>
                <a:lnTo>
                  <a:pt x="7132" y="489"/>
                </a:lnTo>
                <a:lnTo>
                  <a:pt x="7084" y="635"/>
                </a:lnTo>
                <a:lnTo>
                  <a:pt x="7035" y="782"/>
                </a:lnTo>
                <a:lnTo>
                  <a:pt x="6839" y="2540"/>
                </a:lnTo>
                <a:lnTo>
                  <a:pt x="6497" y="2638"/>
                </a:lnTo>
                <a:lnTo>
                  <a:pt x="6131" y="2784"/>
                </a:lnTo>
                <a:lnTo>
                  <a:pt x="5789" y="2931"/>
                </a:lnTo>
                <a:lnTo>
                  <a:pt x="5447" y="3102"/>
                </a:lnTo>
                <a:lnTo>
                  <a:pt x="4079" y="2027"/>
                </a:lnTo>
                <a:lnTo>
                  <a:pt x="3933" y="1930"/>
                </a:lnTo>
                <a:lnTo>
                  <a:pt x="3786" y="1881"/>
                </a:lnTo>
                <a:lnTo>
                  <a:pt x="3640" y="1832"/>
                </a:lnTo>
                <a:lnTo>
                  <a:pt x="3493" y="1832"/>
                </a:lnTo>
                <a:lnTo>
                  <a:pt x="3322" y="1856"/>
                </a:lnTo>
                <a:lnTo>
                  <a:pt x="3176" y="1905"/>
                </a:lnTo>
                <a:lnTo>
                  <a:pt x="3029" y="1978"/>
                </a:lnTo>
                <a:lnTo>
                  <a:pt x="2907" y="2076"/>
                </a:lnTo>
                <a:lnTo>
                  <a:pt x="2077" y="2907"/>
                </a:lnTo>
                <a:lnTo>
                  <a:pt x="1979" y="3029"/>
                </a:lnTo>
                <a:lnTo>
                  <a:pt x="1906" y="3175"/>
                </a:lnTo>
                <a:lnTo>
                  <a:pt x="1857" y="3322"/>
                </a:lnTo>
                <a:lnTo>
                  <a:pt x="1833" y="3493"/>
                </a:lnTo>
                <a:lnTo>
                  <a:pt x="1833" y="3639"/>
                </a:lnTo>
                <a:lnTo>
                  <a:pt x="1881" y="3786"/>
                </a:lnTo>
                <a:lnTo>
                  <a:pt x="1930" y="3932"/>
                </a:lnTo>
                <a:lnTo>
                  <a:pt x="2028" y="4079"/>
                </a:lnTo>
                <a:lnTo>
                  <a:pt x="3103" y="5447"/>
                </a:lnTo>
                <a:lnTo>
                  <a:pt x="2932" y="5788"/>
                </a:lnTo>
                <a:lnTo>
                  <a:pt x="2785" y="6130"/>
                </a:lnTo>
                <a:lnTo>
                  <a:pt x="2639" y="6497"/>
                </a:lnTo>
                <a:lnTo>
                  <a:pt x="2541" y="6839"/>
                </a:lnTo>
                <a:lnTo>
                  <a:pt x="782" y="7034"/>
                </a:lnTo>
                <a:lnTo>
                  <a:pt x="636" y="7083"/>
                </a:lnTo>
                <a:lnTo>
                  <a:pt x="489" y="7132"/>
                </a:lnTo>
                <a:lnTo>
                  <a:pt x="343" y="7229"/>
                </a:lnTo>
                <a:lnTo>
                  <a:pt x="245" y="7327"/>
                </a:lnTo>
                <a:lnTo>
                  <a:pt x="147" y="7474"/>
                </a:lnTo>
                <a:lnTo>
                  <a:pt x="74" y="7596"/>
                </a:lnTo>
                <a:lnTo>
                  <a:pt x="25" y="7742"/>
                </a:lnTo>
                <a:lnTo>
                  <a:pt x="1" y="7913"/>
                </a:lnTo>
                <a:lnTo>
                  <a:pt x="1" y="9086"/>
                </a:lnTo>
                <a:lnTo>
                  <a:pt x="25" y="9257"/>
                </a:lnTo>
                <a:lnTo>
                  <a:pt x="74" y="9403"/>
                </a:lnTo>
                <a:lnTo>
                  <a:pt x="147" y="9525"/>
                </a:lnTo>
                <a:lnTo>
                  <a:pt x="245" y="9672"/>
                </a:lnTo>
                <a:lnTo>
                  <a:pt x="343" y="9769"/>
                </a:lnTo>
                <a:lnTo>
                  <a:pt x="489" y="9867"/>
                </a:lnTo>
                <a:lnTo>
                  <a:pt x="636" y="9916"/>
                </a:lnTo>
                <a:lnTo>
                  <a:pt x="782" y="9965"/>
                </a:lnTo>
                <a:lnTo>
                  <a:pt x="2541" y="10160"/>
                </a:lnTo>
                <a:lnTo>
                  <a:pt x="2639" y="10502"/>
                </a:lnTo>
                <a:lnTo>
                  <a:pt x="2785" y="10868"/>
                </a:lnTo>
                <a:lnTo>
                  <a:pt x="2932" y="11210"/>
                </a:lnTo>
                <a:lnTo>
                  <a:pt x="3103" y="11552"/>
                </a:lnTo>
                <a:lnTo>
                  <a:pt x="2028" y="12920"/>
                </a:lnTo>
                <a:lnTo>
                  <a:pt x="1930" y="13067"/>
                </a:lnTo>
                <a:lnTo>
                  <a:pt x="1881" y="13213"/>
                </a:lnTo>
                <a:lnTo>
                  <a:pt x="1833" y="13360"/>
                </a:lnTo>
                <a:lnTo>
                  <a:pt x="1833" y="13506"/>
                </a:lnTo>
                <a:lnTo>
                  <a:pt x="1857" y="13677"/>
                </a:lnTo>
                <a:lnTo>
                  <a:pt x="1906" y="13824"/>
                </a:lnTo>
                <a:lnTo>
                  <a:pt x="1979" y="13970"/>
                </a:lnTo>
                <a:lnTo>
                  <a:pt x="2077" y="14092"/>
                </a:lnTo>
                <a:lnTo>
                  <a:pt x="2907" y="14923"/>
                </a:lnTo>
                <a:lnTo>
                  <a:pt x="3029" y="15020"/>
                </a:lnTo>
                <a:lnTo>
                  <a:pt x="3176" y="15094"/>
                </a:lnTo>
                <a:lnTo>
                  <a:pt x="3322" y="15142"/>
                </a:lnTo>
                <a:lnTo>
                  <a:pt x="3493" y="15167"/>
                </a:lnTo>
                <a:lnTo>
                  <a:pt x="3640" y="15167"/>
                </a:lnTo>
                <a:lnTo>
                  <a:pt x="3786" y="15118"/>
                </a:lnTo>
                <a:lnTo>
                  <a:pt x="3933" y="15069"/>
                </a:lnTo>
                <a:lnTo>
                  <a:pt x="4079" y="14996"/>
                </a:lnTo>
                <a:lnTo>
                  <a:pt x="5447" y="13897"/>
                </a:lnTo>
                <a:lnTo>
                  <a:pt x="5789" y="14068"/>
                </a:lnTo>
                <a:lnTo>
                  <a:pt x="6131" y="14214"/>
                </a:lnTo>
                <a:lnTo>
                  <a:pt x="6497" y="14361"/>
                </a:lnTo>
                <a:lnTo>
                  <a:pt x="6839" y="14459"/>
                </a:lnTo>
                <a:lnTo>
                  <a:pt x="7035" y="16217"/>
                </a:lnTo>
                <a:lnTo>
                  <a:pt x="7084" y="16364"/>
                </a:lnTo>
                <a:lnTo>
                  <a:pt x="7132" y="16510"/>
                </a:lnTo>
                <a:lnTo>
                  <a:pt x="7230" y="16657"/>
                </a:lnTo>
                <a:lnTo>
                  <a:pt x="7328" y="16754"/>
                </a:lnTo>
                <a:lnTo>
                  <a:pt x="7474" y="16852"/>
                </a:lnTo>
                <a:lnTo>
                  <a:pt x="7596" y="16925"/>
                </a:lnTo>
                <a:lnTo>
                  <a:pt x="7743" y="16974"/>
                </a:lnTo>
                <a:lnTo>
                  <a:pt x="7914" y="16999"/>
                </a:lnTo>
                <a:lnTo>
                  <a:pt x="9086" y="16999"/>
                </a:lnTo>
                <a:lnTo>
                  <a:pt x="9257" y="16974"/>
                </a:lnTo>
                <a:lnTo>
                  <a:pt x="9404" y="16925"/>
                </a:lnTo>
                <a:lnTo>
                  <a:pt x="9526" y="16852"/>
                </a:lnTo>
                <a:lnTo>
                  <a:pt x="9672" y="16754"/>
                </a:lnTo>
                <a:lnTo>
                  <a:pt x="9770" y="16657"/>
                </a:lnTo>
                <a:lnTo>
                  <a:pt x="9868" y="16510"/>
                </a:lnTo>
                <a:lnTo>
                  <a:pt x="9917" y="16364"/>
                </a:lnTo>
                <a:lnTo>
                  <a:pt x="9965" y="16217"/>
                </a:lnTo>
                <a:lnTo>
                  <a:pt x="10161" y="14459"/>
                </a:lnTo>
                <a:lnTo>
                  <a:pt x="10503" y="14361"/>
                </a:lnTo>
                <a:lnTo>
                  <a:pt x="10869" y="14214"/>
                </a:lnTo>
                <a:lnTo>
                  <a:pt x="11211" y="14068"/>
                </a:lnTo>
                <a:lnTo>
                  <a:pt x="11553" y="13897"/>
                </a:lnTo>
                <a:lnTo>
                  <a:pt x="12921" y="14996"/>
                </a:lnTo>
                <a:lnTo>
                  <a:pt x="13067" y="15069"/>
                </a:lnTo>
                <a:lnTo>
                  <a:pt x="13214" y="15118"/>
                </a:lnTo>
                <a:lnTo>
                  <a:pt x="13360" y="15167"/>
                </a:lnTo>
                <a:lnTo>
                  <a:pt x="13507" y="15167"/>
                </a:lnTo>
                <a:lnTo>
                  <a:pt x="13678" y="15142"/>
                </a:lnTo>
                <a:lnTo>
                  <a:pt x="13824" y="15094"/>
                </a:lnTo>
                <a:lnTo>
                  <a:pt x="13971" y="15020"/>
                </a:lnTo>
                <a:lnTo>
                  <a:pt x="14093" y="14923"/>
                </a:lnTo>
                <a:lnTo>
                  <a:pt x="14923" y="14092"/>
                </a:lnTo>
                <a:lnTo>
                  <a:pt x="15021" y="13970"/>
                </a:lnTo>
                <a:lnTo>
                  <a:pt x="15094" y="13824"/>
                </a:lnTo>
                <a:lnTo>
                  <a:pt x="15143" y="13677"/>
                </a:lnTo>
                <a:lnTo>
                  <a:pt x="15168" y="13506"/>
                </a:lnTo>
                <a:lnTo>
                  <a:pt x="15168" y="13360"/>
                </a:lnTo>
                <a:lnTo>
                  <a:pt x="15119" y="13213"/>
                </a:lnTo>
                <a:lnTo>
                  <a:pt x="15070" y="13067"/>
                </a:lnTo>
                <a:lnTo>
                  <a:pt x="14997" y="12920"/>
                </a:lnTo>
                <a:lnTo>
                  <a:pt x="13898" y="11552"/>
                </a:lnTo>
                <a:lnTo>
                  <a:pt x="14068" y="11210"/>
                </a:lnTo>
                <a:lnTo>
                  <a:pt x="14215" y="10868"/>
                </a:lnTo>
                <a:lnTo>
                  <a:pt x="14362" y="10502"/>
                </a:lnTo>
                <a:lnTo>
                  <a:pt x="14459" y="10160"/>
                </a:lnTo>
                <a:lnTo>
                  <a:pt x="16218" y="9965"/>
                </a:lnTo>
                <a:lnTo>
                  <a:pt x="16364" y="9916"/>
                </a:lnTo>
                <a:lnTo>
                  <a:pt x="16511" y="9867"/>
                </a:lnTo>
                <a:lnTo>
                  <a:pt x="16657" y="9769"/>
                </a:lnTo>
                <a:lnTo>
                  <a:pt x="16755" y="9672"/>
                </a:lnTo>
                <a:lnTo>
                  <a:pt x="16853" y="9525"/>
                </a:lnTo>
                <a:lnTo>
                  <a:pt x="16926" y="9403"/>
                </a:lnTo>
                <a:lnTo>
                  <a:pt x="16975" y="9257"/>
                </a:lnTo>
                <a:lnTo>
                  <a:pt x="16999" y="9086"/>
                </a:lnTo>
                <a:lnTo>
                  <a:pt x="16999" y="7913"/>
                </a:lnTo>
                <a:lnTo>
                  <a:pt x="16975" y="7742"/>
                </a:lnTo>
                <a:lnTo>
                  <a:pt x="16926" y="7596"/>
                </a:lnTo>
                <a:lnTo>
                  <a:pt x="16853" y="7474"/>
                </a:lnTo>
                <a:lnTo>
                  <a:pt x="16755" y="7327"/>
                </a:lnTo>
                <a:lnTo>
                  <a:pt x="16657" y="7229"/>
                </a:lnTo>
                <a:lnTo>
                  <a:pt x="16511" y="7132"/>
                </a:lnTo>
                <a:lnTo>
                  <a:pt x="16364" y="7083"/>
                </a:lnTo>
                <a:lnTo>
                  <a:pt x="16218" y="7034"/>
                </a:lnTo>
                <a:lnTo>
                  <a:pt x="14459" y="6839"/>
                </a:lnTo>
                <a:lnTo>
                  <a:pt x="14362" y="6497"/>
                </a:lnTo>
                <a:lnTo>
                  <a:pt x="14215" y="6130"/>
                </a:lnTo>
                <a:lnTo>
                  <a:pt x="14068" y="5788"/>
                </a:lnTo>
                <a:lnTo>
                  <a:pt x="13898" y="5447"/>
                </a:lnTo>
                <a:lnTo>
                  <a:pt x="14997" y="4079"/>
                </a:lnTo>
                <a:lnTo>
                  <a:pt x="15070" y="3932"/>
                </a:lnTo>
                <a:lnTo>
                  <a:pt x="15119" y="3786"/>
                </a:lnTo>
                <a:lnTo>
                  <a:pt x="15168" y="3639"/>
                </a:lnTo>
                <a:lnTo>
                  <a:pt x="15168" y="3493"/>
                </a:lnTo>
                <a:lnTo>
                  <a:pt x="15143" y="3322"/>
                </a:lnTo>
                <a:lnTo>
                  <a:pt x="15094" y="3175"/>
                </a:lnTo>
                <a:lnTo>
                  <a:pt x="15021" y="3029"/>
                </a:lnTo>
                <a:lnTo>
                  <a:pt x="14923" y="2907"/>
                </a:lnTo>
                <a:lnTo>
                  <a:pt x="14093" y="2076"/>
                </a:lnTo>
                <a:lnTo>
                  <a:pt x="13971" y="1978"/>
                </a:lnTo>
                <a:lnTo>
                  <a:pt x="13824" y="1905"/>
                </a:lnTo>
                <a:lnTo>
                  <a:pt x="13678" y="1856"/>
                </a:lnTo>
                <a:lnTo>
                  <a:pt x="13507" y="1832"/>
                </a:lnTo>
                <a:lnTo>
                  <a:pt x="13360" y="1832"/>
                </a:lnTo>
                <a:lnTo>
                  <a:pt x="13214" y="1881"/>
                </a:lnTo>
                <a:lnTo>
                  <a:pt x="13067" y="1930"/>
                </a:lnTo>
                <a:lnTo>
                  <a:pt x="12921" y="2027"/>
                </a:lnTo>
                <a:lnTo>
                  <a:pt x="11553" y="3102"/>
                </a:lnTo>
                <a:lnTo>
                  <a:pt x="11211" y="2931"/>
                </a:lnTo>
                <a:lnTo>
                  <a:pt x="10869" y="2784"/>
                </a:lnTo>
                <a:lnTo>
                  <a:pt x="10503" y="2638"/>
                </a:lnTo>
                <a:lnTo>
                  <a:pt x="10161" y="2540"/>
                </a:lnTo>
                <a:lnTo>
                  <a:pt x="9965" y="782"/>
                </a:lnTo>
                <a:lnTo>
                  <a:pt x="9917" y="635"/>
                </a:lnTo>
                <a:lnTo>
                  <a:pt x="9868" y="489"/>
                </a:lnTo>
                <a:lnTo>
                  <a:pt x="9770" y="342"/>
                </a:lnTo>
                <a:lnTo>
                  <a:pt x="9672" y="244"/>
                </a:lnTo>
                <a:lnTo>
                  <a:pt x="9526" y="147"/>
                </a:lnTo>
                <a:lnTo>
                  <a:pt x="9404" y="73"/>
                </a:lnTo>
                <a:lnTo>
                  <a:pt x="9257" y="25"/>
                </a:lnTo>
                <a:lnTo>
                  <a:pt x="9086" y="0"/>
                </a:lnTo>
                <a:close/>
              </a:path>
            </a:pathLst>
          </a:custGeom>
          <a:solidFill>
            <a:srgbClr val="184769"/>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grpSp>
        <p:nvGrpSpPr>
          <p:cNvPr id="1212" name="Google Shape;1212;p9"/>
          <p:cNvGrpSpPr/>
          <p:nvPr/>
        </p:nvGrpSpPr>
        <p:grpSpPr>
          <a:xfrm>
            <a:off x="7354067" y="3426715"/>
            <a:ext cx="455624" cy="437054"/>
            <a:chOff x="5241175" y="4959100"/>
            <a:chExt cx="539775" cy="517775"/>
          </a:xfrm>
        </p:grpSpPr>
        <p:sp>
          <p:nvSpPr>
            <p:cNvPr id="1213" name="Google Shape;1213;p9"/>
            <p:cNvSpPr/>
            <p:nvPr/>
          </p:nvSpPr>
          <p:spPr>
            <a:xfrm>
              <a:off x="5575150" y="4959100"/>
              <a:ext cx="161225" cy="178300"/>
            </a:xfrm>
            <a:custGeom>
              <a:rect b="b" l="l" r="r" t="t"/>
              <a:pathLst>
                <a:path extrusionOk="0" h="7132" w="6449">
                  <a:moveTo>
                    <a:pt x="4641" y="0"/>
                  </a:moveTo>
                  <a:lnTo>
                    <a:pt x="4470" y="25"/>
                  </a:lnTo>
                  <a:lnTo>
                    <a:pt x="4299" y="49"/>
                  </a:lnTo>
                  <a:lnTo>
                    <a:pt x="4128" y="98"/>
                  </a:lnTo>
                  <a:lnTo>
                    <a:pt x="3957" y="147"/>
                  </a:lnTo>
                  <a:lnTo>
                    <a:pt x="3786" y="220"/>
                  </a:lnTo>
                  <a:lnTo>
                    <a:pt x="3640" y="318"/>
                  </a:lnTo>
                  <a:lnTo>
                    <a:pt x="3517" y="415"/>
                  </a:lnTo>
                  <a:lnTo>
                    <a:pt x="3395" y="538"/>
                  </a:lnTo>
                  <a:lnTo>
                    <a:pt x="3273" y="660"/>
                  </a:lnTo>
                  <a:lnTo>
                    <a:pt x="3175" y="806"/>
                  </a:lnTo>
                  <a:lnTo>
                    <a:pt x="3078" y="953"/>
                  </a:lnTo>
                  <a:lnTo>
                    <a:pt x="3005" y="1099"/>
                  </a:lnTo>
                  <a:lnTo>
                    <a:pt x="2931" y="1270"/>
                  </a:lnTo>
                  <a:lnTo>
                    <a:pt x="2907" y="1441"/>
                  </a:lnTo>
                  <a:lnTo>
                    <a:pt x="2882" y="1612"/>
                  </a:lnTo>
                  <a:lnTo>
                    <a:pt x="2858" y="1808"/>
                  </a:lnTo>
                  <a:lnTo>
                    <a:pt x="2882" y="2076"/>
                  </a:lnTo>
                  <a:lnTo>
                    <a:pt x="2956" y="2345"/>
                  </a:lnTo>
                  <a:lnTo>
                    <a:pt x="3053" y="2589"/>
                  </a:lnTo>
                  <a:lnTo>
                    <a:pt x="3175" y="2809"/>
                  </a:lnTo>
                  <a:lnTo>
                    <a:pt x="0" y="6546"/>
                  </a:lnTo>
                  <a:lnTo>
                    <a:pt x="367" y="6814"/>
                  </a:lnTo>
                  <a:lnTo>
                    <a:pt x="709" y="7132"/>
                  </a:lnTo>
                  <a:lnTo>
                    <a:pt x="3884" y="3419"/>
                  </a:lnTo>
                  <a:lnTo>
                    <a:pt x="4055" y="3493"/>
                  </a:lnTo>
                  <a:lnTo>
                    <a:pt x="4250" y="3542"/>
                  </a:lnTo>
                  <a:lnTo>
                    <a:pt x="4445" y="3566"/>
                  </a:lnTo>
                  <a:lnTo>
                    <a:pt x="4641" y="3590"/>
                  </a:lnTo>
                  <a:lnTo>
                    <a:pt x="4836" y="3566"/>
                  </a:lnTo>
                  <a:lnTo>
                    <a:pt x="5007" y="3542"/>
                  </a:lnTo>
                  <a:lnTo>
                    <a:pt x="5178" y="3517"/>
                  </a:lnTo>
                  <a:lnTo>
                    <a:pt x="5349" y="3444"/>
                  </a:lnTo>
                  <a:lnTo>
                    <a:pt x="5496" y="3371"/>
                  </a:lnTo>
                  <a:lnTo>
                    <a:pt x="5642" y="3273"/>
                  </a:lnTo>
                  <a:lnTo>
                    <a:pt x="5789" y="3175"/>
                  </a:lnTo>
                  <a:lnTo>
                    <a:pt x="5911" y="3053"/>
                  </a:lnTo>
                  <a:lnTo>
                    <a:pt x="6033" y="2931"/>
                  </a:lnTo>
                  <a:lnTo>
                    <a:pt x="6131" y="2809"/>
                  </a:lnTo>
                  <a:lnTo>
                    <a:pt x="6228" y="2638"/>
                  </a:lnTo>
                  <a:lnTo>
                    <a:pt x="6302" y="2491"/>
                  </a:lnTo>
                  <a:lnTo>
                    <a:pt x="6350" y="2320"/>
                  </a:lnTo>
                  <a:lnTo>
                    <a:pt x="6399" y="2149"/>
                  </a:lnTo>
                  <a:lnTo>
                    <a:pt x="6424" y="1979"/>
                  </a:lnTo>
                  <a:lnTo>
                    <a:pt x="6448" y="1808"/>
                  </a:lnTo>
                  <a:lnTo>
                    <a:pt x="6424" y="1612"/>
                  </a:lnTo>
                  <a:lnTo>
                    <a:pt x="6399" y="1441"/>
                  </a:lnTo>
                  <a:lnTo>
                    <a:pt x="6350" y="1270"/>
                  </a:lnTo>
                  <a:lnTo>
                    <a:pt x="6302" y="1099"/>
                  </a:lnTo>
                  <a:lnTo>
                    <a:pt x="6228" y="953"/>
                  </a:lnTo>
                  <a:lnTo>
                    <a:pt x="6131" y="806"/>
                  </a:lnTo>
                  <a:lnTo>
                    <a:pt x="6033" y="660"/>
                  </a:lnTo>
                  <a:lnTo>
                    <a:pt x="5911" y="538"/>
                  </a:lnTo>
                  <a:lnTo>
                    <a:pt x="5789" y="415"/>
                  </a:lnTo>
                  <a:lnTo>
                    <a:pt x="5642" y="318"/>
                  </a:lnTo>
                  <a:lnTo>
                    <a:pt x="5496" y="220"/>
                  </a:lnTo>
                  <a:lnTo>
                    <a:pt x="5349" y="147"/>
                  </a:lnTo>
                  <a:lnTo>
                    <a:pt x="5178" y="98"/>
                  </a:lnTo>
                  <a:lnTo>
                    <a:pt x="5007" y="49"/>
                  </a:lnTo>
                  <a:lnTo>
                    <a:pt x="4836" y="25"/>
                  </a:lnTo>
                  <a:lnTo>
                    <a:pt x="4641" y="0"/>
                  </a:lnTo>
                  <a:close/>
                </a:path>
              </a:pathLst>
            </a:custGeom>
            <a:solidFill>
              <a:srgbClr val="184769"/>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1214" name="Google Shape;1214;p9"/>
            <p:cNvSpPr/>
            <p:nvPr/>
          </p:nvSpPr>
          <p:spPr>
            <a:xfrm>
              <a:off x="5330925" y="4985350"/>
              <a:ext cx="128250" cy="148400"/>
            </a:xfrm>
            <a:custGeom>
              <a:rect b="b" l="l" r="r" t="t"/>
              <a:pathLst>
                <a:path extrusionOk="0" h="5936" w="5130">
                  <a:moveTo>
                    <a:pt x="1563" y="0"/>
                  </a:moveTo>
                  <a:lnTo>
                    <a:pt x="1392" y="25"/>
                  </a:lnTo>
                  <a:lnTo>
                    <a:pt x="1221" y="74"/>
                  </a:lnTo>
                  <a:lnTo>
                    <a:pt x="1075" y="147"/>
                  </a:lnTo>
                  <a:lnTo>
                    <a:pt x="904" y="220"/>
                  </a:lnTo>
                  <a:lnTo>
                    <a:pt x="757" y="318"/>
                  </a:lnTo>
                  <a:lnTo>
                    <a:pt x="635" y="416"/>
                  </a:lnTo>
                  <a:lnTo>
                    <a:pt x="513" y="538"/>
                  </a:lnTo>
                  <a:lnTo>
                    <a:pt x="391" y="660"/>
                  </a:lnTo>
                  <a:lnTo>
                    <a:pt x="293" y="806"/>
                  </a:lnTo>
                  <a:lnTo>
                    <a:pt x="196" y="953"/>
                  </a:lnTo>
                  <a:lnTo>
                    <a:pt x="122" y="1099"/>
                  </a:lnTo>
                  <a:lnTo>
                    <a:pt x="74" y="1270"/>
                  </a:lnTo>
                  <a:lnTo>
                    <a:pt x="25" y="1466"/>
                  </a:lnTo>
                  <a:lnTo>
                    <a:pt x="0" y="1637"/>
                  </a:lnTo>
                  <a:lnTo>
                    <a:pt x="0" y="1808"/>
                  </a:lnTo>
                  <a:lnTo>
                    <a:pt x="0" y="2003"/>
                  </a:lnTo>
                  <a:lnTo>
                    <a:pt x="25" y="2174"/>
                  </a:lnTo>
                  <a:lnTo>
                    <a:pt x="74" y="2345"/>
                  </a:lnTo>
                  <a:lnTo>
                    <a:pt x="147" y="2492"/>
                  </a:lnTo>
                  <a:lnTo>
                    <a:pt x="220" y="2663"/>
                  </a:lnTo>
                  <a:lnTo>
                    <a:pt x="318" y="2785"/>
                  </a:lnTo>
                  <a:lnTo>
                    <a:pt x="415" y="2931"/>
                  </a:lnTo>
                  <a:lnTo>
                    <a:pt x="538" y="3053"/>
                  </a:lnTo>
                  <a:lnTo>
                    <a:pt x="660" y="3175"/>
                  </a:lnTo>
                  <a:lnTo>
                    <a:pt x="806" y="3273"/>
                  </a:lnTo>
                  <a:lnTo>
                    <a:pt x="953" y="3371"/>
                  </a:lnTo>
                  <a:lnTo>
                    <a:pt x="1099" y="3444"/>
                  </a:lnTo>
                  <a:lnTo>
                    <a:pt x="1270" y="3493"/>
                  </a:lnTo>
                  <a:lnTo>
                    <a:pt x="1466" y="3542"/>
                  </a:lnTo>
                  <a:lnTo>
                    <a:pt x="1710" y="3566"/>
                  </a:lnTo>
                  <a:lnTo>
                    <a:pt x="1979" y="3566"/>
                  </a:lnTo>
                  <a:lnTo>
                    <a:pt x="2223" y="3517"/>
                  </a:lnTo>
                  <a:lnTo>
                    <a:pt x="2467" y="3444"/>
                  </a:lnTo>
                  <a:lnTo>
                    <a:pt x="4396" y="5935"/>
                  </a:lnTo>
                  <a:lnTo>
                    <a:pt x="4738" y="5642"/>
                  </a:lnTo>
                  <a:lnTo>
                    <a:pt x="5129" y="5374"/>
                  </a:lnTo>
                  <a:lnTo>
                    <a:pt x="3200" y="2858"/>
                  </a:lnTo>
                  <a:lnTo>
                    <a:pt x="3322" y="2687"/>
                  </a:lnTo>
                  <a:lnTo>
                    <a:pt x="3419" y="2516"/>
                  </a:lnTo>
                  <a:lnTo>
                    <a:pt x="3493" y="2321"/>
                  </a:lnTo>
                  <a:lnTo>
                    <a:pt x="3542" y="2101"/>
                  </a:lnTo>
                  <a:lnTo>
                    <a:pt x="3566" y="1930"/>
                  </a:lnTo>
                  <a:lnTo>
                    <a:pt x="3566" y="1734"/>
                  </a:lnTo>
                  <a:lnTo>
                    <a:pt x="3566" y="1564"/>
                  </a:lnTo>
                  <a:lnTo>
                    <a:pt x="3517" y="1393"/>
                  </a:lnTo>
                  <a:lnTo>
                    <a:pt x="3468" y="1222"/>
                  </a:lnTo>
                  <a:lnTo>
                    <a:pt x="3419" y="1075"/>
                  </a:lnTo>
                  <a:lnTo>
                    <a:pt x="3346" y="904"/>
                  </a:lnTo>
                  <a:lnTo>
                    <a:pt x="3249" y="758"/>
                  </a:lnTo>
                  <a:lnTo>
                    <a:pt x="3151" y="635"/>
                  </a:lnTo>
                  <a:lnTo>
                    <a:pt x="3029" y="513"/>
                  </a:lnTo>
                  <a:lnTo>
                    <a:pt x="2907" y="391"/>
                  </a:lnTo>
                  <a:lnTo>
                    <a:pt x="2760" y="294"/>
                  </a:lnTo>
                  <a:lnTo>
                    <a:pt x="2614" y="196"/>
                  </a:lnTo>
                  <a:lnTo>
                    <a:pt x="2443" y="123"/>
                  </a:lnTo>
                  <a:lnTo>
                    <a:pt x="2272" y="74"/>
                  </a:lnTo>
                  <a:lnTo>
                    <a:pt x="2101" y="25"/>
                  </a:lnTo>
                  <a:lnTo>
                    <a:pt x="1930" y="0"/>
                  </a:lnTo>
                  <a:close/>
                </a:path>
              </a:pathLst>
            </a:custGeom>
            <a:solidFill>
              <a:srgbClr val="184769"/>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1215" name="Google Shape;1215;p9"/>
            <p:cNvSpPr/>
            <p:nvPr/>
          </p:nvSpPr>
          <p:spPr>
            <a:xfrm>
              <a:off x="5241175" y="5241175"/>
              <a:ext cx="180125" cy="109325"/>
            </a:xfrm>
            <a:custGeom>
              <a:rect b="b" l="l" r="r" t="t"/>
              <a:pathLst>
                <a:path extrusionOk="0" h="4373" w="7205">
                  <a:moveTo>
                    <a:pt x="6839" y="1"/>
                  </a:moveTo>
                  <a:lnTo>
                    <a:pt x="3224" y="1491"/>
                  </a:lnTo>
                  <a:lnTo>
                    <a:pt x="3102" y="1368"/>
                  </a:lnTo>
                  <a:lnTo>
                    <a:pt x="2980" y="1246"/>
                  </a:lnTo>
                  <a:lnTo>
                    <a:pt x="2858" y="1124"/>
                  </a:lnTo>
                  <a:lnTo>
                    <a:pt x="2687" y="1026"/>
                  </a:lnTo>
                  <a:lnTo>
                    <a:pt x="2540" y="953"/>
                  </a:lnTo>
                  <a:lnTo>
                    <a:pt x="2369" y="880"/>
                  </a:lnTo>
                  <a:lnTo>
                    <a:pt x="2198" y="831"/>
                  </a:lnTo>
                  <a:lnTo>
                    <a:pt x="2027" y="807"/>
                  </a:lnTo>
                  <a:lnTo>
                    <a:pt x="1856" y="782"/>
                  </a:lnTo>
                  <a:lnTo>
                    <a:pt x="1685" y="807"/>
                  </a:lnTo>
                  <a:lnTo>
                    <a:pt x="1514" y="807"/>
                  </a:lnTo>
                  <a:lnTo>
                    <a:pt x="1343" y="856"/>
                  </a:lnTo>
                  <a:lnTo>
                    <a:pt x="1172" y="904"/>
                  </a:lnTo>
                  <a:lnTo>
                    <a:pt x="1026" y="978"/>
                  </a:lnTo>
                  <a:lnTo>
                    <a:pt x="879" y="1051"/>
                  </a:lnTo>
                  <a:lnTo>
                    <a:pt x="733" y="1149"/>
                  </a:lnTo>
                  <a:lnTo>
                    <a:pt x="586" y="1271"/>
                  </a:lnTo>
                  <a:lnTo>
                    <a:pt x="464" y="1393"/>
                  </a:lnTo>
                  <a:lnTo>
                    <a:pt x="342" y="1515"/>
                  </a:lnTo>
                  <a:lnTo>
                    <a:pt x="244" y="1686"/>
                  </a:lnTo>
                  <a:lnTo>
                    <a:pt x="171" y="1832"/>
                  </a:lnTo>
                  <a:lnTo>
                    <a:pt x="98" y="2003"/>
                  </a:lnTo>
                  <a:lnTo>
                    <a:pt x="49" y="2174"/>
                  </a:lnTo>
                  <a:lnTo>
                    <a:pt x="25" y="2345"/>
                  </a:lnTo>
                  <a:lnTo>
                    <a:pt x="0" y="2516"/>
                  </a:lnTo>
                  <a:lnTo>
                    <a:pt x="0" y="2687"/>
                  </a:lnTo>
                  <a:lnTo>
                    <a:pt x="25" y="2858"/>
                  </a:lnTo>
                  <a:lnTo>
                    <a:pt x="73" y="3029"/>
                  </a:lnTo>
                  <a:lnTo>
                    <a:pt x="122" y="3200"/>
                  </a:lnTo>
                  <a:lnTo>
                    <a:pt x="195" y="3347"/>
                  </a:lnTo>
                  <a:lnTo>
                    <a:pt x="269" y="3518"/>
                  </a:lnTo>
                  <a:lnTo>
                    <a:pt x="366" y="3640"/>
                  </a:lnTo>
                  <a:lnTo>
                    <a:pt x="464" y="3786"/>
                  </a:lnTo>
                  <a:lnTo>
                    <a:pt x="611" y="3908"/>
                  </a:lnTo>
                  <a:lnTo>
                    <a:pt x="733" y="4031"/>
                  </a:lnTo>
                  <a:lnTo>
                    <a:pt x="904" y="4128"/>
                  </a:lnTo>
                  <a:lnTo>
                    <a:pt x="1050" y="4201"/>
                  </a:lnTo>
                  <a:lnTo>
                    <a:pt x="1221" y="4275"/>
                  </a:lnTo>
                  <a:lnTo>
                    <a:pt x="1392" y="4324"/>
                  </a:lnTo>
                  <a:lnTo>
                    <a:pt x="1563" y="4348"/>
                  </a:lnTo>
                  <a:lnTo>
                    <a:pt x="1734" y="4372"/>
                  </a:lnTo>
                  <a:lnTo>
                    <a:pt x="1905" y="4372"/>
                  </a:lnTo>
                  <a:lnTo>
                    <a:pt x="2076" y="4348"/>
                  </a:lnTo>
                  <a:lnTo>
                    <a:pt x="2247" y="4299"/>
                  </a:lnTo>
                  <a:lnTo>
                    <a:pt x="2418" y="4250"/>
                  </a:lnTo>
                  <a:lnTo>
                    <a:pt x="2565" y="4201"/>
                  </a:lnTo>
                  <a:lnTo>
                    <a:pt x="2711" y="4104"/>
                  </a:lnTo>
                  <a:lnTo>
                    <a:pt x="2858" y="4006"/>
                  </a:lnTo>
                  <a:lnTo>
                    <a:pt x="3004" y="3908"/>
                  </a:lnTo>
                  <a:lnTo>
                    <a:pt x="3126" y="3786"/>
                  </a:lnTo>
                  <a:lnTo>
                    <a:pt x="3248" y="3640"/>
                  </a:lnTo>
                  <a:lnTo>
                    <a:pt x="3346" y="3493"/>
                  </a:lnTo>
                  <a:lnTo>
                    <a:pt x="3468" y="3200"/>
                  </a:lnTo>
                  <a:lnTo>
                    <a:pt x="3541" y="2931"/>
                  </a:lnTo>
                  <a:lnTo>
                    <a:pt x="3590" y="2638"/>
                  </a:lnTo>
                  <a:lnTo>
                    <a:pt x="3566" y="2345"/>
                  </a:lnTo>
                  <a:lnTo>
                    <a:pt x="7205" y="856"/>
                  </a:lnTo>
                  <a:lnTo>
                    <a:pt x="6985" y="440"/>
                  </a:lnTo>
                  <a:lnTo>
                    <a:pt x="6839" y="1"/>
                  </a:lnTo>
                  <a:close/>
                </a:path>
              </a:pathLst>
            </a:custGeom>
            <a:solidFill>
              <a:srgbClr val="184769"/>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1216" name="Google Shape;1216;p9"/>
            <p:cNvSpPr/>
            <p:nvPr/>
          </p:nvSpPr>
          <p:spPr>
            <a:xfrm>
              <a:off x="5461575" y="5316900"/>
              <a:ext cx="89175" cy="159975"/>
            </a:xfrm>
            <a:custGeom>
              <a:rect b="b" l="l" r="r" t="t"/>
              <a:pathLst>
                <a:path extrusionOk="0" h="6399" w="3567">
                  <a:moveTo>
                    <a:pt x="1491" y="0"/>
                  </a:moveTo>
                  <a:lnTo>
                    <a:pt x="1393" y="2858"/>
                  </a:lnTo>
                  <a:lnTo>
                    <a:pt x="1198" y="2907"/>
                  </a:lnTo>
                  <a:lnTo>
                    <a:pt x="1002" y="3004"/>
                  </a:lnTo>
                  <a:lnTo>
                    <a:pt x="807" y="3102"/>
                  </a:lnTo>
                  <a:lnTo>
                    <a:pt x="636" y="3224"/>
                  </a:lnTo>
                  <a:lnTo>
                    <a:pt x="489" y="3346"/>
                  </a:lnTo>
                  <a:lnTo>
                    <a:pt x="392" y="3493"/>
                  </a:lnTo>
                  <a:lnTo>
                    <a:pt x="269" y="3639"/>
                  </a:lnTo>
                  <a:lnTo>
                    <a:pt x="196" y="3786"/>
                  </a:lnTo>
                  <a:lnTo>
                    <a:pt x="123" y="3932"/>
                  </a:lnTo>
                  <a:lnTo>
                    <a:pt x="74" y="4103"/>
                  </a:lnTo>
                  <a:lnTo>
                    <a:pt x="25" y="4274"/>
                  </a:lnTo>
                  <a:lnTo>
                    <a:pt x="1" y="4445"/>
                  </a:lnTo>
                  <a:lnTo>
                    <a:pt x="1" y="4616"/>
                  </a:lnTo>
                  <a:lnTo>
                    <a:pt x="1" y="4787"/>
                  </a:lnTo>
                  <a:lnTo>
                    <a:pt x="25" y="4958"/>
                  </a:lnTo>
                  <a:lnTo>
                    <a:pt x="74" y="5129"/>
                  </a:lnTo>
                  <a:lnTo>
                    <a:pt x="123" y="5276"/>
                  </a:lnTo>
                  <a:lnTo>
                    <a:pt x="196" y="5447"/>
                  </a:lnTo>
                  <a:lnTo>
                    <a:pt x="294" y="5593"/>
                  </a:lnTo>
                  <a:lnTo>
                    <a:pt x="416" y="5740"/>
                  </a:lnTo>
                  <a:lnTo>
                    <a:pt x="538" y="5886"/>
                  </a:lnTo>
                  <a:lnTo>
                    <a:pt x="660" y="6008"/>
                  </a:lnTo>
                  <a:lnTo>
                    <a:pt x="807" y="6106"/>
                  </a:lnTo>
                  <a:lnTo>
                    <a:pt x="953" y="6179"/>
                  </a:lnTo>
                  <a:lnTo>
                    <a:pt x="1124" y="6252"/>
                  </a:lnTo>
                  <a:lnTo>
                    <a:pt x="1271" y="6326"/>
                  </a:lnTo>
                  <a:lnTo>
                    <a:pt x="1442" y="6350"/>
                  </a:lnTo>
                  <a:lnTo>
                    <a:pt x="1613" y="6375"/>
                  </a:lnTo>
                  <a:lnTo>
                    <a:pt x="1784" y="6399"/>
                  </a:lnTo>
                  <a:lnTo>
                    <a:pt x="1955" y="6375"/>
                  </a:lnTo>
                  <a:lnTo>
                    <a:pt x="2126" y="6350"/>
                  </a:lnTo>
                  <a:lnTo>
                    <a:pt x="2297" y="6301"/>
                  </a:lnTo>
                  <a:lnTo>
                    <a:pt x="2468" y="6252"/>
                  </a:lnTo>
                  <a:lnTo>
                    <a:pt x="2614" y="6179"/>
                  </a:lnTo>
                  <a:lnTo>
                    <a:pt x="2785" y="6082"/>
                  </a:lnTo>
                  <a:lnTo>
                    <a:pt x="2932" y="5984"/>
                  </a:lnTo>
                  <a:lnTo>
                    <a:pt x="3054" y="5862"/>
                  </a:lnTo>
                  <a:lnTo>
                    <a:pt x="3176" y="5715"/>
                  </a:lnTo>
                  <a:lnTo>
                    <a:pt x="3273" y="5569"/>
                  </a:lnTo>
                  <a:lnTo>
                    <a:pt x="3371" y="5422"/>
                  </a:lnTo>
                  <a:lnTo>
                    <a:pt x="3444" y="5276"/>
                  </a:lnTo>
                  <a:lnTo>
                    <a:pt x="3493" y="5105"/>
                  </a:lnTo>
                  <a:lnTo>
                    <a:pt x="3542" y="4934"/>
                  </a:lnTo>
                  <a:lnTo>
                    <a:pt x="3567" y="4763"/>
                  </a:lnTo>
                  <a:lnTo>
                    <a:pt x="3567" y="4592"/>
                  </a:lnTo>
                  <a:lnTo>
                    <a:pt x="3567" y="4421"/>
                  </a:lnTo>
                  <a:lnTo>
                    <a:pt x="3542" y="4250"/>
                  </a:lnTo>
                  <a:lnTo>
                    <a:pt x="3493" y="4079"/>
                  </a:lnTo>
                  <a:lnTo>
                    <a:pt x="3420" y="3908"/>
                  </a:lnTo>
                  <a:lnTo>
                    <a:pt x="3347" y="3761"/>
                  </a:lnTo>
                  <a:lnTo>
                    <a:pt x="3273" y="3615"/>
                  </a:lnTo>
                  <a:lnTo>
                    <a:pt x="3151" y="3468"/>
                  </a:lnTo>
                  <a:lnTo>
                    <a:pt x="2980" y="3273"/>
                  </a:lnTo>
                  <a:lnTo>
                    <a:pt x="2761" y="3102"/>
                  </a:lnTo>
                  <a:lnTo>
                    <a:pt x="2541" y="2980"/>
                  </a:lnTo>
                  <a:lnTo>
                    <a:pt x="2321" y="2907"/>
                  </a:lnTo>
                  <a:lnTo>
                    <a:pt x="2419" y="25"/>
                  </a:lnTo>
                  <a:lnTo>
                    <a:pt x="2419" y="25"/>
                  </a:lnTo>
                  <a:lnTo>
                    <a:pt x="2126" y="49"/>
                  </a:lnTo>
                  <a:lnTo>
                    <a:pt x="1808" y="25"/>
                  </a:lnTo>
                  <a:lnTo>
                    <a:pt x="1491" y="0"/>
                  </a:lnTo>
                  <a:close/>
                </a:path>
              </a:pathLst>
            </a:custGeom>
            <a:solidFill>
              <a:srgbClr val="184769"/>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1217" name="Google Shape;1217;p9"/>
            <p:cNvSpPr/>
            <p:nvPr/>
          </p:nvSpPr>
          <p:spPr>
            <a:xfrm>
              <a:off x="5619100" y="5194175"/>
              <a:ext cx="161850" cy="89775"/>
            </a:xfrm>
            <a:custGeom>
              <a:rect b="b" l="l" r="r" t="t"/>
              <a:pathLst>
                <a:path extrusionOk="0" h="3591" w="6474">
                  <a:moveTo>
                    <a:pt x="4592" y="0"/>
                  </a:moveTo>
                  <a:lnTo>
                    <a:pt x="4422" y="25"/>
                  </a:lnTo>
                  <a:lnTo>
                    <a:pt x="4251" y="73"/>
                  </a:lnTo>
                  <a:lnTo>
                    <a:pt x="4080" y="122"/>
                  </a:lnTo>
                  <a:lnTo>
                    <a:pt x="3884" y="196"/>
                  </a:lnTo>
                  <a:lnTo>
                    <a:pt x="3713" y="293"/>
                  </a:lnTo>
                  <a:lnTo>
                    <a:pt x="3567" y="391"/>
                  </a:lnTo>
                  <a:lnTo>
                    <a:pt x="3420" y="513"/>
                  </a:lnTo>
                  <a:lnTo>
                    <a:pt x="3298" y="660"/>
                  </a:lnTo>
                  <a:lnTo>
                    <a:pt x="3200" y="806"/>
                  </a:lnTo>
                  <a:lnTo>
                    <a:pt x="3103" y="953"/>
                  </a:lnTo>
                  <a:lnTo>
                    <a:pt x="3029" y="1124"/>
                  </a:lnTo>
                  <a:lnTo>
                    <a:pt x="99" y="757"/>
                  </a:lnTo>
                  <a:lnTo>
                    <a:pt x="74" y="1221"/>
                  </a:lnTo>
                  <a:lnTo>
                    <a:pt x="1" y="1661"/>
                  </a:lnTo>
                  <a:lnTo>
                    <a:pt x="2907" y="2027"/>
                  </a:lnTo>
                  <a:lnTo>
                    <a:pt x="2932" y="2223"/>
                  </a:lnTo>
                  <a:lnTo>
                    <a:pt x="3005" y="2418"/>
                  </a:lnTo>
                  <a:lnTo>
                    <a:pt x="3078" y="2565"/>
                  </a:lnTo>
                  <a:lnTo>
                    <a:pt x="3152" y="2736"/>
                  </a:lnTo>
                  <a:lnTo>
                    <a:pt x="3249" y="2882"/>
                  </a:lnTo>
                  <a:lnTo>
                    <a:pt x="3371" y="3004"/>
                  </a:lnTo>
                  <a:lnTo>
                    <a:pt x="3493" y="3126"/>
                  </a:lnTo>
                  <a:lnTo>
                    <a:pt x="3616" y="3248"/>
                  </a:lnTo>
                  <a:lnTo>
                    <a:pt x="3762" y="3346"/>
                  </a:lnTo>
                  <a:lnTo>
                    <a:pt x="3909" y="3419"/>
                  </a:lnTo>
                  <a:lnTo>
                    <a:pt x="4080" y="3493"/>
                  </a:lnTo>
                  <a:lnTo>
                    <a:pt x="4251" y="3541"/>
                  </a:lnTo>
                  <a:lnTo>
                    <a:pt x="4422" y="3566"/>
                  </a:lnTo>
                  <a:lnTo>
                    <a:pt x="4592" y="3590"/>
                  </a:lnTo>
                  <a:lnTo>
                    <a:pt x="4763" y="3590"/>
                  </a:lnTo>
                  <a:lnTo>
                    <a:pt x="4934" y="3566"/>
                  </a:lnTo>
                  <a:lnTo>
                    <a:pt x="5105" y="3541"/>
                  </a:lnTo>
                  <a:lnTo>
                    <a:pt x="5276" y="3468"/>
                  </a:lnTo>
                  <a:lnTo>
                    <a:pt x="5447" y="3419"/>
                  </a:lnTo>
                  <a:lnTo>
                    <a:pt x="5618" y="3322"/>
                  </a:lnTo>
                  <a:lnTo>
                    <a:pt x="5765" y="3224"/>
                  </a:lnTo>
                  <a:lnTo>
                    <a:pt x="5887" y="3102"/>
                  </a:lnTo>
                  <a:lnTo>
                    <a:pt x="6009" y="2980"/>
                  </a:lnTo>
                  <a:lnTo>
                    <a:pt x="6131" y="2858"/>
                  </a:lnTo>
                  <a:lnTo>
                    <a:pt x="6204" y="2711"/>
                  </a:lnTo>
                  <a:lnTo>
                    <a:pt x="6302" y="2565"/>
                  </a:lnTo>
                  <a:lnTo>
                    <a:pt x="6351" y="2394"/>
                  </a:lnTo>
                  <a:lnTo>
                    <a:pt x="6400" y="2223"/>
                  </a:lnTo>
                  <a:lnTo>
                    <a:pt x="6449" y="2076"/>
                  </a:lnTo>
                  <a:lnTo>
                    <a:pt x="6473" y="1881"/>
                  </a:lnTo>
                  <a:lnTo>
                    <a:pt x="6473" y="1710"/>
                  </a:lnTo>
                  <a:lnTo>
                    <a:pt x="6449" y="1539"/>
                  </a:lnTo>
                  <a:lnTo>
                    <a:pt x="6424" y="1368"/>
                  </a:lnTo>
                  <a:lnTo>
                    <a:pt x="6351" y="1197"/>
                  </a:lnTo>
                  <a:lnTo>
                    <a:pt x="6278" y="1026"/>
                  </a:lnTo>
                  <a:lnTo>
                    <a:pt x="6204" y="855"/>
                  </a:lnTo>
                  <a:lnTo>
                    <a:pt x="6107" y="708"/>
                  </a:lnTo>
                  <a:lnTo>
                    <a:pt x="5985" y="586"/>
                  </a:lnTo>
                  <a:lnTo>
                    <a:pt x="5862" y="464"/>
                  </a:lnTo>
                  <a:lnTo>
                    <a:pt x="5740" y="342"/>
                  </a:lnTo>
                  <a:lnTo>
                    <a:pt x="5594" y="269"/>
                  </a:lnTo>
                  <a:lnTo>
                    <a:pt x="5447" y="171"/>
                  </a:lnTo>
                  <a:lnTo>
                    <a:pt x="5276" y="122"/>
                  </a:lnTo>
                  <a:lnTo>
                    <a:pt x="5105" y="73"/>
                  </a:lnTo>
                  <a:lnTo>
                    <a:pt x="4934" y="25"/>
                  </a:lnTo>
                  <a:lnTo>
                    <a:pt x="4763" y="25"/>
                  </a:lnTo>
                  <a:lnTo>
                    <a:pt x="4592" y="0"/>
                  </a:lnTo>
                  <a:close/>
                </a:path>
              </a:pathLst>
            </a:custGeom>
            <a:solidFill>
              <a:srgbClr val="184769"/>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1218" name="Google Shape;1218;p9"/>
            <p:cNvSpPr/>
            <p:nvPr/>
          </p:nvSpPr>
          <p:spPr>
            <a:xfrm>
              <a:off x="5420075" y="5116000"/>
              <a:ext cx="189300" cy="189925"/>
            </a:xfrm>
            <a:custGeom>
              <a:rect b="b" l="l" r="r" t="t"/>
              <a:pathLst>
                <a:path extrusionOk="0" h="7597" w="7572">
                  <a:moveTo>
                    <a:pt x="3786" y="1"/>
                  </a:moveTo>
                  <a:lnTo>
                    <a:pt x="3395" y="25"/>
                  </a:lnTo>
                  <a:lnTo>
                    <a:pt x="3028" y="74"/>
                  </a:lnTo>
                  <a:lnTo>
                    <a:pt x="2662" y="172"/>
                  </a:lnTo>
                  <a:lnTo>
                    <a:pt x="2320" y="294"/>
                  </a:lnTo>
                  <a:lnTo>
                    <a:pt x="1978" y="465"/>
                  </a:lnTo>
                  <a:lnTo>
                    <a:pt x="1661" y="660"/>
                  </a:lnTo>
                  <a:lnTo>
                    <a:pt x="1392" y="880"/>
                  </a:lnTo>
                  <a:lnTo>
                    <a:pt x="1123" y="1124"/>
                  </a:lnTo>
                  <a:lnTo>
                    <a:pt x="879" y="1393"/>
                  </a:lnTo>
                  <a:lnTo>
                    <a:pt x="659" y="1686"/>
                  </a:lnTo>
                  <a:lnTo>
                    <a:pt x="464" y="1979"/>
                  </a:lnTo>
                  <a:lnTo>
                    <a:pt x="293" y="2321"/>
                  </a:lnTo>
                  <a:lnTo>
                    <a:pt x="171" y="2663"/>
                  </a:lnTo>
                  <a:lnTo>
                    <a:pt x="73" y="3029"/>
                  </a:lnTo>
                  <a:lnTo>
                    <a:pt x="24" y="3420"/>
                  </a:lnTo>
                  <a:lnTo>
                    <a:pt x="0" y="3787"/>
                  </a:lnTo>
                  <a:lnTo>
                    <a:pt x="24" y="4177"/>
                  </a:lnTo>
                  <a:lnTo>
                    <a:pt x="73" y="4568"/>
                  </a:lnTo>
                  <a:lnTo>
                    <a:pt x="171" y="4934"/>
                  </a:lnTo>
                  <a:lnTo>
                    <a:pt x="293" y="5276"/>
                  </a:lnTo>
                  <a:lnTo>
                    <a:pt x="464" y="5594"/>
                  </a:lnTo>
                  <a:lnTo>
                    <a:pt x="659" y="5911"/>
                  </a:lnTo>
                  <a:lnTo>
                    <a:pt x="879" y="6204"/>
                  </a:lnTo>
                  <a:lnTo>
                    <a:pt x="1123" y="6473"/>
                  </a:lnTo>
                  <a:lnTo>
                    <a:pt x="1392" y="6717"/>
                  </a:lnTo>
                  <a:lnTo>
                    <a:pt x="1661" y="6937"/>
                  </a:lnTo>
                  <a:lnTo>
                    <a:pt x="1978" y="7133"/>
                  </a:lnTo>
                  <a:lnTo>
                    <a:pt x="2320" y="7279"/>
                  </a:lnTo>
                  <a:lnTo>
                    <a:pt x="2662" y="7426"/>
                  </a:lnTo>
                  <a:lnTo>
                    <a:pt x="3028" y="7499"/>
                  </a:lnTo>
                  <a:lnTo>
                    <a:pt x="3395" y="7572"/>
                  </a:lnTo>
                  <a:lnTo>
                    <a:pt x="3786" y="7597"/>
                  </a:lnTo>
                  <a:lnTo>
                    <a:pt x="4176" y="7572"/>
                  </a:lnTo>
                  <a:lnTo>
                    <a:pt x="4567" y="7499"/>
                  </a:lnTo>
                  <a:lnTo>
                    <a:pt x="4909" y="7426"/>
                  </a:lnTo>
                  <a:lnTo>
                    <a:pt x="5275" y="7279"/>
                  </a:lnTo>
                  <a:lnTo>
                    <a:pt x="5593" y="7133"/>
                  </a:lnTo>
                  <a:lnTo>
                    <a:pt x="5910" y="6937"/>
                  </a:lnTo>
                  <a:lnTo>
                    <a:pt x="6203" y="6717"/>
                  </a:lnTo>
                  <a:lnTo>
                    <a:pt x="6472" y="6473"/>
                  </a:lnTo>
                  <a:lnTo>
                    <a:pt x="6716" y="6204"/>
                  </a:lnTo>
                  <a:lnTo>
                    <a:pt x="6936" y="5911"/>
                  </a:lnTo>
                  <a:lnTo>
                    <a:pt x="7132" y="5594"/>
                  </a:lnTo>
                  <a:lnTo>
                    <a:pt x="7278" y="5276"/>
                  </a:lnTo>
                  <a:lnTo>
                    <a:pt x="7425" y="4934"/>
                  </a:lnTo>
                  <a:lnTo>
                    <a:pt x="7498" y="4568"/>
                  </a:lnTo>
                  <a:lnTo>
                    <a:pt x="7571" y="4177"/>
                  </a:lnTo>
                  <a:lnTo>
                    <a:pt x="7571" y="3787"/>
                  </a:lnTo>
                  <a:lnTo>
                    <a:pt x="7571" y="3420"/>
                  </a:lnTo>
                  <a:lnTo>
                    <a:pt x="7498" y="3029"/>
                  </a:lnTo>
                  <a:lnTo>
                    <a:pt x="7425" y="2663"/>
                  </a:lnTo>
                  <a:lnTo>
                    <a:pt x="7278" y="2321"/>
                  </a:lnTo>
                  <a:lnTo>
                    <a:pt x="7132" y="1979"/>
                  </a:lnTo>
                  <a:lnTo>
                    <a:pt x="6936" y="1686"/>
                  </a:lnTo>
                  <a:lnTo>
                    <a:pt x="6716" y="1393"/>
                  </a:lnTo>
                  <a:lnTo>
                    <a:pt x="6472" y="1124"/>
                  </a:lnTo>
                  <a:lnTo>
                    <a:pt x="6203" y="880"/>
                  </a:lnTo>
                  <a:lnTo>
                    <a:pt x="5910" y="660"/>
                  </a:lnTo>
                  <a:lnTo>
                    <a:pt x="5593" y="465"/>
                  </a:lnTo>
                  <a:lnTo>
                    <a:pt x="5275" y="294"/>
                  </a:lnTo>
                  <a:lnTo>
                    <a:pt x="4909" y="172"/>
                  </a:lnTo>
                  <a:lnTo>
                    <a:pt x="4567" y="74"/>
                  </a:lnTo>
                  <a:lnTo>
                    <a:pt x="4176" y="25"/>
                  </a:lnTo>
                  <a:lnTo>
                    <a:pt x="3786" y="1"/>
                  </a:lnTo>
                  <a:close/>
                </a:path>
              </a:pathLst>
            </a:custGeom>
            <a:solidFill>
              <a:srgbClr val="184769"/>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grpSp>
      <p:sp>
        <p:nvSpPr>
          <p:cNvPr id="1219" name="Google Shape;1219;p9"/>
          <p:cNvSpPr/>
          <p:nvPr/>
        </p:nvSpPr>
        <p:spPr>
          <a:xfrm>
            <a:off x="8081326" y="3153875"/>
            <a:ext cx="299952" cy="272838"/>
          </a:xfrm>
          <a:custGeom>
            <a:rect b="b" l="l" r="r" t="t"/>
            <a:pathLst>
              <a:path extrusionOk="0" h="14752" w="16218">
                <a:moveTo>
                  <a:pt x="7694" y="0"/>
                </a:moveTo>
                <a:lnTo>
                  <a:pt x="7279" y="25"/>
                </a:lnTo>
                <a:lnTo>
                  <a:pt x="6863" y="74"/>
                </a:lnTo>
                <a:lnTo>
                  <a:pt x="6473" y="123"/>
                </a:lnTo>
                <a:lnTo>
                  <a:pt x="6082" y="196"/>
                </a:lnTo>
                <a:lnTo>
                  <a:pt x="5691" y="293"/>
                </a:lnTo>
                <a:lnTo>
                  <a:pt x="5325" y="416"/>
                </a:lnTo>
                <a:lnTo>
                  <a:pt x="4958" y="538"/>
                </a:lnTo>
                <a:lnTo>
                  <a:pt x="4592" y="660"/>
                </a:lnTo>
                <a:lnTo>
                  <a:pt x="4250" y="831"/>
                </a:lnTo>
                <a:lnTo>
                  <a:pt x="3908" y="977"/>
                </a:lnTo>
                <a:lnTo>
                  <a:pt x="3566" y="1173"/>
                </a:lnTo>
                <a:lnTo>
                  <a:pt x="3249" y="1368"/>
                </a:lnTo>
                <a:lnTo>
                  <a:pt x="2956" y="1563"/>
                </a:lnTo>
                <a:lnTo>
                  <a:pt x="2663" y="1783"/>
                </a:lnTo>
                <a:lnTo>
                  <a:pt x="2370" y="2003"/>
                </a:lnTo>
                <a:lnTo>
                  <a:pt x="2101" y="2247"/>
                </a:lnTo>
                <a:lnTo>
                  <a:pt x="1857" y="2492"/>
                </a:lnTo>
                <a:lnTo>
                  <a:pt x="1612" y="2760"/>
                </a:lnTo>
                <a:lnTo>
                  <a:pt x="1393" y="3029"/>
                </a:lnTo>
                <a:lnTo>
                  <a:pt x="1173" y="3298"/>
                </a:lnTo>
                <a:lnTo>
                  <a:pt x="977" y="3591"/>
                </a:lnTo>
                <a:lnTo>
                  <a:pt x="807" y="3884"/>
                </a:lnTo>
                <a:lnTo>
                  <a:pt x="636" y="4201"/>
                </a:lnTo>
                <a:lnTo>
                  <a:pt x="489" y="4519"/>
                </a:lnTo>
                <a:lnTo>
                  <a:pt x="367" y="4836"/>
                </a:lnTo>
                <a:lnTo>
                  <a:pt x="245" y="5154"/>
                </a:lnTo>
                <a:lnTo>
                  <a:pt x="172" y="5496"/>
                </a:lnTo>
                <a:lnTo>
                  <a:pt x="98" y="5838"/>
                </a:lnTo>
                <a:lnTo>
                  <a:pt x="49" y="6179"/>
                </a:lnTo>
                <a:lnTo>
                  <a:pt x="1" y="6521"/>
                </a:lnTo>
                <a:lnTo>
                  <a:pt x="1" y="6888"/>
                </a:lnTo>
                <a:lnTo>
                  <a:pt x="1" y="7254"/>
                </a:lnTo>
                <a:lnTo>
                  <a:pt x="49" y="7645"/>
                </a:lnTo>
                <a:lnTo>
                  <a:pt x="98" y="8011"/>
                </a:lnTo>
                <a:lnTo>
                  <a:pt x="196" y="8353"/>
                </a:lnTo>
                <a:lnTo>
                  <a:pt x="294" y="8719"/>
                </a:lnTo>
                <a:lnTo>
                  <a:pt x="416" y="9061"/>
                </a:lnTo>
                <a:lnTo>
                  <a:pt x="562" y="9403"/>
                </a:lnTo>
                <a:lnTo>
                  <a:pt x="733" y="9745"/>
                </a:lnTo>
                <a:lnTo>
                  <a:pt x="904" y="10063"/>
                </a:lnTo>
                <a:lnTo>
                  <a:pt x="1100" y="10356"/>
                </a:lnTo>
                <a:lnTo>
                  <a:pt x="1344" y="10673"/>
                </a:lnTo>
                <a:lnTo>
                  <a:pt x="1564" y="10966"/>
                </a:lnTo>
                <a:lnTo>
                  <a:pt x="1832" y="11235"/>
                </a:lnTo>
                <a:lnTo>
                  <a:pt x="2101" y="11504"/>
                </a:lnTo>
                <a:lnTo>
                  <a:pt x="2394" y="11772"/>
                </a:lnTo>
                <a:lnTo>
                  <a:pt x="2687" y="12017"/>
                </a:lnTo>
                <a:lnTo>
                  <a:pt x="2492" y="12383"/>
                </a:lnTo>
                <a:lnTo>
                  <a:pt x="2272" y="12749"/>
                </a:lnTo>
                <a:lnTo>
                  <a:pt x="2028" y="13140"/>
                </a:lnTo>
                <a:lnTo>
                  <a:pt x="1710" y="13506"/>
                </a:lnTo>
                <a:lnTo>
                  <a:pt x="1368" y="13873"/>
                </a:lnTo>
                <a:lnTo>
                  <a:pt x="1173" y="14044"/>
                </a:lnTo>
                <a:lnTo>
                  <a:pt x="953" y="14190"/>
                </a:lnTo>
                <a:lnTo>
                  <a:pt x="733" y="14337"/>
                </a:lnTo>
                <a:lnTo>
                  <a:pt x="513" y="14483"/>
                </a:lnTo>
                <a:lnTo>
                  <a:pt x="269" y="14581"/>
                </a:lnTo>
                <a:lnTo>
                  <a:pt x="1" y="14703"/>
                </a:lnTo>
                <a:lnTo>
                  <a:pt x="123" y="14703"/>
                </a:lnTo>
                <a:lnTo>
                  <a:pt x="489" y="14752"/>
                </a:lnTo>
                <a:lnTo>
                  <a:pt x="1368" y="14752"/>
                </a:lnTo>
                <a:lnTo>
                  <a:pt x="1710" y="14728"/>
                </a:lnTo>
                <a:lnTo>
                  <a:pt x="2101" y="14654"/>
                </a:lnTo>
                <a:lnTo>
                  <a:pt x="2492" y="14581"/>
                </a:lnTo>
                <a:lnTo>
                  <a:pt x="2907" y="14459"/>
                </a:lnTo>
                <a:lnTo>
                  <a:pt x="3322" y="14312"/>
                </a:lnTo>
                <a:lnTo>
                  <a:pt x="3762" y="14117"/>
                </a:lnTo>
                <a:lnTo>
                  <a:pt x="4177" y="13873"/>
                </a:lnTo>
                <a:lnTo>
                  <a:pt x="4592" y="13604"/>
                </a:lnTo>
                <a:lnTo>
                  <a:pt x="4983" y="13238"/>
                </a:lnTo>
                <a:lnTo>
                  <a:pt x="5349" y="13360"/>
                </a:lnTo>
                <a:lnTo>
                  <a:pt x="5716" y="13482"/>
                </a:lnTo>
                <a:lnTo>
                  <a:pt x="6106" y="13555"/>
                </a:lnTo>
                <a:lnTo>
                  <a:pt x="6497" y="13628"/>
                </a:lnTo>
                <a:lnTo>
                  <a:pt x="6888" y="13702"/>
                </a:lnTo>
                <a:lnTo>
                  <a:pt x="7279" y="13751"/>
                </a:lnTo>
                <a:lnTo>
                  <a:pt x="7694" y="13775"/>
                </a:lnTo>
                <a:lnTo>
                  <a:pt x="8524" y="13775"/>
                </a:lnTo>
                <a:lnTo>
                  <a:pt x="8939" y="13751"/>
                </a:lnTo>
                <a:lnTo>
                  <a:pt x="9355" y="13702"/>
                </a:lnTo>
                <a:lnTo>
                  <a:pt x="9745" y="13628"/>
                </a:lnTo>
                <a:lnTo>
                  <a:pt x="10136" y="13555"/>
                </a:lnTo>
                <a:lnTo>
                  <a:pt x="10527" y="13458"/>
                </a:lnTo>
                <a:lnTo>
                  <a:pt x="10893" y="13360"/>
                </a:lnTo>
                <a:lnTo>
                  <a:pt x="11260" y="13238"/>
                </a:lnTo>
                <a:lnTo>
                  <a:pt x="11626" y="13091"/>
                </a:lnTo>
                <a:lnTo>
                  <a:pt x="11968" y="12945"/>
                </a:lnTo>
                <a:lnTo>
                  <a:pt x="12310" y="12774"/>
                </a:lnTo>
                <a:lnTo>
                  <a:pt x="12652" y="12603"/>
                </a:lnTo>
                <a:lnTo>
                  <a:pt x="12969" y="12407"/>
                </a:lnTo>
                <a:lnTo>
                  <a:pt x="13262" y="12212"/>
                </a:lnTo>
                <a:lnTo>
                  <a:pt x="13555" y="11992"/>
                </a:lnTo>
                <a:lnTo>
                  <a:pt x="13848" y="11748"/>
                </a:lnTo>
                <a:lnTo>
                  <a:pt x="14117" y="11528"/>
                </a:lnTo>
                <a:lnTo>
                  <a:pt x="14361" y="11259"/>
                </a:lnTo>
                <a:lnTo>
                  <a:pt x="14606" y="11015"/>
                </a:lnTo>
                <a:lnTo>
                  <a:pt x="14825" y="10747"/>
                </a:lnTo>
                <a:lnTo>
                  <a:pt x="15045" y="10453"/>
                </a:lnTo>
                <a:lnTo>
                  <a:pt x="15241" y="10160"/>
                </a:lnTo>
                <a:lnTo>
                  <a:pt x="15412" y="9867"/>
                </a:lnTo>
                <a:lnTo>
                  <a:pt x="15582" y="9574"/>
                </a:lnTo>
                <a:lnTo>
                  <a:pt x="15729" y="9257"/>
                </a:lnTo>
                <a:lnTo>
                  <a:pt x="15851" y="8939"/>
                </a:lnTo>
                <a:lnTo>
                  <a:pt x="15973" y="8597"/>
                </a:lnTo>
                <a:lnTo>
                  <a:pt x="16047" y="8280"/>
                </a:lnTo>
                <a:lnTo>
                  <a:pt x="16120" y="7938"/>
                </a:lnTo>
                <a:lnTo>
                  <a:pt x="16169" y="7596"/>
                </a:lnTo>
                <a:lnTo>
                  <a:pt x="16217" y="7230"/>
                </a:lnTo>
                <a:lnTo>
                  <a:pt x="16217" y="6888"/>
                </a:lnTo>
                <a:lnTo>
                  <a:pt x="16217" y="6521"/>
                </a:lnTo>
                <a:lnTo>
                  <a:pt x="16169" y="6179"/>
                </a:lnTo>
                <a:lnTo>
                  <a:pt x="16120" y="5838"/>
                </a:lnTo>
                <a:lnTo>
                  <a:pt x="16047" y="5496"/>
                </a:lnTo>
                <a:lnTo>
                  <a:pt x="15973" y="5154"/>
                </a:lnTo>
                <a:lnTo>
                  <a:pt x="15851" y="4836"/>
                </a:lnTo>
                <a:lnTo>
                  <a:pt x="15729" y="4519"/>
                </a:lnTo>
                <a:lnTo>
                  <a:pt x="15582" y="4201"/>
                </a:lnTo>
                <a:lnTo>
                  <a:pt x="15412" y="3884"/>
                </a:lnTo>
                <a:lnTo>
                  <a:pt x="15241" y="3591"/>
                </a:lnTo>
                <a:lnTo>
                  <a:pt x="15045" y="3298"/>
                </a:lnTo>
                <a:lnTo>
                  <a:pt x="14825" y="3029"/>
                </a:lnTo>
                <a:lnTo>
                  <a:pt x="14606" y="2760"/>
                </a:lnTo>
                <a:lnTo>
                  <a:pt x="14361" y="2492"/>
                </a:lnTo>
                <a:lnTo>
                  <a:pt x="14117" y="2247"/>
                </a:lnTo>
                <a:lnTo>
                  <a:pt x="13848" y="2003"/>
                </a:lnTo>
                <a:lnTo>
                  <a:pt x="13555" y="1783"/>
                </a:lnTo>
                <a:lnTo>
                  <a:pt x="13262" y="1563"/>
                </a:lnTo>
                <a:lnTo>
                  <a:pt x="12969" y="1368"/>
                </a:lnTo>
                <a:lnTo>
                  <a:pt x="12652" y="1173"/>
                </a:lnTo>
                <a:lnTo>
                  <a:pt x="12310" y="977"/>
                </a:lnTo>
                <a:lnTo>
                  <a:pt x="11968" y="831"/>
                </a:lnTo>
                <a:lnTo>
                  <a:pt x="11626" y="660"/>
                </a:lnTo>
                <a:lnTo>
                  <a:pt x="11260" y="538"/>
                </a:lnTo>
                <a:lnTo>
                  <a:pt x="10893" y="416"/>
                </a:lnTo>
                <a:lnTo>
                  <a:pt x="10527" y="293"/>
                </a:lnTo>
                <a:lnTo>
                  <a:pt x="10136" y="196"/>
                </a:lnTo>
                <a:lnTo>
                  <a:pt x="9745" y="123"/>
                </a:lnTo>
                <a:lnTo>
                  <a:pt x="9355" y="74"/>
                </a:lnTo>
                <a:lnTo>
                  <a:pt x="8939" y="25"/>
                </a:lnTo>
                <a:lnTo>
                  <a:pt x="8524" y="0"/>
                </a:lnTo>
                <a:close/>
              </a:path>
            </a:pathLst>
          </a:custGeom>
          <a:solidFill>
            <a:srgbClr val="3292E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grpSp>
        <p:nvGrpSpPr>
          <p:cNvPr id="1220" name="Google Shape;1220;p9"/>
          <p:cNvGrpSpPr/>
          <p:nvPr/>
        </p:nvGrpSpPr>
        <p:grpSpPr>
          <a:xfrm>
            <a:off x="904276" y="515192"/>
            <a:ext cx="382958" cy="607111"/>
            <a:chOff x="6718575" y="2318625"/>
            <a:chExt cx="256950" cy="407375"/>
          </a:xfrm>
        </p:grpSpPr>
        <p:sp>
          <p:nvSpPr>
            <p:cNvPr id="1221" name="Google Shape;1221;p9"/>
            <p:cNvSpPr/>
            <p:nvPr/>
          </p:nvSpPr>
          <p:spPr>
            <a:xfrm>
              <a:off x="6795900" y="2673600"/>
              <a:ext cx="102300" cy="22550"/>
            </a:xfrm>
            <a:custGeom>
              <a:rect b="b" l="l" r="r" t="t"/>
              <a:pathLst>
                <a:path extrusionOk="0" fill="none" h="902" w="4092">
                  <a:moveTo>
                    <a:pt x="4092" y="902"/>
                  </a:moveTo>
                  <a:lnTo>
                    <a:pt x="4092" y="1"/>
                  </a:lnTo>
                  <a:lnTo>
                    <a:pt x="0" y="1"/>
                  </a:lnTo>
                  <a:lnTo>
                    <a:pt x="0" y="902"/>
                  </a:lnTo>
                  <a:lnTo>
                    <a:pt x="4092" y="902"/>
                  </a:lnTo>
                  <a:close/>
                </a:path>
              </a:pathLst>
            </a:custGeom>
            <a:noFill/>
            <a:ln cap="rnd" cmpd="sng" w="1217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1222" name="Google Shape;1222;p9"/>
            <p:cNvSpPr/>
            <p:nvPr/>
          </p:nvSpPr>
          <p:spPr>
            <a:xfrm>
              <a:off x="6795900" y="2650475"/>
              <a:ext cx="102300" cy="22550"/>
            </a:xfrm>
            <a:custGeom>
              <a:rect b="b" l="l" r="r" t="t"/>
              <a:pathLst>
                <a:path extrusionOk="0" fill="none" h="902" w="4092">
                  <a:moveTo>
                    <a:pt x="4092" y="901"/>
                  </a:moveTo>
                  <a:lnTo>
                    <a:pt x="4092" y="0"/>
                  </a:lnTo>
                  <a:lnTo>
                    <a:pt x="0" y="0"/>
                  </a:lnTo>
                  <a:lnTo>
                    <a:pt x="0" y="901"/>
                  </a:lnTo>
                  <a:lnTo>
                    <a:pt x="4092" y="901"/>
                  </a:lnTo>
                  <a:close/>
                </a:path>
              </a:pathLst>
            </a:custGeom>
            <a:noFill/>
            <a:ln cap="rnd" cmpd="sng" w="1217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1223" name="Google Shape;1223;p9"/>
            <p:cNvSpPr/>
            <p:nvPr/>
          </p:nvSpPr>
          <p:spPr>
            <a:xfrm>
              <a:off x="6795900" y="2696125"/>
              <a:ext cx="102300" cy="29875"/>
            </a:xfrm>
            <a:custGeom>
              <a:rect b="b" l="l" r="r" t="t"/>
              <a:pathLst>
                <a:path extrusionOk="0" fill="none" h="1195" w="4092">
                  <a:moveTo>
                    <a:pt x="0" y="1"/>
                  </a:moveTo>
                  <a:lnTo>
                    <a:pt x="0" y="171"/>
                  </a:lnTo>
                  <a:lnTo>
                    <a:pt x="0" y="171"/>
                  </a:lnTo>
                  <a:lnTo>
                    <a:pt x="24" y="318"/>
                  </a:lnTo>
                  <a:lnTo>
                    <a:pt x="98" y="464"/>
                  </a:lnTo>
                  <a:lnTo>
                    <a:pt x="195" y="585"/>
                  </a:lnTo>
                  <a:lnTo>
                    <a:pt x="341" y="659"/>
                  </a:lnTo>
                  <a:lnTo>
                    <a:pt x="1875" y="1170"/>
                  </a:lnTo>
                  <a:lnTo>
                    <a:pt x="1875" y="1170"/>
                  </a:lnTo>
                  <a:lnTo>
                    <a:pt x="2046" y="1194"/>
                  </a:lnTo>
                  <a:lnTo>
                    <a:pt x="2046" y="1194"/>
                  </a:lnTo>
                  <a:lnTo>
                    <a:pt x="2216" y="1170"/>
                  </a:lnTo>
                  <a:lnTo>
                    <a:pt x="3751" y="659"/>
                  </a:lnTo>
                  <a:lnTo>
                    <a:pt x="3751" y="659"/>
                  </a:lnTo>
                  <a:lnTo>
                    <a:pt x="3897" y="585"/>
                  </a:lnTo>
                  <a:lnTo>
                    <a:pt x="3994" y="464"/>
                  </a:lnTo>
                  <a:lnTo>
                    <a:pt x="4067" y="318"/>
                  </a:lnTo>
                  <a:lnTo>
                    <a:pt x="4092" y="171"/>
                  </a:lnTo>
                  <a:lnTo>
                    <a:pt x="4092" y="1"/>
                  </a:lnTo>
                  <a:lnTo>
                    <a:pt x="0" y="1"/>
                  </a:lnTo>
                  <a:close/>
                </a:path>
              </a:pathLst>
            </a:custGeom>
            <a:noFill/>
            <a:ln cap="rnd" cmpd="sng" w="1217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1224" name="Google Shape;1224;p9"/>
            <p:cNvSpPr/>
            <p:nvPr/>
          </p:nvSpPr>
          <p:spPr>
            <a:xfrm>
              <a:off x="6784925" y="2459275"/>
              <a:ext cx="35350" cy="166875"/>
            </a:xfrm>
            <a:custGeom>
              <a:rect b="b" l="l" r="r" t="t"/>
              <a:pathLst>
                <a:path extrusionOk="0" fill="none" h="6675" w="1414">
                  <a:moveTo>
                    <a:pt x="1413" y="6674"/>
                  </a:moveTo>
                  <a:lnTo>
                    <a:pt x="1413" y="6674"/>
                  </a:lnTo>
                  <a:lnTo>
                    <a:pt x="585" y="2850"/>
                  </a:lnTo>
                  <a:lnTo>
                    <a:pt x="1" y="1"/>
                  </a:lnTo>
                </a:path>
              </a:pathLst>
            </a:custGeom>
            <a:noFill/>
            <a:ln cap="rnd" cmpd="sng" w="1217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1225" name="Google Shape;1225;p9"/>
            <p:cNvSpPr/>
            <p:nvPr/>
          </p:nvSpPr>
          <p:spPr>
            <a:xfrm>
              <a:off x="6718575" y="2318625"/>
              <a:ext cx="256950" cy="307525"/>
            </a:xfrm>
            <a:custGeom>
              <a:rect b="b" l="l" r="r" t="t"/>
              <a:pathLst>
                <a:path extrusionOk="0" fill="none" h="12301" w="10278">
                  <a:moveTo>
                    <a:pt x="7185" y="12300"/>
                  </a:moveTo>
                  <a:lnTo>
                    <a:pt x="7185" y="12300"/>
                  </a:lnTo>
                  <a:lnTo>
                    <a:pt x="7307" y="11764"/>
                  </a:lnTo>
                  <a:lnTo>
                    <a:pt x="7477" y="11253"/>
                  </a:lnTo>
                  <a:lnTo>
                    <a:pt x="7672" y="10766"/>
                  </a:lnTo>
                  <a:lnTo>
                    <a:pt x="7891" y="10327"/>
                  </a:lnTo>
                  <a:lnTo>
                    <a:pt x="8135" y="9913"/>
                  </a:lnTo>
                  <a:lnTo>
                    <a:pt x="8378" y="9499"/>
                  </a:lnTo>
                  <a:lnTo>
                    <a:pt x="8914" y="8720"/>
                  </a:lnTo>
                  <a:lnTo>
                    <a:pt x="9182" y="8330"/>
                  </a:lnTo>
                  <a:lnTo>
                    <a:pt x="9425" y="7941"/>
                  </a:lnTo>
                  <a:lnTo>
                    <a:pt x="9645" y="7551"/>
                  </a:lnTo>
                  <a:lnTo>
                    <a:pt x="9864" y="7113"/>
                  </a:lnTo>
                  <a:lnTo>
                    <a:pt x="10034" y="6674"/>
                  </a:lnTo>
                  <a:lnTo>
                    <a:pt x="10156" y="6187"/>
                  </a:lnTo>
                  <a:lnTo>
                    <a:pt x="10229" y="5676"/>
                  </a:lnTo>
                  <a:lnTo>
                    <a:pt x="10253" y="5408"/>
                  </a:lnTo>
                  <a:lnTo>
                    <a:pt x="10278" y="5140"/>
                  </a:lnTo>
                  <a:lnTo>
                    <a:pt x="10278" y="5140"/>
                  </a:lnTo>
                  <a:lnTo>
                    <a:pt x="10229" y="4604"/>
                  </a:lnTo>
                  <a:lnTo>
                    <a:pt x="10156" y="4093"/>
                  </a:lnTo>
                  <a:lnTo>
                    <a:pt x="10034" y="3605"/>
                  </a:lnTo>
                  <a:lnTo>
                    <a:pt x="9864" y="3143"/>
                  </a:lnTo>
                  <a:lnTo>
                    <a:pt x="9645" y="2680"/>
                  </a:lnTo>
                  <a:lnTo>
                    <a:pt x="9401" y="2266"/>
                  </a:lnTo>
                  <a:lnTo>
                    <a:pt x="9084" y="1876"/>
                  </a:lnTo>
                  <a:lnTo>
                    <a:pt x="8768" y="1511"/>
                  </a:lnTo>
                  <a:lnTo>
                    <a:pt x="8402" y="1170"/>
                  </a:lnTo>
                  <a:lnTo>
                    <a:pt x="8013" y="878"/>
                  </a:lnTo>
                  <a:lnTo>
                    <a:pt x="7574" y="634"/>
                  </a:lnTo>
                  <a:lnTo>
                    <a:pt x="7136" y="415"/>
                  </a:lnTo>
                  <a:lnTo>
                    <a:pt x="6673" y="244"/>
                  </a:lnTo>
                  <a:lnTo>
                    <a:pt x="6162" y="98"/>
                  </a:lnTo>
                  <a:lnTo>
                    <a:pt x="5675" y="25"/>
                  </a:lnTo>
                  <a:lnTo>
                    <a:pt x="5139" y="1"/>
                  </a:lnTo>
                  <a:lnTo>
                    <a:pt x="5139" y="1"/>
                  </a:lnTo>
                  <a:lnTo>
                    <a:pt x="4603" y="25"/>
                  </a:lnTo>
                  <a:lnTo>
                    <a:pt x="4116" y="98"/>
                  </a:lnTo>
                  <a:lnTo>
                    <a:pt x="3605" y="244"/>
                  </a:lnTo>
                  <a:lnTo>
                    <a:pt x="3142" y="415"/>
                  </a:lnTo>
                  <a:lnTo>
                    <a:pt x="2703" y="634"/>
                  </a:lnTo>
                  <a:lnTo>
                    <a:pt x="2265" y="878"/>
                  </a:lnTo>
                  <a:lnTo>
                    <a:pt x="1875" y="1170"/>
                  </a:lnTo>
                  <a:lnTo>
                    <a:pt x="1510" y="1511"/>
                  </a:lnTo>
                  <a:lnTo>
                    <a:pt x="1193" y="1876"/>
                  </a:lnTo>
                  <a:lnTo>
                    <a:pt x="877" y="2266"/>
                  </a:lnTo>
                  <a:lnTo>
                    <a:pt x="633" y="2680"/>
                  </a:lnTo>
                  <a:lnTo>
                    <a:pt x="414" y="3143"/>
                  </a:lnTo>
                  <a:lnTo>
                    <a:pt x="244" y="3605"/>
                  </a:lnTo>
                  <a:lnTo>
                    <a:pt x="122" y="4093"/>
                  </a:lnTo>
                  <a:lnTo>
                    <a:pt x="49" y="4604"/>
                  </a:lnTo>
                  <a:lnTo>
                    <a:pt x="0" y="5140"/>
                  </a:lnTo>
                  <a:lnTo>
                    <a:pt x="0" y="5140"/>
                  </a:lnTo>
                  <a:lnTo>
                    <a:pt x="24" y="5408"/>
                  </a:lnTo>
                  <a:lnTo>
                    <a:pt x="49" y="5676"/>
                  </a:lnTo>
                  <a:lnTo>
                    <a:pt x="122" y="6187"/>
                  </a:lnTo>
                  <a:lnTo>
                    <a:pt x="244" y="6674"/>
                  </a:lnTo>
                  <a:lnTo>
                    <a:pt x="414" y="7113"/>
                  </a:lnTo>
                  <a:lnTo>
                    <a:pt x="633" y="7551"/>
                  </a:lnTo>
                  <a:lnTo>
                    <a:pt x="852" y="7941"/>
                  </a:lnTo>
                  <a:lnTo>
                    <a:pt x="1096" y="8330"/>
                  </a:lnTo>
                  <a:lnTo>
                    <a:pt x="1364" y="8720"/>
                  </a:lnTo>
                  <a:lnTo>
                    <a:pt x="1900" y="9499"/>
                  </a:lnTo>
                  <a:lnTo>
                    <a:pt x="2143" y="9913"/>
                  </a:lnTo>
                  <a:lnTo>
                    <a:pt x="2387" y="10327"/>
                  </a:lnTo>
                  <a:lnTo>
                    <a:pt x="2606" y="10766"/>
                  </a:lnTo>
                  <a:lnTo>
                    <a:pt x="2801" y="11253"/>
                  </a:lnTo>
                  <a:lnTo>
                    <a:pt x="2971" y="11764"/>
                  </a:lnTo>
                  <a:lnTo>
                    <a:pt x="3093" y="12300"/>
                  </a:lnTo>
                </a:path>
              </a:pathLst>
            </a:custGeom>
            <a:noFill/>
            <a:ln cap="rnd" cmpd="sng" w="1217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1226" name="Google Shape;1226;p9"/>
            <p:cNvSpPr/>
            <p:nvPr/>
          </p:nvSpPr>
          <p:spPr>
            <a:xfrm>
              <a:off x="6873825" y="2459275"/>
              <a:ext cx="35350" cy="166875"/>
            </a:xfrm>
            <a:custGeom>
              <a:rect b="b" l="l" r="r" t="t"/>
              <a:pathLst>
                <a:path extrusionOk="0" fill="none" h="6675" w="1414">
                  <a:moveTo>
                    <a:pt x="1413" y="1"/>
                  </a:moveTo>
                  <a:lnTo>
                    <a:pt x="1413" y="1"/>
                  </a:lnTo>
                  <a:lnTo>
                    <a:pt x="829" y="2850"/>
                  </a:lnTo>
                  <a:lnTo>
                    <a:pt x="1" y="6674"/>
                  </a:lnTo>
                </a:path>
              </a:pathLst>
            </a:custGeom>
            <a:noFill/>
            <a:ln cap="rnd" cmpd="sng" w="1217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1227" name="Google Shape;1227;p9"/>
            <p:cNvSpPr/>
            <p:nvPr/>
          </p:nvSpPr>
          <p:spPr>
            <a:xfrm>
              <a:off x="6801975" y="2453200"/>
              <a:ext cx="90150" cy="19500"/>
            </a:xfrm>
            <a:custGeom>
              <a:rect b="b" l="l" r="r" t="t"/>
              <a:pathLst>
                <a:path extrusionOk="0" fill="none" h="780" w="3606">
                  <a:moveTo>
                    <a:pt x="1" y="73"/>
                  </a:moveTo>
                  <a:lnTo>
                    <a:pt x="829" y="780"/>
                  </a:lnTo>
                  <a:lnTo>
                    <a:pt x="1657" y="73"/>
                  </a:lnTo>
                  <a:lnTo>
                    <a:pt x="1657" y="73"/>
                  </a:lnTo>
                  <a:lnTo>
                    <a:pt x="1730" y="25"/>
                  </a:lnTo>
                  <a:lnTo>
                    <a:pt x="1803" y="0"/>
                  </a:lnTo>
                  <a:lnTo>
                    <a:pt x="1876" y="25"/>
                  </a:lnTo>
                  <a:lnTo>
                    <a:pt x="1949" y="73"/>
                  </a:lnTo>
                  <a:lnTo>
                    <a:pt x="2777" y="780"/>
                  </a:lnTo>
                  <a:lnTo>
                    <a:pt x="3605" y="73"/>
                  </a:lnTo>
                </a:path>
              </a:pathLst>
            </a:custGeom>
            <a:noFill/>
            <a:ln cap="rnd" cmpd="sng" w="1217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1228" name="Google Shape;1228;p9"/>
            <p:cNvSpPr/>
            <p:nvPr/>
          </p:nvSpPr>
          <p:spPr>
            <a:xfrm>
              <a:off x="6795900" y="2628550"/>
              <a:ext cx="102300" cy="25"/>
            </a:xfrm>
            <a:custGeom>
              <a:rect b="b" l="l" r="r" t="t"/>
              <a:pathLst>
                <a:path extrusionOk="0" fill="none" h="1" w="4092">
                  <a:moveTo>
                    <a:pt x="0" y="1"/>
                  </a:moveTo>
                  <a:lnTo>
                    <a:pt x="4092" y="1"/>
                  </a:lnTo>
                </a:path>
              </a:pathLst>
            </a:custGeom>
            <a:noFill/>
            <a:ln cap="rnd" cmpd="sng" w="1217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grpSp>
      <p:grpSp>
        <p:nvGrpSpPr>
          <p:cNvPr id="1229" name="Google Shape;1229;p9"/>
          <p:cNvGrpSpPr/>
          <p:nvPr/>
        </p:nvGrpSpPr>
        <p:grpSpPr>
          <a:xfrm>
            <a:off x="335759" y="1840531"/>
            <a:ext cx="342882" cy="350068"/>
            <a:chOff x="3951850" y="2985350"/>
            <a:chExt cx="407950" cy="416500"/>
          </a:xfrm>
        </p:grpSpPr>
        <p:sp>
          <p:nvSpPr>
            <p:cNvPr id="1230" name="Google Shape;1230;p9"/>
            <p:cNvSpPr/>
            <p:nvPr/>
          </p:nvSpPr>
          <p:spPr>
            <a:xfrm>
              <a:off x="3951850" y="2985350"/>
              <a:ext cx="314800" cy="314825"/>
            </a:xfrm>
            <a:custGeom>
              <a:rect b="b" l="l" r="r" t="t"/>
              <a:pathLst>
                <a:path extrusionOk="0" fill="none" h="12593" w="12592">
                  <a:moveTo>
                    <a:pt x="6284" y="1"/>
                  </a:moveTo>
                  <a:lnTo>
                    <a:pt x="6284" y="1"/>
                  </a:lnTo>
                  <a:lnTo>
                    <a:pt x="5967" y="25"/>
                  </a:lnTo>
                  <a:lnTo>
                    <a:pt x="5651" y="49"/>
                  </a:lnTo>
                  <a:lnTo>
                    <a:pt x="5334" y="74"/>
                  </a:lnTo>
                  <a:lnTo>
                    <a:pt x="5017" y="147"/>
                  </a:lnTo>
                  <a:lnTo>
                    <a:pt x="4725" y="220"/>
                  </a:lnTo>
                  <a:lnTo>
                    <a:pt x="4433" y="293"/>
                  </a:lnTo>
                  <a:lnTo>
                    <a:pt x="4141" y="390"/>
                  </a:lnTo>
                  <a:lnTo>
                    <a:pt x="3848" y="512"/>
                  </a:lnTo>
                  <a:lnTo>
                    <a:pt x="3556" y="634"/>
                  </a:lnTo>
                  <a:lnTo>
                    <a:pt x="3288" y="780"/>
                  </a:lnTo>
                  <a:lnTo>
                    <a:pt x="3020" y="926"/>
                  </a:lnTo>
                  <a:lnTo>
                    <a:pt x="2777" y="1072"/>
                  </a:lnTo>
                  <a:lnTo>
                    <a:pt x="2290" y="1437"/>
                  </a:lnTo>
                  <a:lnTo>
                    <a:pt x="1851" y="1852"/>
                  </a:lnTo>
                  <a:lnTo>
                    <a:pt x="1437" y="2290"/>
                  </a:lnTo>
                  <a:lnTo>
                    <a:pt x="1072" y="2777"/>
                  </a:lnTo>
                  <a:lnTo>
                    <a:pt x="901" y="3045"/>
                  </a:lnTo>
                  <a:lnTo>
                    <a:pt x="755" y="3313"/>
                  </a:lnTo>
                  <a:lnTo>
                    <a:pt x="609" y="3581"/>
                  </a:lnTo>
                  <a:lnTo>
                    <a:pt x="487" y="3849"/>
                  </a:lnTo>
                  <a:lnTo>
                    <a:pt x="390" y="4141"/>
                  </a:lnTo>
                  <a:lnTo>
                    <a:pt x="292" y="4433"/>
                  </a:lnTo>
                  <a:lnTo>
                    <a:pt x="195" y="4725"/>
                  </a:lnTo>
                  <a:lnTo>
                    <a:pt x="122" y="5042"/>
                  </a:lnTo>
                  <a:lnTo>
                    <a:pt x="73" y="5334"/>
                  </a:lnTo>
                  <a:lnTo>
                    <a:pt x="25" y="5651"/>
                  </a:lnTo>
                  <a:lnTo>
                    <a:pt x="0" y="5968"/>
                  </a:lnTo>
                  <a:lnTo>
                    <a:pt x="0" y="6308"/>
                  </a:lnTo>
                  <a:lnTo>
                    <a:pt x="0" y="6308"/>
                  </a:lnTo>
                  <a:lnTo>
                    <a:pt x="0" y="6625"/>
                  </a:lnTo>
                  <a:lnTo>
                    <a:pt x="25" y="6942"/>
                  </a:lnTo>
                  <a:lnTo>
                    <a:pt x="73" y="7258"/>
                  </a:lnTo>
                  <a:lnTo>
                    <a:pt x="122" y="7575"/>
                  </a:lnTo>
                  <a:lnTo>
                    <a:pt x="195" y="7867"/>
                  </a:lnTo>
                  <a:lnTo>
                    <a:pt x="292" y="8184"/>
                  </a:lnTo>
                  <a:lnTo>
                    <a:pt x="390" y="8476"/>
                  </a:lnTo>
                  <a:lnTo>
                    <a:pt x="487" y="8744"/>
                  </a:lnTo>
                  <a:lnTo>
                    <a:pt x="609" y="9036"/>
                  </a:lnTo>
                  <a:lnTo>
                    <a:pt x="755" y="9304"/>
                  </a:lnTo>
                  <a:lnTo>
                    <a:pt x="901" y="9572"/>
                  </a:lnTo>
                  <a:lnTo>
                    <a:pt x="1072" y="9816"/>
                  </a:lnTo>
                  <a:lnTo>
                    <a:pt x="1437" y="10303"/>
                  </a:lnTo>
                  <a:lnTo>
                    <a:pt x="1851" y="10741"/>
                  </a:lnTo>
                  <a:lnTo>
                    <a:pt x="2290" y="11155"/>
                  </a:lnTo>
                  <a:lnTo>
                    <a:pt x="2777" y="11520"/>
                  </a:lnTo>
                  <a:lnTo>
                    <a:pt x="3020" y="11691"/>
                  </a:lnTo>
                  <a:lnTo>
                    <a:pt x="3288" y="11837"/>
                  </a:lnTo>
                  <a:lnTo>
                    <a:pt x="3556" y="11983"/>
                  </a:lnTo>
                  <a:lnTo>
                    <a:pt x="3848" y="12105"/>
                  </a:lnTo>
                  <a:lnTo>
                    <a:pt x="4141" y="12202"/>
                  </a:lnTo>
                  <a:lnTo>
                    <a:pt x="4433" y="12300"/>
                  </a:lnTo>
                  <a:lnTo>
                    <a:pt x="4725" y="12397"/>
                  </a:lnTo>
                  <a:lnTo>
                    <a:pt x="5017" y="12470"/>
                  </a:lnTo>
                  <a:lnTo>
                    <a:pt x="5334" y="12519"/>
                  </a:lnTo>
                  <a:lnTo>
                    <a:pt x="5651" y="12568"/>
                  </a:lnTo>
                  <a:lnTo>
                    <a:pt x="5967" y="12592"/>
                  </a:lnTo>
                  <a:lnTo>
                    <a:pt x="6284" y="12592"/>
                  </a:lnTo>
                  <a:lnTo>
                    <a:pt x="6284" y="12592"/>
                  </a:lnTo>
                  <a:lnTo>
                    <a:pt x="6625" y="12592"/>
                  </a:lnTo>
                  <a:lnTo>
                    <a:pt x="6941" y="12568"/>
                  </a:lnTo>
                  <a:lnTo>
                    <a:pt x="7258" y="12519"/>
                  </a:lnTo>
                  <a:lnTo>
                    <a:pt x="7550" y="12470"/>
                  </a:lnTo>
                  <a:lnTo>
                    <a:pt x="7867" y="12397"/>
                  </a:lnTo>
                  <a:lnTo>
                    <a:pt x="8159" y="12300"/>
                  </a:lnTo>
                  <a:lnTo>
                    <a:pt x="8451" y="12202"/>
                  </a:lnTo>
                  <a:lnTo>
                    <a:pt x="8744" y="12105"/>
                  </a:lnTo>
                  <a:lnTo>
                    <a:pt x="9012" y="11983"/>
                  </a:lnTo>
                  <a:lnTo>
                    <a:pt x="9279" y="11837"/>
                  </a:lnTo>
                  <a:lnTo>
                    <a:pt x="9547" y="11691"/>
                  </a:lnTo>
                  <a:lnTo>
                    <a:pt x="9815" y="11520"/>
                  </a:lnTo>
                  <a:lnTo>
                    <a:pt x="10302" y="11155"/>
                  </a:lnTo>
                  <a:lnTo>
                    <a:pt x="10741" y="10741"/>
                  </a:lnTo>
                  <a:lnTo>
                    <a:pt x="11155" y="10303"/>
                  </a:lnTo>
                  <a:lnTo>
                    <a:pt x="11520" y="9816"/>
                  </a:lnTo>
                  <a:lnTo>
                    <a:pt x="11666" y="9572"/>
                  </a:lnTo>
                  <a:lnTo>
                    <a:pt x="11812" y="9304"/>
                  </a:lnTo>
                  <a:lnTo>
                    <a:pt x="11958" y="9036"/>
                  </a:lnTo>
                  <a:lnTo>
                    <a:pt x="12080" y="8744"/>
                  </a:lnTo>
                  <a:lnTo>
                    <a:pt x="12202" y="8476"/>
                  </a:lnTo>
                  <a:lnTo>
                    <a:pt x="12299" y="8184"/>
                  </a:lnTo>
                  <a:lnTo>
                    <a:pt x="12397" y="7867"/>
                  </a:lnTo>
                  <a:lnTo>
                    <a:pt x="12446" y="7575"/>
                  </a:lnTo>
                  <a:lnTo>
                    <a:pt x="12519" y="7258"/>
                  </a:lnTo>
                  <a:lnTo>
                    <a:pt x="12543" y="6942"/>
                  </a:lnTo>
                  <a:lnTo>
                    <a:pt x="12567" y="6625"/>
                  </a:lnTo>
                  <a:lnTo>
                    <a:pt x="12592" y="6308"/>
                  </a:lnTo>
                  <a:lnTo>
                    <a:pt x="12592" y="6308"/>
                  </a:lnTo>
                  <a:lnTo>
                    <a:pt x="12567" y="5968"/>
                  </a:lnTo>
                  <a:lnTo>
                    <a:pt x="12543" y="5651"/>
                  </a:lnTo>
                  <a:lnTo>
                    <a:pt x="12519" y="5334"/>
                  </a:lnTo>
                  <a:lnTo>
                    <a:pt x="12446" y="5042"/>
                  </a:lnTo>
                  <a:lnTo>
                    <a:pt x="12397" y="4725"/>
                  </a:lnTo>
                  <a:lnTo>
                    <a:pt x="12299" y="4433"/>
                  </a:lnTo>
                  <a:lnTo>
                    <a:pt x="12202" y="4141"/>
                  </a:lnTo>
                  <a:lnTo>
                    <a:pt x="12080" y="3849"/>
                  </a:lnTo>
                  <a:lnTo>
                    <a:pt x="11958" y="3581"/>
                  </a:lnTo>
                  <a:lnTo>
                    <a:pt x="11812" y="3313"/>
                  </a:lnTo>
                  <a:lnTo>
                    <a:pt x="11666" y="3045"/>
                  </a:lnTo>
                  <a:lnTo>
                    <a:pt x="11520" y="2777"/>
                  </a:lnTo>
                  <a:lnTo>
                    <a:pt x="11155" y="2290"/>
                  </a:lnTo>
                  <a:lnTo>
                    <a:pt x="10741" y="1852"/>
                  </a:lnTo>
                  <a:lnTo>
                    <a:pt x="10302" y="1437"/>
                  </a:lnTo>
                  <a:lnTo>
                    <a:pt x="9815" y="1072"/>
                  </a:lnTo>
                  <a:lnTo>
                    <a:pt x="9547" y="926"/>
                  </a:lnTo>
                  <a:lnTo>
                    <a:pt x="9279" y="780"/>
                  </a:lnTo>
                  <a:lnTo>
                    <a:pt x="9012" y="634"/>
                  </a:lnTo>
                  <a:lnTo>
                    <a:pt x="8744" y="512"/>
                  </a:lnTo>
                  <a:lnTo>
                    <a:pt x="8451" y="390"/>
                  </a:lnTo>
                  <a:lnTo>
                    <a:pt x="8159" y="293"/>
                  </a:lnTo>
                  <a:lnTo>
                    <a:pt x="7867" y="220"/>
                  </a:lnTo>
                  <a:lnTo>
                    <a:pt x="7550" y="147"/>
                  </a:lnTo>
                  <a:lnTo>
                    <a:pt x="7258" y="74"/>
                  </a:lnTo>
                  <a:lnTo>
                    <a:pt x="6941" y="49"/>
                  </a:lnTo>
                  <a:lnTo>
                    <a:pt x="6625" y="25"/>
                  </a:lnTo>
                  <a:lnTo>
                    <a:pt x="6284" y="1"/>
                  </a:lnTo>
                  <a:lnTo>
                    <a:pt x="6284" y="1"/>
                  </a:lnTo>
                  <a:close/>
                </a:path>
              </a:pathLst>
            </a:custGeom>
            <a:noFill/>
            <a:ln cap="rnd" cmpd="sng" w="19050">
              <a:solidFill>
                <a:srgbClr val="184769"/>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1231" name="Google Shape;1231;p9"/>
            <p:cNvSpPr/>
            <p:nvPr/>
          </p:nvSpPr>
          <p:spPr>
            <a:xfrm>
              <a:off x="3988375" y="3021875"/>
              <a:ext cx="241750" cy="241750"/>
            </a:xfrm>
            <a:custGeom>
              <a:rect b="b" l="l" r="r" t="t"/>
              <a:pathLst>
                <a:path extrusionOk="0" fill="none" h="9670" w="9670">
                  <a:moveTo>
                    <a:pt x="4823" y="1"/>
                  </a:moveTo>
                  <a:lnTo>
                    <a:pt x="4823" y="1"/>
                  </a:lnTo>
                  <a:lnTo>
                    <a:pt x="4336" y="25"/>
                  </a:lnTo>
                  <a:lnTo>
                    <a:pt x="3849" y="98"/>
                  </a:lnTo>
                  <a:lnTo>
                    <a:pt x="3386" y="220"/>
                  </a:lnTo>
                  <a:lnTo>
                    <a:pt x="2947" y="391"/>
                  </a:lnTo>
                  <a:lnTo>
                    <a:pt x="2533" y="585"/>
                  </a:lnTo>
                  <a:lnTo>
                    <a:pt x="2144" y="829"/>
                  </a:lnTo>
                  <a:lnTo>
                    <a:pt x="1754" y="1121"/>
                  </a:lnTo>
                  <a:lnTo>
                    <a:pt x="1413" y="1438"/>
                  </a:lnTo>
                  <a:lnTo>
                    <a:pt x="1096" y="1779"/>
                  </a:lnTo>
                  <a:lnTo>
                    <a:pt x="829" y="2144"/>
                  </a:lnTo>
                  <a:lnTo>
                    <a:pt x="585" y="2534"/>
                  </a:lnTo>
                  <a:lnTo>
                    <a:pt x="390" y="2972"/>
                  </a:lnTo>
                  <a:lnTo>
                    <a:pt x="220" y="3411"/>
                  </a:lnTo>
                  <a:lnTo>
                    <a:pt x="98" y="3873"/>
                  </a:lnTo>
                  <a:lnTo>
                    <a:pt x="25" y="4336"/>
                  </a:lnTo>
                  <a:lnTo>
                    <a:pt x="1" y="4847"/>
                  </a:lnTo>
                  <a:lnTo>
                    <a:pt x="1" y="4847"/>
                  </a:lnTo>
                  <a:lnTo>
                    <a:pt x="25" y="5335"/>
                  </a:lnTo>
                  <a:lnTo>
                    <a:pt x="98" y="5822"/>
                  </a:lnTo>
                  <a:lnTo>
                    <a:pt x="220" y="6284"/>
                  </a:lnTo>
                  <a:lnTo>
                    <a:pt x="390" y="6723"/>
                  </a:lnTo>
                  <a:lnTo>
                    <a:pt x="585" y="7137"/>
                  </a:lnTo>
                  <a:lnTo>
                    <a:pt x="829" y="7527"/>
                  </a:lnTo>
                  <a:lnTo>
                    <a:pt x="1096" y="7916"/>
                  </a:lnTo>
                  <a:lnTo>
                    <a:pt x="1413" y="8257"/>
                  </a:lnTo>
                  <a:lnTo>
                    <a:pt x="1754" y="8574"/>
                  </a:lnTo>
                  <a:lnTo>
                    <a:pt x="2144" y="8842"/>
                  </a:lnTo>
                  <a:lnTo>
                    <a:pt x="2533" y="9085"/>
                  </a:lnTo>
                  <a:lnTo>
                    <a:pt x="2947" y="9280"/>
                  </a:lnTo>
                  <a:lnTo>
                    <a:pt x="3386" y="9451"/>
                  </a:lnTo>
                  <a:lnTo>
                    <a:pt x="3849" y="9572"/>
                  </a:lnTo>
                  <a:lnTo>
                    <a:pt x="4336" y="9645"/>
                  </a:lnTo>
                  <a:lnTo>
                    <a:pt x="4823" y="9670"/>
                  </a:lnTo>
                  <a:lnTo>
                    <a:pt x="4823" y="9670"/>
                  </a:lnTo>
                  <a:lnTo>
                    <a:pt x="5334" y="9645"/>
                  </a:lnTo>
                  <a:lnTo>
                    <a:pt x="5797" y="9572"/>
                  </a:lnTo>
                  <a:lnTo>
                    <a:pt x="6260" y="9451"/>
                  </a:lnTo>
                  <a:lnTo>
                    <a:pt x="6698" y="9280"/>
                  </a:lnTo>
                  <a:lnTo>
                    <a:pt x="7136" y="9085"/>
                  </a:lnTo>
                  <a:lnTo>
                    <a:pt x="7526" y="8842"/>
                  </a:lnTo>
                  <a:lnTo>
                    <a:pt x="7892" y="8574"/>
                  </a:lnTo>
                  <a:lnTo>
                    <a:pt x="8232" y="8257"/>
                  </a:lnTo>
                  <a:lnTo>
                    <a:pt x="8549" y="7916"/>
                  </a:lnTo>
                  <a:lnTo>
                    <a:pt x="8841" y="7527"/>
                  </a:lnTo>
                  <a:lnTo>
                    <a:pt x="9085" y="7137"/>
                  </a:lnTo>
                  <a:lnTo>
                    <a:pt x="9280" y="6723"/>
                  </a:lnTo>
                  <a:lnTo>
                    <a:pt x="9450" y="6284"/>
                  </a:lnTo>
                  <a:lnTo>
                    <a:pt x="9572" y="5822"/>
                  </a:lnTo>
                  <a:lnTo>
                    <a:pt x="9645" y="5335"/>
                  </a:lnTo>
                  <a:lnTo>
                    <a:pt x="9669" y="4847"/>
                  </a:lnTo>
                  <a:lnTo>
                    <a:pt x="9669" y="4847"/>
                  </a:lnTo>
                  <a:lnTo>
                    <a:pt x="9645" y="4336"/>
                  </a:lnTo>
                  <a:lnTo>
                    <a:pt x="9572" y="3873"/>
                  </a:lnTo>
                  <a:lnTo>
                    <a:pt x="9450" y="3411"/>
                  </a:lnTo>
                  <a:lnTo>
                    <a:pt x="9280" y="2972"/>
                  </a:lnTo>
                  <a:lnTo>
                    <a:pt x="9085" y="2534"/>
                  </a:lnTo>
                  <a:lnTo>
                    <a:pt x="8841" y="2144"/>
                  </a:lnTo>
                  <a:lnTo>
                    <a:pt x="8549" y="1779"/>
                  </a:lnTo>
                  <a:lnTo>
                    <a:pt x="8232" y="1438"/>
                  </a:lnTo>
                  <a:lnTo>
                    <a:pt x="7892" y="1121"/>
                  </a:lnTo>
                  <a:lnTo>
                    <a:pt x="7526" y="829"/>
                  </a:lnTo>
                  <a:lnTo>
                    <a:pt x="7136" y="585"/>
                  </a:lnTo>
                  <a:lnTo>
                    <a:pt x="6698" y="391"/>
                  </a:lnTo>
                  <a:lnTo>
                    <a:pt x="6260" y="220"/>
                  </a:lnTo>
                  <a:lnTo>
                    <a:pt x="5797" y="98"/>
                  </a:lnTo>
                  <a:lnTo>
                    <a:pt x="5334" y="25"/>
                  </a:lnTo>
                  <a:lnTo>
                    <a:pt x="4823" y="1"/>
                  </a:lnTo>
                  <a:lnTo>
                    <a:pt x="4823" y="1"/>
                  </a:lnTo>
                </a:path>
              </a:pathLst>
            </a:custGeom>
            <a:noFill/>
            <a:ln cap="rnd" cmpd="sng" w="19050">
              <a:solidFill>
                <a:srgbClr val="184769"/>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1232" name="Google Shape;1232;p9"/>
            <p:cNvSpPr/>
            <p:nvPr/>
          </p:nvSpPr>
          <p:spPr>
            <a:xfrm>
              <a:off x="4024300" y="3058425"/>
              <a:ext cx="84650" cy="84650"/>
            </a:xfrm>
            <a:custGeom>
              <a:rect b="b" l="l" r="r" t="t"/>
              <a:pathLst>
                <a:path extrusionOk="0" fill="none" h="3386" w="3386">
                  <a:moveTo>
                    <a:pt x="0" y="3385"/>
                  </a:moveTo>
                  <a:lnTo>
                    <a:pt x="0" y="3385"/>
                  </a:lnTo>
                  <a:lnTo>
                    <a:pt x="25" y="3020"/>
                  </a:lnTo>
                  <a:lnTo>
                    <a:pt x="74" y="2704"/>
                  </a:lnTo>
                  <a:lnTo>
                    <a:pt x="147" y="2363"/>
                  </a:lnTo>
                  <a:lnTo>
                    <a:pt x="268" y="2070"/>
                  </a:lnTo>
                  <a:lnTo>
                    <a:pt x="414" y="1754"/>
                  </a:lnTo>
                  <a:lnTo>
                    <a:pt x="585" y="1486"/>
                  </a:lnTo>
                  <a:lnTo>
                    <a:pt x="780" y="1218"/>
                  </a:lnTo>
                  <a:lnTo>
                    <a:pt x="999" y="974"/>
                  </a:lnTo>
                  <a:lnTo>
                    <a:pt x="1243" y="755"/>
                  </a:lnTo>
                  <a:lnTo>
                    <a:pt x="1510" y="560"/>
                  </a:lnTo>
                  <a:lnTo>
                    <a:pt x="1778" y="390"/>
                  </a:lnTo>
                  <a:lnTo>
                    <a:pt x="2071" y="244"/>
                  </a:lnTo>
                  <a:lnTo>
                    <a:pt x="2387" y="146"/>
                  </a:lnTo>
                  <a:lnTo>
                    <a:pt x="2704" y="49"/>
                  </a:lnTo>
                  <a:lnTo>
                    <a:pt x="3045" y="0"/>
                  </a:lnTo>
                  <a:lnTo>
                    <a:pt x="3386" y="0"/>
                  </a:lnTo>
                </a:path>
              </a:pathLst>
            </a:custGeom>
            <a:noFill/>
            <a:ln cap="rnd" cmpd="sng" w="19050">
              <a:solidFill>
                <a:srgbClr val="184769"/>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1233" name="Google Shape;1233;p9"/>
            <p:cNvSpPr/>
            <p:nvPr/>
          </p:nvSpPr>
          <p:spPr>
            <a:xfrm>
              <a:off x="4205750" y="3248375"/>
              <a:ext cx="154050" cy="153475"/>
            </a:xfrm>
            <a:custGeom>
              <a:rect b="b" l="l" r="r" t="t"/>
              <a:pathLst>
                <a:path extrusionOk="0" fill="none" h="6139" w="6162">
                  <a:moveTo>
                    <a:pt x="0" y="1024"/>
                  </a:moveTo>
                  <a:lnTo>
                    <a:pt x="4969" y="5992"/>
                  </a:lnTo>
                  <a:lnTo>
                    <a:pt x="4969" y="5992"/>
                  </a:lnTo>
                  <a:lnTo>
                    <a:pt x="5042" y="6041"/>
                  </a:lnTo>
                  <a:lnTo>
                    <a:pt x="5115" y="6090"/>
                  </a:lnTo>
                  <a:lnTo>
                    <a:pt x="5212" y="6114"/>
                  </a:lnTo>
                  <a:lnTo>
                    <a:pt x="5310" y="6138"/>
                  </a:lnTo>
                  <a:lnTo>
                    <a:pt x="5407" y="6114"/>
                  </a:lnTo>
                  <a:lnTo>
                    <a:pt x="5480" y="6090"/>
                  </a:lnTo>
                  <a:lnTo>
                    <a:pt x="5577" y="6041"/>
                  </a:lnTo>
                  <a:lnTo>
                    <a:pt x="5651" y="5992"/>
                  </a:lnTo>
                  <a:lnTo>
                    <a:pt x="6016" y="5627"/>
                  </a:lnTo>
                  <a:lnTo>
                    <a:pt x="6016" y="5627"/>
                  </a:lnTo>
                  <a:lnTo>
                    <a:pt x="6089" y="5554"/>
                  </a:lnTo>
                  <a:lnTo>
                    <a:pt x="6138" y="5456"/>
                  </a:lnTo>
                  <a:lnTo>
                    <a:pt x="6162" y="5359"/>
                  </a:lnTo>
                  <a:lnTo>
                    <a:pt x="6162" y="5286"/>
                  </a:lnTo>
                  <a:lnTo>
                    <a:pt x="6162" y="5188"/>
                  </a:lnTo>
                  <a:lnTo>
                    <a:pt x="6138" y="5091"/>
                  </a:lnTo>
                  <a:lnTo>
                    <a:pt x="6089" y="5018"/>
                  </a:lnTo>
                  <a:lnTo>
                    <a:pt x="6016" y="4921"/>
                  </a:lnTo>
                  <a:lnTo>
                    <a:pt x="1072" y="1"/>
                  </a:lnTo>
                </a:path>
              </a:pathLst>
            </a:custGeom>
            <a:noFill/>
            <a:ln cap="rnd" cmpd="sng" w="19050">
              <a:solidFill>
                <a:srgbClr val="184769"/>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gr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 2 columns" type="twoColTx">
  <p:cSld name="TITLE_AND_TWO_COLUMNS">
    <p:spTree>
      <p:nvGrpSpPr>
        <p:cNvPr id="1234" name="Shape 1234"/>
        <p:cNvGrpSpPr/>
        <p:nvPr/>
      </p:nvGrpSpPr>
      <p:grpSpPr>
        <a:xfrm>
          <a:off x="0" y="0"/>
          <a:ext cx="0" cy="0"/>
          <a:chOff x="0" y="0"/>
          <a:chExt cx="0" cy="0"/>
        </a:xfrm>
      </p:grpSpPr>
      <p:sp>
        <p:nvSpPr>
          <p:cNvPr id="1235" name="Google Shape;1235;p10"/>
          <p:cNvSpPr txBox="1"/>
          <p:nvPr>
            <p:ph type="title"/>
          </p:nvPr>
        </p:nvSpPr>
        <p:spPr>
          <a:xfrm>
            <a:off x="1732700" y="1735600"/>
            <a:ext cx="4944300" cy="6453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4000"/>
              <a:buNone/>
              <a:defRPr/>
            </a:lvl1pPr>
            <a:lvl2pPr lvl="1" algn="l">
              <a:lnSpc>
                <a:spcPct val="100000"/>
              </a:lnSpc>
              <a:spcBef>
                <a:spcPts val="0"/>
              </a:spcBef>
              <a:spcAft>
                <a:spcPts val="0"/>
              </a:spcAft>
              <a:buSzPts val="4000"/>
              <a:buNone/>
              <a:defRPr/>
            </a:lvl2pPr>
            <a:lvl3pPr lvl="2" algn="l">
              <a:lnSpc>
                <a:spcPct val="100000"/>
              </a:lnSpc>
              <a:spcBef>
                <a:spcPts val="0"/>
              </a:spcBef>
              <a:spcAft>
                <a:spcPts val="0"/>
              </a:spcAft>
              <a:buSzPts val="4000"/>
              <a:buNone/>
              <a:defRPr/>
            </a:lvl3pPr>
            <a:lvl4pPr lvl="3" algn="l">
              <a:lnSpc>
                <a:spcPct val="100000"/>
              </a:lnSpc>
              <a:spcBef>
                <a:spcPts val="0"/>
              </a:spcBef>
              <a:spcAft>
                <a:spcPts val="0"/>
              </a:spcAft>
              <a:buSzPts val="4000"/>
              <a:buNone/>
              <a:defRPr/>
            </a:lvl4pPr>
            <a:lvl5pPr lvl="4" algn="l">
              <a:lnSpc>
                <a:spcPct val="100000"/>
              </a:lnSpc>
              <a:spcBef>
                <a:spcPts val="0"/>
              </a:spcBef>
              <a:spcAft>
                <a:spcPts val="0"/>
              </a:spcAft>
              <a:buSzPts val="4000"/>
              <a:buNone/>
              <a:defRPr/>
            </a:lvl5pPr>
            <a:lvl6pPr lvl="5" algn="l">
              <a:lnSpc>
                <a:spcPct val="100000"/>
              </a:lnSpc>
              <a:spcBef>
                <a:spcPts val="0"/>
              </a:spcBef>
              <a:spcAft>
                <a:spcPts val="0"/>
              </a:spcAft>
              <a:buSzPts val="4000"/>
              <a:buNone/>
              <a:defRPr/>
            </a:lvl6pPr>
            <a:lvl7pPr lvl="6" algn="l">
              <a:lnSpc>
                <a:spcPct val="100000"/>
              </a:lnSpc>
              <a:spcBef>
                <a:spcPts val="0"/>
              </a:spcBef>
              <a:spcAft>
                <a:spcPts val="0"/>
              </a:spcAft>
              <a:buSzPts val="4000"/>
              <a:buNone/>
              <a:defRPr/>
            </a:lvl7pPr>
            <a:lvl8pPr lvl="7" algn="l">
              <a:lnSpc>
                <a:spcPct val="100000"/>
              </a:lnSpc>
              <a:spcBef>
                <a:spcPts val="0"/>
              </a:spcBef>
              <a:spcAft>
                <a:spcPts val="0"/>
              </a:spcAft>
              <a:buSzPts val="4000"/>
              <a:buNone/>
              <a:defRPr/>
            </a:lvl8pPr>
            <a:lvl9pPr lvl="8" algn="l">
              <a:lnSpc>
                <a:spcPct val="100000"/>
              </a:lnSpc>
              <a:spcBef>
                <a:spcPts val="0"/>
              </a:spcBef>
              <a:spcAft>
                <a:spcPts val="0"/>
              </a:spcAft>
              <a:buSzPts val="4000"/>
              <a:buNone/>
              <a:defRPr/>
            </a:lvl9pPr>
          </a:lstStyle>
          <a:p/>
        </p:txBody>
      </p:sp>
      <p:sp>
        <p:nvSpPr>
          <p:cNvPr id="1236" name="Google Shape;1236;p10"/>
          <p:cNvSpPr txBox="1"/>
          <p:nvPr>
            <p:ph idx="1" type="body"/>
          </p:nvPr>
        </p:nvSpPr>
        <p:spPr>
          <a:xfrm>
            <a:off x="1734000" y="2414450"/>
            <a:ext cx="2667300" cy="2663700"/>
          </a:xfrm>
          <a:prstGeom prst="rect">
            <a:avLst/>
          </a:prstGeom>
          <a:noFill/>
          <a:ln>
            <a:noFill/>
          </a:ln>
        </p:spPr>
        <p:txBody>
          <a:bodyPr anchorCtr="0" anchor="t" bIns="91425" lIns="91425" spcFirstLastPara="1" rIns="91425" wrap="square" tIns="91425">
            <a:noAutofit/>
          </a:bodyPr>
          <a:lstStyle>
            <a:lvl1pPr indent="-317500" lvl="0" marL="457200" algn="l">
              <a:lnSpc>
                <a:spcPct val="100000"/>
              </a:lnSpc>
              <a:spcBef>
                <a:spcPts val="600"/>
              </a:spcBef>
              <a:spcAft>
                <a:spcPts val="0"/>
              </a:spcAft>
              <a:buSzPts val="1400"/>
              <a:buChar char="◇"/>
              <a:defRPr/>
            </a:lvl1pPr>
            <a:lvl2pPr indent="-317500" lvl="1" marL="914400" algn="l">
              <a:lnSpc>
                <a:spcPct val="100000"/>
              </a:lnSpc>
              <a:spcBef>
                <a:spcPts val="0"/>
              </a:spcBef>
              <a:spcAft>
                <a:spcPts val="0"/>
              </a:spcAft>
              <a:buSzPts val="1400"/>
              <a:buChar char="￭"/>
              <a:defRPr/>
            </a:lvl2pPr>
            <a:lvl3pPr indent="-317500" lvl="2" marL="1371600" algn="l">
              <a:lnSpc>
                <a:spcPct val="100000"/>
              </a:lnSpc>
              <a:spcBef>
                <a:spcPts val="0"/>
              </a:spcBef>
              <a:spcAft>
                <a:spcPts val="0"/>
              </a:spcAft>
              <a:buSzPts val="1400"/>
              <a:buChar char="￮"/>
              <a:defRPr/>
            </a:lvl3pPr>
            <a:lvl4pPr indent="-317500" lvl="3" marL="1828800" algn="l">
              <a:lnSpc>
                <a:spcPct val="100000"/>
              </a:lnSpc>
              <a:spcBef>
                <a:spcPts val="0"/>
              </a:spcBef>
              <a:spcAft>
                <a:spcPts val="0"/>
              </a:spcAft>
              <a:buSzPts val="1400"/>
              <a:buChar char="●"/>
              <a:defRPr/>
            </a:lvl4pPr>
            <a:lvl5pPr indent="-317500" lvl="4" marL="2286000" algn="l">
              <a:lnSpc>
                <a:spcPct val="100000"/>
              </a:lnSpc>
              <a:spcBef>
                <a:spcPts val="0"/>
              </a:spcBef>
              <a:spcAft>
                <a:spcPts val="0"/>
              </a:spcAft>
              <a:buSzPts val="1400"/>
              <a:buChar char="○"/>
              <a:defRPr/>
            </a:lvl5pPr>
            <a:lvl6pPr indent="-317500" lvl="5" marL="2743200" algn="l">
              <a:lnSpc>
                <a:spcPct val="100000"/>
              </a:lnSpc>
              <a:spcBef>
                <a:spcPts val="0"/>
              </a:spcBef>
              <a:spcAft>
                <a:spcPts val="0"/>
              </a:spcAft>
              <a:buSzPts val="1400"/>
              <a:buChar char="■"/>
              <a:defRPr/>
            </a:lvl6pPr>
            <a:lvl7pPr indent="-317500" lvl="6" marL="3200400" algn="l">
              <a:lnSpc>
                <a:spcPct val="100000"/>
              </a:lnSpc>
              <a:spcBef>
                <a:spcPts val="0"/>
              </a:spcBef>
              <a:spcAft>
                <a:spcPts val="0"/>
              </a:spcAft>
              <a:buSzPts val="1400"/>
              <a:buChar char="●"/>
              <a:defRPr/>
            </a:lvl7pPr>
            <a:lvl8pPr indent="-317500" lvl="7" marL="3657600" algn="l">
              <a:lnSpc>
                <a:spcPct val="100000"/>
              </a:lnSpc>
              <a:spcBef>
                <a:spcPts val="0"/>
              </a:spcBef>
              <a:spcAft>
                <a:spcPts val="0"/>
              </a:spcAft>
              <a:buSzPts val="1400"/>
              <a:buChar char="○"/>
              <a:defRPr/>
            </a:lvl8pPr>
            <a:lvl9pPr indent="-317500" lvl="8" marL="4114800" algn="l">
              <a:lnSpc>
                <a:spcPct val="100000"/>
              </a:lnSpc>
              <a:spcBef>
                <a:spcPts val="0"/>
              </a:spcBef>
              <a:spcAft>
                <a:spcPts val="0"/>
              </a:spcAft>
              <a:buSzPts val="1400"/>
              <a:buChar char="■"/>
              <a:defRPr/>
            </a:lvl9pPr>
          </a:lstStyle>
          <a:p/>
        </p:txBody>
      </p:sp>
      <p:sp>
        <p:nvSpPr>
          <p:cNvPr id="1237" name="Google Shape;1237;p10"/>
          <p:cNvSpPr txBox="1"/>
          <p:nvPr>
            <p:ph idx="2" type="body"/>
          </p:nvPr>
        </p:nvSpPr>
        <p:spPr>
          <a:xfrm>
            <a:off x="4562088" y="2414450"/>
            <a:ext cx="2667300" cy="2663700"/>
          </a:xfrm>
          <a:prstGeom prst="rect">
            <a:avLst/>
          </a:prstGeom>
          <a:noFill/>
          <a:ln>
            <a:noFill/>
          </a:ln>
        </p:spPr>
        <p:txBody>
          <a:bodyPr anchorCtr="0" anchor="t" bIns="91425" lIns="91425" spcFirstLastPara="1" rIns="91425" wrap="square" tIns="91425">
            <a:noAutofit/>
          </a:bodyPr>
          <a:lstStyle>
            <a:lvl1pPr indent="-317500" lvl="0" marL="457200" algn="l">
              <a:lnSpc>
                <a:spcPct val="100000"/>
              </a:lnSpc>
              <a:spcBef>
                <a:spcPts val="600"/>
              </a:spcBef>
              <a:spcAft>
                <a:spcPts val="0"/>
              </a:spcAft>
              <a:buSzPts val="1400"/>
              <a:buChar char="◇"/>
              <a:defRPr/>
            </a:lvl1pPr>
            <a:lvl2pPr indent="-317500" lvl="1" marL="914400" algn="l">
              <a:lnSpc>
                <a:spcPct val="100000"/>
              </a:lnSpc>
              <a:spcBef>
                <a:spcPts val="0"/>
              </a:spcBef>
              <a:spcAft>
                <a:spcPts val="0"/>
              </a:spcAft>
              <a:buSzPts val="1400"/>
              <a:buChar char="￭"/>
              <a:defRPr/>
            </a:lvl2pPr>
            <a:lvl3pPr indent="-317500" lvl="2" marL="1371600" algn="l">
              <a:lnSpc>
                <a:spcPct val="100000"/>
              </a:lnSpc>
              <a:spcBef>
                <a:spcPts val="0"/>
              </a:spcBef>
              <a:spcAft>
                <a:spcPts val="0"/>
              </a:spcAft>
              <a:buSzPts val="1400"/>
              <a:buChar char="￮"/>
              <a:defRPr/>
            </a:lvl3pPr>
            <a:lvl4pPr indent="-317500" lvl="3" marL="1828800" algn="l">
              <a:lnSpc>
                <a:spcPct val="100000"/>
              </a:lnSpc>
              <a:spcBef>
                <a:spcPts val="0"/>
              </a:spcBef>
              <a:spcAft>
                <a:spcPts val="0"/>
              </a:spcAft>
              <a:buSzPts val="1400"/>
              <a:buChar char="●"/>
              <a:defRPr/>
            </a:lvl4pPr>
            <a:lvl5pPr indent="-317500" lvl="4" marL="2286000" algn="l">
              <a:lnSpc>
                <a:spcPct val="100000"/>
              </a:lnSpc>
              <a:spcBef>
                <a:spcPts val="0"/>
              </a:spcBef>
              <a:spcAft>
                <a:spcPts val="0"/>
              </a:spcAft>
              <a:buSzPts val="1400"/>
              <a:buChar char="○"/>
              <a:defRPr/>
            </a:lvl5pPr>
            <a:lvl6pPr indent="-317500" lvl="5" marL="2743200" algn="l">
              <a:lnSpc>
                <a:spcPct val="100000"/>
              </a:lnSpc>
              <a:spcBef>
                <a:spcPts val="0"/>
              </a:spcBef>
              <a:spcAft>
                <a:spcPts val="0"/>
              </a:spcAft>
              <a:buSzPts val="1400"/>
              <a:buChar char="■"/>
              <a:defRPr/>
            </a:lvl6pPr>
            <a:lvl7pPr indent="-317500" lvl="6" marL="3200400" algn="l">
              <a:lnSpc>
                <a:spcPct val="100000"/>
              </a:lnSpc>
              <a:spcBef>
                <a:spcPts val="0"/>
              </a:spcBef>
              <a:spcAft>
                <a:spcPts val="0"/>
              </a:spcAft>
              <a:buSzPts val="1400"/>
              <a:buChar char="●"/>
              <a:defRPr/>
            </a:lvl7pPr>
            <a:lvl8pPr indent="-317500" lvl="7" marL="3657600" algn="l">
              <a:lnSpc>
                <a:spcPct val="100000"/>
              </a:lnSpc>
              <a:spcBef>
                <a:spcPts val="0"/>
              </a:spcBef>
              <a:spcAft>
                <a:spcPts val="0"/>
              </a:spcAft>
              <a:buSzPts val="1400"/>
              <a:buChar char="○"/>
              <a:defRPr/>
            </a:lvl8pPr>
            <a:lvl9pPr indent="-317500" lvl="8" marL="4114800" algn="l">
              <a:lnSpc>
                <a:spcPct val="100000"/>
              </a:lnSpc>
              <a:spcBef>
                <a:spcPts val="0"/>
              </a:spcBef>
              <a:spcAft>
                <a:spcPts val="0"/>
              </a:spcAft>
              <a:buSzPts val="1400"/>
              <a:buChar char="■"/>
              <a:defRPr/>
            </a:lvl9pPr>
          </a:lstStyle>
          <a:p/>
        </p:txBody>
      </p:sp>
      <p:grpSp>
        <p:nvGrpSpPr>
          <p:cNvPr id="1238" name="Google Shape;1238;p10"/>
          <p:cNvGrpSpPr/>
          <p:nvPr/>
        </p:nvGrpSpPr>
        <p:grpSpPr>
          <a:xfrm flipH="1" rot="10800000">
            <a:off x="411207" y="245768"/>
            <a:ext cx="1322798" cy="1145960"/>
            <a:chOff x="4088875" y="1431100"/>
            <a:chExt cx="3293000" cy="2852775"/>
          </a:xfrm>
        </p:grpSpPr>
        <p:sp>
          <p:nvSpPr>
            <p:cNvPr id="1239" name="Google Shape;1239;p10"/>
            <p:cNvSpPr/>
            <p:nvPr/>
          </p:nvSpPr>
          <p:spPr>
            <a:xfrm>
              <a:off x="4831475" y="4136025"/>
              <a:ext cx="157950" cy="147850"/>
            </a:xfrm>
            <a:custGeom>
              <a:rect b="b" l="l" r="r" t="t"/>
              <a:pathLst>
                <a:path extrusionOk="0" h="5914" w="6318">
                  <a:moveTo>
                    <a:pt x="404" y="0"/>
                  </a:moveTo>
                  <a:lnTo>
                    <a:pt x="1" y="269"/>
                  </a:lnTo>
                  <a:lnTo>
                    <a:pt x="3227" y="5914"/>
                  </a:lnTo>
                  <a:lnTo>
                    <a:pt x="6318" y="5914"/>
                  </a:lnTo>
                  <a:lnTo>
                    <a:pt x="404" y="0"/>
                  </a:lnTo>
                  <a:close/>
                </a:path>
              </a:pathLst>
            </a:custGeom>
            <a:solidFill>
              <a:srgbClr val="00E2C7"/>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1240" name="Google Shape;1240;p10"/>
            <p:cNvSpPr/>
            <p:nvPr/>
          </p:nvSpPr>
          <p:spPr>
            <a:xfrm>
              <a:off x="4697075" y="3907525"/>
              <a:ext cx="389800" cy="376350"/>
            </a:xfrm>
            <a:custGeom>
              <a:rect b="b" l="l" r="r" t="t"/>
              <a:pathLst>
                <a:path extrusionOk="0" h="15054" w="15592">
                  <a:moveTo>
                    <a:pt x="538" y="0"/>
                  </a:moveTo>
                  <a:lnTo>
                    <a:pt x="1" y="269"/>
                  </a:lnTo>
                  <a:lnTo>
                    <a:pt x="5377" y="9543"/>
                  </a:lnTo>
                  <a:lnTo>
                    <a:pt x="11022" y="15054"/>
                  </a:lnTo>
                  <a:lnTo>
                    <a:pt x="15592" y="15054"/>
                  </a:lnTo>
                  <a:lnTo>
                    <a:pt x="538" y="0"/>
                  </a:lnTo>
                  <a:close/>
                </a:path>
              </a:pathLst>
            </a:custGeom>
            <a:solidFill>
              <a:srgbClr val="01E0C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1241" name="Google Shape;1241;p10"/>
            <p:cNvSpPr/>
            <p:nvPr/>
          </p:nvSpPr>
          <p:spPr>
            <a:xfrm>
              <a:off x="4566025" y="3675675"/>
              <a:ext cx="618300" cy="608200"/>
            </a:xfrm>
            <a:custGeom>
              <a:rect b="b" l="l" r="r" t="t"/>
              <a:pathLst>
                <a:path extrusionOk="0" h="24328" w="24732">
                  <a:moveTo>
                    <a:pt x="404" y="0"/>
                  </a:moveTo>
                  <a:lnTo>
                    <a:pt x="1" y="404"/>
                  </a:lnTo>
                  <a:lnTo>
                    <a:pt x="5377" y="9543"/>
                  </a:lnTo>
                  <a:lnTo>
                    <a:pt x="20027" y="24328"/>
                  </a:lnTo>
                  <a:lnTo>
                    <a:pt x="24732" y="24328"/>
                  </a:lnTo>
                  <a:lnTo>
                    <a:pt x="404" y="0"/>
                  </a:lnTo>
                  <a:close/>
                </a:path>
              </a:pathLst>
            </a:custGeom>
            <a:solidFill>
              <a:srgbClr val="02DFC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1242" name="Google Shape;1242;p10"/>
            <p:cNvSpPr/>
            <p:nvPr/>
          </p:nvSpPr>
          <p:spPr>
            <a:xfrm>
              <a:off x="4434975" y="3447175"/>
              <a:ext cx="846800" cy="836700"/>
            </a:xfrm>
            <a:custGeom>
              <a:rect b="b" l="l" r="r" t="t"/>
              <a:pathLst>
                <a:path extrusionOk="0" h="33468" w="33872">
                  <a:moveTo>
                    <a:pt x="404" y="1"/>
                  </a:moveTo>
                  <a:lnTo>
                    <a:pt x="1" y="270"/>
                  </a:lnTo>
                  <a:lnTo>
                    <a:pt x="5243" y="9544"/>
                  </a:lnTo>
                  <a:lnTo>
                    <a:pt x="29167" y="33468"/>
                  </a:lnTo>
                  <a:lnTo>
                    <a:pt x="33871" y="33468"/>
                  </a:lnTo>
                  <a:lnTo>
                    <a:pt x="404" y="1"/>
                  </a:lnTo>
                  <a:close/>
                </a:path>
              </a:pathLst>
            </a:custGeom>
            <a:solidFill>
              <a:srgbClr val="03DDC9"/>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1243" name="Google Shape;1243;p10"/>
            <p:cNvSpPr/>
            <p:nvPr/>
          </p:nvSpPr>
          <p:spPr>
            <a:xfrm>
              <a:off x="4300575" y="3218700"/>
              <a:ext cx="1078650" cy="1065175"/>
            </a:xfrm>
            <a:custGeom>
              <a:rect b="b" l="l" r="r" t="t"/>
              <a:pathLst>
                <a:path extrusionOk="0" h="42607" w="43146">
                  <a:moveTo>
                    <a:pt x="404" y="0"/>
                  </a:moveTo>
                  <a:lnTo>
                    <a:pt x="0" y="269"/>
                  </a:lnTo>
                  <a:lnTo>
                    <a:pt x="5377" y="9543"/>
                  </a:lnTo>
                  <a:lnTo>
                    <a:pt x="38441" y="42607"/>
                  </a:lnTo>
                  <a:lnTo>
                    <a:pt x="43145" y="42607"/>
                  </a:lnTo>
                  <a:lnTo>
                    <a:pt x="404" y="0"/>
                  </a:lnTo>
                  <a:close/>
                </a:path>
              </a:pathLst>
            </a:custGeom>
            <a:solidFill>
              <a:srgbClr val="04DBC9"/>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1244" name="Google Shape;1244;p10"/>
            <p:cNvSpPr/>
            <p:nvPr/>
          </p:nvSpPr>
          <p:spPr>
            <a:xfrm>
              <a:off x="4169525" y="2990200"/>
              <a:ext cx="1307150" cy="1293675"/>
            </a:xfrm>
            <a:custGeom>
              <a:rect b="b" l="l" r="r" t="t"/>
              <a:pathLst>
                <a:path extrusionOk="0" h="51747" w="52286">
                  <a:moveTo>
                    <a:pt x="404" y="1"/>
                  </a:moveTo>
                  <a:lnTo>
                    <a:pt x="1" y="269"/>
                  </a:lnTo>
                  <a:lnTo>
                    <a:pt x="5242" y="9409"/>
                  </a:lnTo>
                  <a:lnTo>
                    <a:pt x="47581" y="51747"/>
                  </a:lnTo>
                  <a:lnTo>
                    <a:pt x="52285" y="51747"/>
                  </a:lnTo>
                  <a:lnTo>
                    <a:pt x="404" y="1"/>
                  </a:lnTo>
                  <a:close/>
                </a:path>
              </a:pathLst>
            </a:custGeom>
            <a:solidFill>
              <a:srgbClr val="06D9CA"/>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1245" name="Google Shape;1245;p10"/>
            <p:cNvSpPr/>
            <p:nvPr/>
          </p:nvSpPr>
          <p:spPr>
            <a:xfrm>
              <a:off x="4088875" y="2822200"/>
              <a:ext cx="1481875" cy="1461675"/>
            </a:xfrm>
            <a:custGeom>
              <a:rect b="b" l="l" r="r" t="t"/>
              <a:pathLst>
                <a:path extrusionOk="0" h="58467" w="59275">
                  <a:moveTo>
                    <a:pt x="807" y="0"/>
                  </a:moveTo>
                  <a:lnTo>
                    <a:pt x="1" y="1479"/>
                  </a:lnTo>
                  <a:lnTo>
                    <a:pt x="3227" y="6989"/>
                  </a:lnTo>
                  <a:lnTo>
                    <a:pt x="54705" y="58467"/>
                  </a:lnTo>
                  <a:lnTo>
                    <a:pt x="59274" y="58467"/>
                  </a:lnTo>
                  <a:lnTo>
                    <a:pt x="807" y="0"/>
                  </a:lnTo>
                  <a:close/>
                </a:path>
              </a:pathLst>
            </a:custGeom>
            <a:solidFill>
              <a:srgbClr val="07D8C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1246" name="Google Shape;1246;p10"/>
            <p:cNvSpPr/>
            <p:nvPr/>
          </p:nvSpPr>
          <p:spPr>
            <a:xfrm>
              <a:off x="4102325" y="2761700"/>
              <a:ext cx="1565875" cy="1522175"/>
            </a:xfrm>
            <a:custGeom>
              <a:rect b="b" l="l" r="r" t="t"/>
              <a:pathLst>
                <a:path extrusionOk="0" h="60887" w="62635">
                  <a:moveTo>
                    <a:pt x="1748" y="1"/>
                  </a:moveTo>
                  <a:lnTo>
                    <a:pt x="0" y="2823"/>
                  </a:lnTo>
                  <a:lnTo>
                    <a:pt x="58064" y="60887"/>
                  </a:lnTo>
                  <a:lnTo>
                    <a:pt x="62634" y="60887"/>
                  </a:lnTo>
                  <a:lnTo>
                    <a:pt x="1748" y="1"/>
                  </a:lnTo>
                  <a:close/>
                </a:path>
              </a:pathLst>
            </a:custGeom>
            <a:solidFill>
              <a:srgbClr val="08D6C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1247" name="Google Shape;1247;p10"/>
            <p:cNvSpPr/>
            <p:nvPr/>
          </p:nvSpPr>
          <p:spPr>
            <a:xfrm>
              <a:off x="4139275" y="2697875"/>
              <a:ext cx="1626375" cy="1586000"/>
            </a:xfrm>
            <a:custGeom>
              <a:rect b="b" l="l" r="r" t="t"/>
              <a:pathLst>
                <a:path extrusionOk="0" h="63440" w="65055">
                  <a:moveTo>
                    <a:pt x="1614" y="0"/>
                  </a:moveTo>
                  <a:lnTo>
                    <a:pt x="1" y="2957"/>
                  </a:lnTo>
                  <a:lnTo>
                    <a:pt x="60484" y="63440"/>
                  </a:lnTo>
                  <a:lnTo>
                    <a:pt x="65054" y="63440"/>
                  </a:lnTo>
                  <a:lnTo>
                    <a:pt x="1614" y="0"/>
                  </a:lnTo>
                  <a:close/>
                </a:path>
              </a:pathLst>
            </a:custGeom>
            <a:solidFill>
              <a:srgbClr val="09D4C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1248" name="Google Shape;1248;p10"/>
            <p:cNvSpPr/>
            <p:nvPr/>
          </p:nvSpPr>
          <p:spPr>
            <a:xfrm>
              <a:off x="4172900" y="2637375"/>
              <a:ext cx="1690175" cy="1646500"/>
            </a:xfrm>
            <a:custGeom>
              <a:rect b="b" l="l" r="r" t="t"/>
              <a:pathLst>
                <a:path extrusionOk="0" h="65860" w="67607">
                  <a:moveTo>
                    <a:pt x="1747" y="1"/>
                  </a:moveTo>
                  <a:lnTo>
                    <a:pt x="0" y="2958"/>
                  </a:lnTo>
                  <a:lnTo>
                    <a:pt x="62903" y="65860"/>
                  </a:lnTo>
                  <a:lnTo>
                    <a:pt x="67607" y="65860"/>
                  </a:lnTo>
                  <a:lnTo>
                    <a:pt x="1747" y="1"/>
                  </a:lnTo>
                  <a:close/>
                </a:path>
              </a:pathLst>
            </a:custGeom>
            <a:solidFill>
              <a:srgbClr val="0AD3C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1249" name="Google Shape;1249;p10"/>
            <p:cNvSpPr/>
            <p:nvPr/>
          </p:nvSpPr>
          <p:spPr>
            <a:xfrm>
              <a:off x="4209850" y="2576900"/>
              <a:ext cx="1750675" cy="1706975"/>
            </a:xfrm>
            <a:custGeom>
              <a:rect b="b" l="l" r="r" t="t"/>
              <a:pathLst>
                <a:path extrusionOk="0" h="68279" w="70027">
                  <a:moveTo>
                    <a:pt x="1613" y="1"/>
                  </a:moveTo>
                  <a:lnTo>
                    <a:pt x="0" y="2823"/>
                  </a:lnTo>
                  <a:lnTo>
                    <a:pt x="65322" y="68279"/>
                  </a:lnTo>
                  <a:lnTo>
                    <a:pt x="70027" y="68279"/>
                  </a:lnTo>
                  <a:lnTo>
                    <a:pt x="1613" y="1"/>
                  </a:lnTo>
                  <a:close/>
                </a:path>
              </a:pathLst>
            </a:custGeom>
            <a:solidFill>
              <a:srgbClr val="0BD1C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1250" name="Google Shape;1250;p10"/>
            <p:cNvSpPr/>
            <p:nvPr/>
          </p:nvSpPr>
          <p:spPr>
            <a:xfrm>
              <a:off x="4243450" y="2513050"/>
              <a:ext cx="1814525" cy="1770825"/>
            </a:xfrm>
            <a:custGeom>
              <a:rect b="b" l="l" r="r" t="t"/>
              <a:pathLst>
                <a:path extrusionOk="0" h="70833" w="72581">
                  <a:moveTo>
                    <a:pt x="1748" y="1"/>
                  </a:moveTo>
                  <a:lnTo>
                    <a:pt x="1" y="2958"/>
                  </a:lnTo>
                  <a:lnTo>
                    <a:pt x="67876" y="70833"/>
                  </a:lnTo>
                  <a:lnTo>
                    <a:pt x="72581" y="70833"/>
                  </a:lnTo>
                  <a:lnTo>
                    <a:pt x="1748" y="1"/>
                  </a:lnTo>
                  <a:close/>
                </a:path>
              </a:pathLst>
            </a:custGeom>
            <a:solidFill>
              <a:srgbClr val="0CCFC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1251" name="Google Shape;1251;p10"/>
            <p:cNvSpPr/>
            <p:nvPr/>
          </p:nvSpPr>
          <p:spPr>
            <a:xfrm>
              <a:off x="4280425" y="2452575"/>
              <a:ext cx="1875000" cy="1831300"/>
            </a:xfrm>
            <a:custGeom>
              <a:rect b="b" l="l" r="r" t="t"/>
              <a:pathLst>
                <a:path extrusionOk="0" h="73252" w="75000">
                  <a:moveTo>
                    <a:pt x="1613" y="1"/>
                  </a:moveTo>
                  <a:lnTo>
                    <a:pt x="0" y="2957"/>
                  </a:lnTo>
                  <a:lnTo>
                    <a:pt x="70295" y="73252"/>
                  </a:lnTo>
                  <a:lnTo>
                    <a:pt x="74999" y="73252"/>
                  </a:lnTo>
                  <a:lnTo>
                    <a:pt x="1613" y="1"/>
                  </a:lnTo>
                  <a:close/>
                </a:path>
              </a:pathLst>
            </a:custGeom>
            <a:solidFill>
              <a:srgbClr val="0DCDCE"/>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1252" name="Google Shape;1252;p10"/>
            <p:cNvSpPr/>
            <p:nvPr/>
          </p:nvSpPr>
          <p:spPr>
            <a:xfrm>
              <a:off x="4314025" y="2392100"/>
              <a:ext cx="1935475" cy="1891775"/>
            </a:xfrm>
            <a:custGeom>
              <a:rect b="b" l="l" r="r" t="t"/>
              <a:pathLst>
                <a:path extrusionOk="0" h="75671" w="77419">
                  <a:moveTo>
                    <a:pt x="1747" y="0"/>
                  </a:moveTo>
                  <a:lnTo>
                    <a:pt x="0" y="2957"/>
                  </a:lnTo>
                  <a:lnTo>
                    <a:pt x="72849" y="75671"/>
                  </a:lnTo>
                  <a:lnTo>
                    <a:pt x="77419" y="75671"/>
                  </a:lnTo>
                  <a:lnTo>
                    <a:pt x="1747" y="0"/>
                  </a:lnTo>
                  <a:close/>
                </a:path>
              </a:pathLst>
            </a:custGeom>
            <a:solidFill>
              <a:srgbClr val="0ECCC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1253" name="Google Shape;1253;p10"/>
            <p:cNvSpPr/>
            <p:nvPr/>
          </p:nvSpPr>
          <p:spPr>
            <a:xfrm>
              <a:off x="4350975" y="2328250"/>
              <a:ext cx="1995975" cy="1955625"/>
            </a:xfrm>
            <a:custGeom>
              <a:rect b="b" l="l" r="r" t="t"/>
              <a:pathLst>
                <a:path extrusionOk="0" h="78225" w="79839">
                  <a:moveTo>
                    <a:pt x="1748" y="1"/>
                  </a:moveTo>
                  <a:lnTo>
                    <a:pt x="1" y="2957"/>
                  </a:lnTo>
                  <a:lnTo>
                    <a:pt x="75269" y="78225"/>
                  </a:lnTo>
                  <a:lnTo>
                    <a:pt x="79839" y="78225"/>
                  </a:lnTo>
                  <a:lnTo>
                    <a:pt x="1748" y="1"/>
                  </a:lnTo>
                  <a:close/>
                </a:path>
              </a:pathLst>
            </a:custGeom>
            <a:solidFill>
              <a:srgbClr val="10CAC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1254" name="Google Shape;1254;p10"/>
            <p:cNvSpPr/>
            <p:nvPr/>
          </p:nvSpPr>
          <p:spPr>
            <a:xfrm>
              <a:off x="4384575" y="2267775"/>
              <a:ext cx="2059825" cy="2016100"/>
            </a:xfrm>
            <a:custGeom>
              <a:rect b="b" l="l" r="r" t="t"/>
              <a:pathLst>
                <a:path extrusionOk="0" h="80644" w="82393">
                  <a:moveTo>
                    <a:pt x="1748" y="0"/>
                  </a:moveTo>
                  <a:lnTo>
                    <a:pt x="1" y="2957"/>
                  </a:lnTo>
                  <a:lnTo>
                    <a:pt x="77823" y="80644"/>
                  </a:lnTo>
                  <a:lnTo>
                    <a:pt x="82392" y="80644"/>
                  </a:lnTo>
                  <a:lnTo>
                    <a:pt x="1748" y="0"/>
                  </a:lnTo>
                  <a:close/>
                </a:path>
              </a:pathLst>
            </a:custGeom>
            <a:solidFill>
              <a:srgbClr val="11C8D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1255" name="Google Shape;1255;p10"/>
            <p:cNvSpPr/>
            <p:nvPr/>
          </p:nvSpPr>
          <p:spPr>
            <a:xfrm>
              <a:off x="4421550" y="2207275"/>
              <a:ext cx="2120300" cy="2076600"/>
            </a:xfrm>
            <a:custGeom>
              <a:rect b="b" l="l" r="r" t="t"/>
              <a:pathLst>
                <a:path extrusionOk="0" h="83064" w="84812">
                  <a:moveTo>
                    <a:pt x="1747" y="1"/>
                  </a:moveTo>
                  <a:lnTo>
                    <a:pt x="0" y="2958"/>
                  </a:lnTo>
                  <a:lnTo>
                    <a:pt x="80107" y="83064"/>
                  </a:lnTo>
                  <a:lnTo>
                    <a:pt x="84811" y="83064"/>
                  </a:lnTo>
                  <a:lnTo>
                    <a:pt x="1747" y="1"/>
                  </a:lnTo>
                  <a:close/>
                </a:path>
              </a:pathLst>
            </a:custGeom>
            <a:solidFill>
              <a:srgbClr val="12C7D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1256" name="Google Shape;1256;p10"/>
            <p:cNvSpPr/>
            <p:nvPr/>
          </p:nvSpPr>
          <p:spPr>
            <a:xfrm>
              <a:off x="4458500" y="2146800"/>
              <a:ext cx="2130375" cy="2137075"/>
            </a:xfrm>
            <a:custGeom>
              <a:rect b="b" l="l" r="r" t="t"/>
              <a:pathLst>
                <a:path extrusionOk="0" h="85483" w="85215">
                  <a:moveTo>
                    <a:pt x="1614" y="1"/>
                  </a:moveTo>
                  <a:lnTo>
                    <a:pt x="1" y="2823"/>
                  </a:lnTo>
                  <a:lnTo>
                    <a:pt x="82527" y="85483"/>
                  </a:lnTo>
                  <a:lnTo>
                    <a:pt x="84005" y="85483"/>
                  </a:lnTo>
                  <a:lnTo>
                    <a:pt x="85215" y="83467"/>
                  </a:lnTo>
                  <a:lnTo>
                    <a:pt x="1614" y="1"/>
                  </a:lnTo>
                  <a:close/>
                </a:path>
              </a:pathLst>
            </a:custGeom>
            <a:solidFill>
              <a:srgbClr val="13C5D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1257" name="Google Shape;1257;p10"/>
            <p:cNvSpPr/>
            <p:nvPr/>
          </p:nvSpPr>
          <p:spPr>
            <a:xfrm>
              <a:off x="4492100" y="2082950"/>
              <a:ext cx="2133750" cy="2163975"/>
            </a:xfrm>
            <a:custGeom>
              <a:rect b="b" l="l" r="r" t="t"/>
              <a:pathLst>
                <a:path extrusionOk="0" h="86559" w="85350">
                  <a:moveTo>
                    <a:pt x="1748" y="1"/>
                  </a:moveTo>
                  <a:lnTo>
                    <a:pt x="1" y="2958"/>
                  </a:lnTo>
                  <a:lnTo>
                    <a:pt x="83602" y="86559"/>
                  </a:lnTo>
                  <a:lnTo>
                    <a:pt x="85349" y="83602"/>
                  </a:lnTo>
                  <a:lnTo>
                    <a:pt x="1748" y="1"/>
                  </a:lnTo>
                  <a:close/>
                </a:path>
              </a:pathLst>
            </a:custGeom>
            <a:solidFill>
              <a:srgbClr val="14C3D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1258" name="Google Shape;1258;p10"/>
            <p:cNvSpPr/>
            <p:nvPr/>
          </p:nvSpPr>
          <p:spPr>
            <a:xfrm>
              <a:off x="4529075" y="2022475"/>
              <a:ext cx="2130375" cy="2163975"/>
            </a:xfrm>
            <a:custGeom>
              <a:rect b="b" l="l" r="r" t="t"/>
              <a:pathLst>
                <a:path extrusionOk="0" h="86559" w="85215">
                  <a:moveTo>
                    <a:pt x="1613" y="1"/>
                  </a:moveTo>
                  <a:lnTo>
                    <a:pt x="0" y="2957"/>
                  </a:lnTo>
                  <a:lnTo>
                    <a:pt x="83467" y="86558"/>
                  </a:lnTo>
                  <a:lnTo>
                    <a:pt x="85214" y="83601"/>
                  </a:lnTo>
                  <a:lnTo>
                    <a:pt x="1613" y="1"/>
                  </a:lnTo>
                  <a:close/>
                </a:path>
              </a:pathLst>
            </a:custGeom>
            <a:solidFill>
              <a:srgbClr val="15C1D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1259" name="Google Shape;1259;p10"/>
            <p:cNvSpPr/>
            <p:nvPr/>
          </p:nvSpPr>
          <p:spPr>
            <a:xfrm>
              <a:off x="4562675" y="1962000"/>
              <a:ext cx="2133725" cy="2160600"/>
            </a:xfrm>
            <a:custGeom>
              <a:rect b="b" l="l" r="r" t="t"/>
              <a:pathLst>
                <a:path extrusionOk="0" h="86424" w="85349">
                  <a:moveTo>
                    <a:pt x="1748" y="0"/>
                  </a:moveTo>
                  <a:lnTo>
                    <a:pt x="0" y="2957"/>
                  </a:lnTo>
                  <a:lnTo>
                    <a:pt x="83602" y="86424"/>
                  </a:lnTo>
                  <a:lnTo>
                    <a:pt x="85349" y="83467"/>
                  </a:lnTo>
                  <a:lnTo>
                    <a:pt x="1748" y="0"/>
                  </a:lnTo>
                  <a:close/>
                </a:path>
              </a:pathLst>
            </a:custGeom>
            <a:solidFill>
              <a:srgbClr val="16C0D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1260" name="Google Shape;1260;p10"/>
            <p:cNvSpPr/>
            <p:nvPr/>
          </p:nvSpPr>
          <p:spPr>
            <a:xfrm>
              <a:off x="4599625" y="1898150"/>
              <a:ext cx="2130375" cy="2163975"/>
            </a:xfrm>
            <a:custGeom>
              <a:rect b="b" l="l" r="r" t="t"/>
              <a:pathLst>
                <a:path extrusionOk="0" h="86559" w="85215">
                  <a:moveTo>
                    <a:pt x="1614" y="0"/>
                  </a:moveTo>
                  <a:lnTo>
                    <a:pt x="1" y="2957"/>
                  </a:lnTo>
                  <a:lnTo>
                    <a:pt x="83602" y="86558"/>
                  </a:lnTo>
                  <a:lnTo>
                    <a:pt x="85215" y="83601"/>
                  </a:lnTo>
                  <a:lnTo>
                    <a:pt x="1614" y="0"/>
                  </a:lnTo>
                  <a:close/>
                </a:path>
              </a:pathLst>
            </a:custGeom>
            <a:solidFill>
              <a:srgbClr val="17BED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1261" name="Google Shape;1261;p10"/>
            <p:cNvSpPr/>
            <p:nvPr/>
          </p:nvSpPr>
          <p:spPr>
            <a:xfrm>
              <a:off x="4633225" y="1837675"/>
              <a:ext cx="2133750" cy="2163950"/>
            </a:xfrm>
            <a:custGeom>
              <a:rect b="b" l="l" r="r" t="t"/>
              <a:pathLst>
                <a:path extrusionOk="0" h="86558" w="85350">
                  <a:moveTo>
                    <a:pt x="1748" y="0"/>
                  </a:moveTo>
                  <a:lnTo>
                    <a:pt x="1" y="2957"/>
                  </a:lnTo>
                  <a:lnTo>
                    <a:pt x="83602" y="86558"/>
                  </a:lnTo>
                  <a:lnTo>
                    <a:pt x="85349" y="83601"/>
                  </a:lnTo>
                  <a:lnTo>
                    <a:pt x="1748" y="0"/>
                  </a:lnTo>
                  <a:close/>
                </a:path>
              </a:pathLst>
            </a:custGeom>
            <a:solidFill>
              <a:srgbClr val="18BCD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1262" name="Google Shape;1262;p10"/>
            <p:cNvSpPr/>
            <p:nvPr/>
          </p:nvSpPr>
          <p:spPr>
            <a:xfrm>
              <a:off x="4670200" y="1777175"/>
              <a:ext cx="2130375" cy="2160625"/>
            </a:xfrm>
            <a:custGeom>
              <a:rect b="b" l="l" r="r" t="t"/>
              <a:pathLst>
                <a:path extrusionOk="0" h="86425" w="85215">
                  <a:moveTo>
                    <a:pt x="1748" y="1"/>
                  </a:moveTo>
                  <a:lnTo>
                    <a:pt x="0" y="2958"/>
                  </a:lnTo>
                  <a:lnTo>
                    <a:pt x="83602" y="86424"/>
                  </a:lnTo>
                  <a:lnTo>
                    <a:pt x="85215" y="83467"/>
                  </a:lnTo>
                  <a:lnTo>
                    <a:pt x="1748" y="1"/>
                  </a:lnTo>
                  <a:close/>
                </a:path>
              </a:pathLst>
            </a:custGeom>
            <a:solidFill>
              <a:srgbClr val="19BBD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1263" name="Google Shape;1263;p10"/>
            <p:cNvSpPr/>
            <p:nvPr/>
          </p:nvSpPr>
          <p:spPr>
            <a:xfrm>
              <a:off x="4707150" y="1713350"/>
              <a:ext cx="2130375" cy="2163950"/>
            </a:xfrm>
            <a:custGeom>
              <a:rect b="b" l="l" r="r" t="t"/>
              <a:pathLst>
                <a:path extrusionOk="0" h="86558" w="85215">
                  <a:moveTo>
                    <a:pt x="1614" y="0"/>
                  </a:moveTo>
                  <a:lnTo>
                    <a:pt x="1" y="2957"/>
                  </a:lnTo>
                  <a:lnTo>
                    <a:pt x="83468" y="86558"/>
                  </a:lnTo>
                  <a:lnTo>
                    <a:pt x="85215" y="83601"/>
                  </a:lnTo>
                  <a:lnTo>
                    <a:pt x="1614" y="0"/>
                  </a:lnTo>
                  <a:close/>
                </a:path>
              </a:pathLst>
            </a:custGeom>
            <a:solidFill>
              <a:srgbClr val="1BB9D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1264" name="Google Shape;1264;p10"/>
            <p:cNvSpPr/>
            <p:nvPr/>
          </p:nvSpPr>
          <p:spPr>
            <a:xfrm>
              <a:off x="4740750" y="1652850"/>
              <a:ext cx="2130400" cy="2163975"/>
            </a:xfrm>
            <a:custGeom>
              <a:rect b="b" l="l" r="r" t="t"/>
              <a:pathLst>
                <a:path extrusionOk="0" h="86559" w="85216">
                  <a:moveTo>
                    <a:pt x="1748" y="1"/>
                  </a:moveTo>
                  <a:lnTo>
                    <a:pt x="1" y="2958"/>
                  </a:lnTo>
                  <a:lnTo>
                    <a:pt x="83602" y="86559"/>
                  </a:lnTo>
                  <a:lnTo>
                    <a:pt x="85215" y="83602"/>
                  </a:lnTo>
                  <a:lnTo>
                    <a:pt x="1748" y="1"/>
                  </a:lnTo>
                  <a:close/>
                </a:path>
              </a:pathLst>
            </a:custGeom>
            <a:solidFill>
              <a:srgbClr val="1CB7D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1265" name="Google Shape;1265;p10"/>
            <p:cNvSpPr/>
            <p:nvPr/>
          </p:nvSpPr>
          <p:spPr>
            <a:xfrm>
              <a:off x="4777725" y="1592375"/>
              <a:ext cx="2130375" cy="2160600"/>
            </a:xfrm>
            <a:custGeom>
              <a:rect b="b" l="l" r="r" t="t"/>
              <a:pathLst>
                <a:path extrusionOk="0" h="86424" w="85215">
                  <a:moveTo>
                    <a:pt x="1613" y="1"/>
                  </a:moveTo>
                  <a:lnTo>
                    <a:pt x="0" y="2957"/>
                  </a:lnTo>
                  <a:lnTo>
                    <a:pt x="83467" y="86424"/>
                  </a:lnTo>
                  <a:lnTo>
                    <a:pt x="85215" y="83601"/>
                  </a:lnTo>
                  <a:lnTo>
                    <a:pt x="1613" y="1"/>
                  </a:lnTo>
                  <a:close/>
                </a:path>
              </a:pathLst>
            </a:custGeom>
            <a:solidFill>
              <a:srgbClr val="1DB5D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1266" name="Google Shape;1266;p10"/>
            <p:cNvSpPr/>
            <p:nvPr/>
          </p:nvSpPr>
          <p:spPr>
            <a:xfrm>
              <a:off x="4811325" y="1531900"/>
              <a:ext cx="2133750" cy="2160600"/>
            </a:xfrm>
            <a:custGeom>
              <a:rect b="b" l="l" r="r" t="t"/>
              <a:pathLst>
                <a:path extrusionOk="0" h="86424" w="85350">
                  <a:moveTo>
                    <a:pt x="1748" y="0"/>
                  </a:moveTo>
                  <a:lnTo>
                    <a:pt x="0" y="2823"/>
                  </a:lnTo>
                  <a:lnTo>
                    <a:pt x="83602" y="86423"/>
                  </a:lnTo>
                  <a:lnTo>
                    <a:pt x="85349" y="83467"/>
                  </a:lnTo>
                  <a:lnTo>
                    <a:pt x="1748" y="0"/>
                  </a:lnTo>
                  <a:close/>
                </a:path>
              </a:pathLst>
            </a:custGeom>
            <a:solidFill>
              <a:srgbClr val="1EB4D7"/>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1267" name="Google Shape;1267;p10"/>
            <p:cNvSpPr/>
            <p:nvPr/>
          </p:nvSpPr>
          <p:spPr>
            <a:xfrm>
              <a:off x="4848275" y="1468050"/>
              <a:ext cx="2130400" cy="2163975"/>
            </a:xfrm>
            <a:custGeom>
              <a:rect b="b" l="l" r="r" t="t"/>
              <a:pathLst>
                <a:path extrusionOk="0" h="86559" w="85216">
                  <a:moveTo>
                    <a:pt x="1614" y="0"/>
                  </a:moveTo>
                  <a:lnTo>
                    <a:pt x="1" y="2957"/>
                  </a:lnTo>
                  <a:lnTo>
                    <a:pt x="83602" y="86558"/>
                  </a:lnTo>
                  <a:lnTo>
                    <a:pt x="85215" y="83601"/>
                  </a:lnTo>
                  <a:lnTo>
                    <a:pt x="1614" y="0"/>
                  </a:lnTo>
                  <a:close/>
                </a:path>
              </a:pathLst>
            </a:custGeom>
            <a:solidFill>
              <a:srgbClr val="1FB2D7"/>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1268" name="Google Shape;1268;p10"/>
            <p:cNvSpPr/>
            <p:nvPr/>
          </p:nvSpPr>
          <p:spPr>
            <a:xfrm>
              <a:off x="4881875" y="1431100"/>
              <a:ext cx="2133750" cy="2140425"/>
            </a:xfrm>
            <a:custGeom>
              <a:rect b="b" l="l" r="r" t="t"/>
              <a:pathLst>
                <a:path extrusionOk="0" h="85617" w="85350">
                  <a:moveTo>
                    <a:pt x="1211" y="0"/>
                  </a:moveTo>
                  <a:lnTo>
                    <a:pt x="1" y="2016"/>
                  </a:lnTo>
                  <a:lnTo>
                    <a:pt x="83602" y="85617"/>
                  </a:lnTo>
                  <a:lnTo>
                    <a:pt x="85350" y="82660"/>
                  </a:lnTo>
                  <a:lnTo>
                    <a:pt x="2689" y="0"/>
                  </a:lnTo>
                  <a:close/>
                </a:path>
              </a:pathLst>
            </a:custGeom>
            <a:solidFill>
              <a:srgbClr val="20B0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1269" name="Google Shape;1269;p10"/>
            <p:cNvSpPr/>
            <p:nvPr/>
          </p:nvSpPr>
          <p:spPr>
            <a:xfrm>
              <a:off x="4928925" y="1431100"/>
              <a:ext cx="2120300" cy="2076600"/>
            </a:xfrm>
            <a:custGeom>
              <a:rect b="b" l="l" r="r" t="t"/>
              <a:pathLst>
                <a:path extrusionOk="0" h="83064" w="84812">
                  <a:moveTo>
                    <a:pt x="1" y="0"/>
                  </a:moveTo>
                  <a:lnTo>
                    <a:pt x="83199" y="83063"/>
                  </a:lnTo>
                  <a:lnTo>
                    <a:pt x="84812" y="80106"/>
                  </a:lnTo>
                  <a:lnTo>
                    <a:pt x="4705" y="0"/>
                  </a:lnTo>
                  <a:close/>
                </a:path>
              </a:pathLst>
            </a:custGeom>
            <a:solidFill>
              <a:srgbClr val="21AED9"/>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1270" name="Google Shape;1270;p10"/>
            <p:cNvSpPr/>
            <p:nvPr/>
          </p:nvSpPr>
          <p:spPr>
            <a:xfrm>
              <a:off x="5026375" y="1431100"/>
              <a:ext cx="2059825" cy="2016100"/>
            </a:xfrm>
            <a:custGeom>
              <a:rect b="b" l="l" r="r" t="t"/>
              <a:pathLst>
                <a:path extrusionOk="0" h="80644" w="82393">
                  <a:moveTo>
                    <a:pt x="0" y="0"/>
                  </a:moveTo>
                  <a:lnTo>
                    <a:pt x="80645" y="80644"/>
                  </a:lnTo>
                  <a:lnTo>
                    <a:pt x="82392" y="77687"/>
                  </a:lnTo>
                  <a:lnTo>
                    <a:pt x="4705" y="0"/>
                  </a:lnTo>
                  <a:close/>
                </a:path>
              </a:pathLst>
            </a:custGeom>
            <a:solidFill>
              <a:srgbClr val="22ADD9"/>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1271" name="Google Shape;1271;p10"/>
            <p:cNvSpPr/>
            <p:nvPr/>
          </p:nvSpPr>
          <p:spPr>
            <a:xfrm>
              <a:off x="5123825" y="1431100"/>
              <a:ext cx="1995975" cy="1955625"/>
            </a:xfrm>
            <a:custGeom>
              <a:rect b="b" l="l" r="r" t="t"/>
              <a:pathLst>
                <a:path extrusionOk="0" h="78225" w="79839">
                  <a:moveTo>
                    <a:pt x="0" y="0"/>
                  </a:moveTo>
                  <a:lnTo>
                    <a:pt x="78225" y="78225"/>
                  </a:lnTo>
                  <a:lnTo>
                    <a:pt x="79838" y="75268"/>
                  </a:lnTo>
                  <a:lnTo>
                    <a:pt x="4705" y="0"/>
                  </a:lnTo>
                  <a:close/>
                </a:path>
              </a:pathLst>
            </a:custGeom>
            <a:solidFill>
              <a:srgbClr val="23ABDA"/>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1272" name="Google Shape;1272;p10"/>
            <p:cNvSpPr/>
            <p:nvPr/>
          </p:nvSpPr>
          <p:spPr>
            <a:xfrm>
              <a:off x="5221275" y="1431100"/>
              <a:ext cx="1935475" cy="1891775"/>
            </a:xfrm>
            <a:custGeom>
              <a:rect b="b" l="l" r="r" t="t"/>
              <a:pathLst>
                <a:path extrusionOk="0" h="75671" w="77419">
                  <a:moveTo>
                    <a:pt x="0" y="0"/>
                  </a:moveTo>
                  <a:lnTo>
                    <a:pt x="75671" y="75671"/>
                  </a:lnTo>
                  <a:lnTo>
                    <a:pt x="77419" y="72714"/>
                  </a:lnTo>
                  <a:lnTo>
                    <a:pt x="4570" y="0"/>
                  </a:lnTo>
                  <a:close/>
                </a:path>
              </a:pathLst>
            </a:custGeom>
            <a:solidFill>
              <a:srgbClr val="25A9DA"/>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1273" name="Google Shape;1273;p10"/>
            <p:cNvSpPr/>
            <p:nvPr/>
          </p:nvSpPr>
          <p:spPr>
            <a:xfrm>
              <a:off x="5318700" y="1431100"/>
              <a:ext cx="1875025" cy="1831300"/>
            </a:xfrm>
            <a:custGeom>
              <a:rect b="b" l="l" r="r" t="t"/>
              <a:pathLst>
                <a:path extrusionOk="0" h="73252" w="75001">
                  <a:moveTo>
                    <a:pt x="1" y="0"/>
                  </a:moveTo>
                  <a:lnTo>
                    <a:pt x="73253" y="73251"/>
                  </a:lnTo>
                  <a:lnTo>
                    <a:pt x="75000" y="70295"/>
                  </a:lnTo>
                  <a:lnTo>
                    <a:pt x="4571" y="0"/>
                  </a:lnTo>
                  <a:close/>
                </a:path>
              </a:pathLst>
            </a:custGeom>
            <a:solidFill>
              <a:srgbClr val="26A8D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1274" name="Google Shape;1274;p10"/>
            <p:cNvSpPr/>
            <p:nvPr/>
          </p:nvSpPr>
          <p:spPr>
            <a:xfrm>
              <a:off x="5416150" y="1431100"/>
              <a:ext cx="1811175" cy="1770825"/>
            </a:xfrm>
            <a:custGeom>
              <a:rect b="b" l="l" r="r" t="t"/>
              <a:pathLst>
                <a:path extrusionOk="0" h="70833" w="72447">
                  <a:moveTo>
                    <a:pt x="1" y="0"/>
                  </a:moveTo>
                  <a:lnTo>
                    <a:pt x="70699" y="70832"/>
                  </a:lnTo>
                  <a:lnTo>
                    <a:pt x="72446" y="67875"/>
                  </a:lnTo>
                  <a:lnTo>
                    <a:pt x="4571" y="0"/>
                  </a:lnTo>
                  <a:close/>
                </a:path>
              </a:pathLst>
            </a:custGeom>
            <a:solidFill>
              <a:srgbClr val="27A6D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1275" name="Google Shape;1275;p10"/>
            <p:cNvSpPr/>
            <p:nvPr/>
          </p:nvSpPr>
          <p:spPr>
            <a:xfrm>
              <a:off x="5510250" y="1431100"/>
              <a:ext cx="1754025" cy="1706975"/>
            </a:xfrm>
            <a:custGeom>
              <a:rect b="b" l="l" r="r" t="t"/>
              <a:pathLst>
                <a:path extrusionOk="0" h="68279" w="70161">
                  <a:moveTo>
                    <a:pt x="0" y="0"/>
                  </a:moveTo>
                  <a:lnTo>
                    <a:pt x="68413" y="68278"/>
                  </a:lnTo>
                  <a:lnTo>
                    <a:pt x="70161" y="65456"/>
                  </a:lnTo>
                  <a:lnTo>
                    <a:pt x="4704" y="0"/>
                  </a:lnTo>
                  <a:close/>
                </a:path>
              </a:pathLst>
            </a:custGeom>
            <a:solidFill>
              <a:srgbClr val="28A4D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1276" name="Google Shape;1276;p10"/>
            <p:cNvSpPr/>
            <p:nvPr/>
          </p:nvSpPr>
          <p:spPr>
            <a:xfrm>
              <a:off x="5607675" y="1431100"/>
              <a:ext cx="1690200" cy="1646500"/>
            </a:xfrm>
            <a:custGeom>
              <a:rect b="b" l="l" r="r" t="t"/>
              <a:pathLst>
                <a:path extrusionOk="0" h="65860" w="67608">
                  <a:moveTo>
                    <a:pt x="1" y="0"/>
                  </a:moveTo>
                  <a:lnTo>
                    <a:pt x="65995" y="65859"/>
                  </a:lnTo>
                  <a:lnTo>
                    <a:pt x="67608" y="62902"/>
                  </a:lnTo>
                  <a:lnTo>
                    <a:pt x="4705" y="0"/>
                  </a:lnTo>
                  <a:close/>
                </a:path>
              </a:pathLst>
            </a:custGeom>
            <a:solidFill>
              <a:srgbClr val="29A2D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1277" name="Google Shape;1277;p10"/>
            <p:cNvSpPr/>
            <p:nvPr/>
          </p:nvSpPr>
          <p:spPr>
            <a:xfrm>
              <a:off x="5705125" y="1431100"/>
              <a:ext cx="1629725" cy="1586000"/>
            </a:xfrm>
            <a:custGeom>
              <a:rect b="b" l="l" r="r" t="t"/>
              <a:pathLst>
                <a:path extrusionOk="0" h="63440" w="65189">
                  <a:moveTo>
                    <a:pt x="1" y="0"/>
                  </a:moveTo>
                  <a:lnTo>
                    <a:pt x="63441" y="63440"/>
                  </a:lnTo>
                  <a:lnTo>
                    <a:pt x="65188" y="60483"/>
                  </a:lnTo>
                  <a:lnTo>
                    <a:pt x="4705" y="0"/>
                  </a:lnTo>
                  <a:close/>
                </a:path>
              </a:pathLst>
            </a:custGeom>
            <a:solidFill>
              <a:srgbClr val="2AA1D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1278" name="Google Shape;1278;p10"/>
            <p:cNvSpPr/>
            <p:nvPr/>
          </p:nvSpPr>
          <p:spPr>
            <a:xfrm>
              <a:off x="5802575" y="1431100"/>
              <a:ext cx="1565875" cy="1525525"/>
            </a:xfrm>
            <a:custGeom>
              <a:rect b="b" l="l" r="r" t="t"/>
              <a:pathLst>
                <a:path extrusionOk="0" h="61021" w="62635">
                  <a:moveTo>
                    <a:pt x="1" y="0"/>
                  </a:moveTo>
                  <a:lnTo>
                    <a:pt x="61021" y="61020"/>
                  </a:lnTo>
                  <a:lnTo>
                    <a:pt x="62634" y="58064"/>
                  </a:lnTo>
                  <a:lnTo>
                    <a:pt x="4705" y="0"/>
                  </a:lnTo>
                  <a:close/>
                </a:path>
              </a:pathLst>
            </a:custGeom>
            <a:solidFill>
              <a:srgbClr val="2B9FDE"/>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1279" name="Google Shape;1279;p10"/>
            <p:cNvSpPr/>
            <p:nvPr/>
          </p:nvSpPr>
          <p:spPr>
            <a:xfrm>
              <a:off x="5900025" y="1431100"/>
              <a:ext cx="1481850" cy="1461675"/>
            </a:xfrm>
            <a:custGeom>
              <a:rect b="b" l="l" r="r" t="t"/>
              <a:pathLst>
                <a:path extrusionOk="0" h="58467" w="59274">
                  <a:moveTo>
                    <a:pt x="0" y="0"/>
                  </a:moveTo>
                  <a:lnTo>
                    <a:pt x="58468" y="58467"/>
                  </a:lnTo>
                  <a:lnTo>
                    <a:pt x="59274" y="57123"/>
                  </a:lnTo>
                  <a:lnTo>
                    <a:pt x="56048" y="51478"/>
                  </a:lnTo>
                  <a:lnTo>
                    <a:pt x="4570" y="0"/>
                  </a:lnTo>
                  <a:close/>
                </a:path>
              </a:pathLst>
            </a:custGeom>
            <a:solidFill>
              <a:srgbClr val="2C9DDE"/>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1280" name="Google Shape;1280;p10"/>
            <p:cNvSpPr/>
            <p:nvPr/>
          </p:nvSpPr>
          <p:spPr>
            <a:xfrm>
              <a:off x="5997475" y="1431100"/>
              <a:ext cx="1307125" cy="1297025"/>
            </a:xfrm>
            <a:custGeom>
              <a:rect b="b" l="l" r="r" t="t"/>
              <a:pathLst>
                <a:path extrusionOk="0" h="51881" w="52285">
                  <a:moveTo>
                    <a:pt x="0" y="0"/>
                  </a:moveTo>
                  <a:lnTo>
                    <a:pt x="51747" y="51881"/>
                  </a:lnTo>
                  <a:lnTo>
                    <a:pt x="52285" y="51478"/>
                  </a:lnTo>
                  <a:lnTo>
                    <a:pt x="46908" y="42338"/>
                  </a:lnTo>
                  <a:lnTo>
                    <a:pt x="4570" y="0"/>
                  </a:lnTo>
                  <a:close/>
                </a:path>
              </a:pathLst>
            </a:custGeom>
            <a:solidFill>
              <a:srgbClr val="2D9CD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1281" name="Google Shape;1281;p10"/>
            <p:cNvSpPr/>
            <p:nvPr/>
          </p:nvSpPr>
          <p:spPr>
            <a:xfrm>
              <a:off x="6094900" y="1431100"/>
              <a:ext cx="1075300" cy="1065175"/>
            </a:xfrm>
            <a:custGeom>
              <a:rect b="b" l="l" r="r" t="t"/>
              <a:pathLst>
                <a:path extrusionOk="0" h="42607" w="43012">
                  <a:moveTo>
                    <a:pt x="1" y="0"/>
                  </a:moveTo>
                  <a:lnTo>
                    <a:pt x="42608" y="42607"/>
                  </a:lnTo>
                  <a:lnTo>
                    <a:pt x="43011" y="42338"/>
                  </a:lnTo>
                  <a:lnTo>
                    <a:pt x="37769" y="33064"/>
                  </a:lnTo>
                  <a:lnTo>
                    <a:pt x="4571" y="0"/>
                  </a:lnTo>
                  <a:close/>
                </a:path>
              </a:pathLst>
            </a:custGeom>
            <a:solidFill>
              <a:srgbClr val="2F9AE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1282" name="Google Shape;1282;p10"/>
            <p:cNvSpPr/>
            <p:nvPr/>
          </p:nvSpPr>
          <p:spPr>
            <a:xfrm>
              <a:off x="6189000" y="1431100"/>
              <a:ext cx="850150" cy="836700"/>
            </a:xfrm>
            <a:custGeom>
              <a:rect b="b" l="l" r="r" t="t"/>
              <a:pathLst>
                <a:path extrusionOk="0" h="33468" w="34006">
                  <a:moveTo>
                    <a:pt x="0" y="0"/>
                  </a:moveTo>
                  <a:lnTo>
                    <a:pt x="33602" y="33467"/>
                  </a:lnTo>
                  <a:lnTo>
                    <a:pt x="34005" y="33198"/>
                  </a:lnTo>
                  <a:lnTo>
                    <a:pt x="28629" y="23924"/>
                  </a:lnTo>
                  <a:lnTo>
                    <a:pt x="4705" y="0"/>
                  </a:lnTo>
                  <a:close/>
                </a:path>
              </a:pathLst>
            </a:custGeom>
            <a:solidFill>
              <a:srgbClr val="3098E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1283" name="Google Shape;1283;p10"/>
            <p:cNvSpPr/>
            <p:nvPr/>
          </p:nvSpPr>
          <p:spPr>
            <a:xfrm>
              <a:off x="6286450" y="1431100"/>
              <a:ext cx="618300" cy="608200"/>
            </a:xfrm>
            <a:custGeom>
              <a:rect b="b" l="l" r="r" t="t"/>
              <a:pathLst>
                <a:path extrusionOk="0" h="24328" w="24732">
                  <a:moveTo>
                    <a:pt x="0" y="0"/>
                  </a:moveTo>
                  <a:lnTo>
                    <a:pt x="24328" y="24328"/>
                  </a:lnTo>
                  <a:lnTo>
                    <a:pt x="24731" y="23924"/>
                  </a:lnTo>
                  <a:lnTo>
                    <a:pt x="19489" y="14785"/>
                  </a:lnTo>
                  <a:lnTo>
                    <a:pt x="4704" y="0"/>
                  </a:lnTo>
                  <a:close/>
                </a:path>
              </a:pathLst>
            </a:custGeom>
            <a:solidFill>
              <a:srgbClr val="3196E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1284" name="Google Shape;1284;p10"/>
            <p:cNvSpPr/>
            <p:nvPr/>
          </p:nvSpPr>
          <p:spPr>
            <a:xfrm>
              <a:off x="6383900" y="1431100"/>
              <a:ext cx="389800" cy="376350"/>
            </a:xfrm>
            <a:custGeom>
              <a:rect b="b" l="l" r="r" t="t"/>
              <a:pathLst>
                <a:path extrusionOk="0" h="15054" w="15592">
                  <a:moveTo>
                    <a:pt x="0" y="0"/>
                  </a:moveTo>
                  <a:lnTo>
                    <a:pt x="15188" y="15054"/>
                  </a:lnTo>
                  <a:lnTo>
                    <a:pt x="15591" y="14785"/>
                  </a:lnTo>
                  <a:lnTo>
                    <a:pt x="10215" y="5645"/>
                  </a:lnTo>
                  <a:lnTo>
                    <a:pt x="4704" y="0"/>
                  </a:lnTo>
                  <a:close/>
                </a:path>
              </a:pathLst>
            </a:custGeom>
            <a:solidFill>
              <a:srgbClr val="3295E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1285" name="Google Shape;1285;p10"/>
            <p:cNvSpPr/>
            <p:nvPr/>
          </p:nvSpPr>
          <p:spPr>
            <a:xfrm>
              <a:off x="6481325" y="1431100"/>
              <a:ext cx="157950" cy="147850"/>
            </a:xfrm>
            <a:custGeom>
              <a:rect b="b" l="l" r="r" t="t"/>
              <a:pathLst>
                <a:path extrusionOk="0" h="5914" w="6318">
                  <a:moveTo>
                    <a:pt x="1" y="0"/>
                  </a:moveTo>
                  <a:lnTo>
                    <a:pt x="5915" y="5914"/>
                  </a:lnTo>
                  <a:lnTo>
                    <a:pt x="6318" y="5645"/>
                  </a:lnTo>
                  <a:lnTo>
                    <a:pt x="3092" y="0"/>
                  </a:lnTo>
                  <a:close/>
                </a:path>
              </a:pathLst>
            </a:custGeom>
            <a:solidFill>
              <a:srgbClr val="3393E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grpSp>
      <p:sp>
        <p:nvSpPr>
          <p:cNvPr id="1286" name="Google Shape;1286;p10"/>
          <p:cNvSpPr/>
          <p:nvPr/>
        </p:nvSpPr>
        <p:spPr>
          <a:xfrm flipH="1" rot="10800000">
            <a:off x="-123826" y="1058975"/>
            <a:ext cx="819900" cy="710100"/>
          </a:xfrm>
          <a:prstGeom prst="hexagon">
            <a:avLst>
              <a:gd fmla="val 28678" name="adj"/>
              <a:gd fmla="val 115470" name="vf"/>
            </a:avLst>
          </a:prstGeom>
          <a:noFill/>
          <a:ln cap="flat" cmpd="sng" w="9525">
            <a:solidFill>
              <a:srgbClr val="19BBD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1287" name="Google Shape;1287;p10"/>
          <p:cNvSpPr/>
          <p:nvPr/>
        </p:nvSpPr>
        <p:spPr>
          <a:xfrm flipH="1" rot="10800000">
            <a:off x="638175" y="1440100"/>
            <a:ext cx="428700" cy="371100"/>
          </a:xfrm>
          <a:prstGeom prst="hexagon">
            <a:avLst>
              <a:gd fmla="val 28678" name="adj"/>
              <a:gd fmla="val 115470" name="vf"/>
            </a:avLst>
          </a:prstGeom>
          <a:solidFill>
            <a:srgbClr val="184769"/>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1288" name="Google Shape;1288;p10"/>
          <p:cNvSpPr/>
          <p:nvPr/>
        </p:nvSpPr>
        <p:spPr>
          <a:xfrm flipH="1" rot="10800000">
            <a:off x="1495424" y="-131650"/>
            <a:ext cx="819900" cy="710100"/>
          </a:xfrm>
          <a:prstGeom prst="hexagon">
            <a:avLst>
              <a:gd fmla="val 28678" name="adj"/>
              <a:gd fmla="val 115470" name="vf"/>
            </a:avLst>
          </a:prstGeom>
          <a:noFill/>
          <a:ln cap="flat" cmpd="sng" w="76200">
            <a:solidFill>
              <a:srgbClr val="184769"/>
            </a:solidFill>
            <a:prstDash val="solid"/>
            <a:miter lim="80"/>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1289" name="Google Shape;1289;p10"/>
          <p:cNvSpPr/>
          <p:nvPr/>
        </p:nvSpPr>
        <p:spPr>
          <a:xfrm flipH="1" rot="10800000">
            <a:off x="327800" y="88925"/>
            <a:ext cx="358800" cy="310500"/>
          </a:xfrm>
          <a:prstGeom prst="hexagon">
            <a:avLst>
              <a:gd fmla="val 28678" name="adj"/>
              <a:gd fmla="val 115470" name="vf"/>
            </a:avLst>
          </a:prstGeom>
          <a:solidFill>
            <a:srgbClr val="00E1C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grpSp>
        <p:nvGrpSpPr>
          <p:cNvPr id="1290" name="Google Shape;1290;p10"/>
          <p:cNvGrpSpPr/>
          <p:nvPr/>
        </p:nvGrpSpPr>
        <p:grpSpPr>
          <a:xfrm>
            <a:off x="1729784" y="61068"/>
            <a:ext cx="351204" cy="324661"/>
            <a:chOff x="5975075" y="2327500"/>
            <a:chExt cx="420100" cy="388350"/>
          </a:xfrm>
        </p:grpSpPr>
        <p:sp>
          <p:nvSpPr>
            <p:cNvPr id="1291" name="Google Shape;1291;p10"/>
            <p:cNvSpPr/>
            <p:nvPr/>
          </p:nvSpPr>
          <p:spPr>
            <a:xfrm>
              <a:off x="5975075" y="2474650"/>
              <a:ext cx="98325" cy="220450"/>
            </a:xfrm>
            <a:custGeom>
              <a:rect b="b" l="l" r="r" t="t"/>
              <a:pathLst>
                <a:path extrusionOk="0" h="8818" w="3933">
                  <a:moveTo>
                    <a:pt x="2418" y="1002"/>
                  </a:moveTo>
                  <a:lnTo>
                    <a:pt x="2565" y="1027"/>
                  </a:lnTo>
                  <a:lnTo>
                    <a:pt x="2687" y="1075"/>
                  </a:lnTo>
                  <a:lnTo>
                    <a:pt x="2809" y="1124"/>
                  </a:lnTo>
                  <a:lnTo>
                    <a:pt x="2907" y="1222"/>
                  </a:lnTo>
                  <a:lnTo>
                    <a:pt x="3005" y="1320"/>
                  </a:lnTo>
                  <a:lnTo>
                    <a:pt x="3078" y="1442"/>
                  </a:lnTo>
                  <a:lnTo>
                    <a:pt x="3102" y="1564"/>
                  </a:lnTo>
                  <a:lnTo>
                    <a:pt x="3127" y="1710"/>
                  </a:lnTo>
                  <a:lnTo>
                    <a:pt x="3102" y="1857"/>
                  </a:lnTo>
                  <a:lnTo>
                    <a:pt x="3078" y="1979"/>
                  </a:lnTo>
                  <a:lnTo>
                    <a:pt x="3005" y="2101"/>
                  </a:lnTo>
                  <a:lnTo>
                    <a:pt x="2907" y="2223"/>
                  </a:lnTo>
                  <a:lnTo>
                    <a:pt x="2809" y="2297"/>
                  </a:lnTo>
                  <a:lnTo>
                    <a:pt x="2687" y="2370"/>
                  </a:lnTo>
                  <a:lnTo>
                    <a:pt x="2565" y="2394"/>
                  </a:lnTo>
                  <a:lnTo>
                    <a:pt x="2418" y="2419"/>
                  </a:lnTo>
                  <a:lnTo>
                    <a:pt x="2272" y="2394"/>
                  </a:lnTo>
                  <a:lnTo>
                    <a:pt x="2150" y="2370"/>
                  </a:lnTo>
                  <a:lnTo>
                    <a:pt x="2028" y="2297"/>
                  </a:lnTo>
                  <a:lnTo>
                    <a:pt x="1930" y="2223"/>
                  </a:lnTo>
                  <a:lnTo>
                    <a:pt x="1832" y="2101"/>
                  </a:lnTo>
                  <a:lnTo>
                    <a:pt x="1759" y="1979"/>
                  </a:lnTo>
                  <a:lnTo>
                    <a:pt x="1735" y="1857"/>
                  </a:lnTo>
                  <a:lnTo>
                    <a:pt x="1710" y="1710"/>
                  </a:lnTo>
                  <a:lnTo>
                    <a:pt x="1735" y="1564"/>
                  </a:lnTo>
                  <a:lnTo>
                    <a:pt x="1759" y="1442"/>
                  </a:lnTo>
                  <a:lnTo>
                    <a:pt x="1832" y="1320"/>
                  </a:lnTo>
                  <a:lnTo>
                    <a:pt x="1930" y="1222"/>
                  </a:lnTo>
                  <a:lnTo>
                    <a:pt x="2028" y="1124"/>
                  </a:lnTo>
                  <a:lnTo>
                    <a:pt x="2150" y="1075"/>
                  </a:lnTo>
                  <a:lnTo>
                    <a:pt x="2272" y="1027"/>
                  </a:lnTo>
                  <a:lnTo>
                    <a:pt x="2418" y="1002"/>
                  </a:lnTo>
                  <a:close/>
                  <a:moveTo>
                    <a:pt x="1" y="1"/>
                  </a:moveTo>
                  <a:lnTo>
                    <a:pt x="1" y="8817"/>
                  </a:lnTo>
                  <a:lnTo>
                    <a:pt x="3933" y="8817"/>
                  </a:lnTo>
                  <a:lnTo>
                    <a:pt x="3933" y="1"/>
                  </a:lnTo>
                  <a:close/>
                </a:path>
              </a:pathLst>
            </a:custGeom>
            <a:solidFill>
              <a:srgbClr val="184769"/>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1292" name="Google Shape;1292;p10"/>
            <p:cNvSpPr/>
            <p:nvPr/>
          </p:nvSpPr>
          <p:spPr>
            <a:xfrm>
              <a:off x="6088025" y="2327500"/>
              <a:ext cx="307150" cy="388350"/>
            </a:xfrm>
            <a:custGeom>
              <a:rect b="b" l="l" r="r" t="t"/>
              <a:pathLst>
                <a:path extrusionOk="0" h="15534" w="12286">
                  <a:moveTo>
                    <a:pt x="6326" y="1"/>
                  </a:moveTo>
                  <a:lnTo>
                    <a:pt x="5960" y="25"/>
                  </a:lnTo>
                  <a:lnTo>
                    <a:pt x="5716" y="74"/>
                  </a:lnTo>
                  <a:lnTo>
                    <a:pt x="5520" y="147"/>
                  </a:lnTo>
                  <a:lnTo>
                    <a:pt x="5374" y="221"/>
                  </a:lnTo>
                  <a:lnTo>
                    <a:pt x="4983" y="1466"/>
                  </a:lnTo>
                  <a:lnTo>
                    <a:pt x="4788" y="2028"/>
                  </a:lnTo>
                  <a:lnTo>
                    <a:pt x="4592" y="2541"/>
                  </a:lnTo>
                  <a:lnTo>
                    <a:pt x="4397" y="3005"/>
                  </a:lnTo>
                  <a:lnTo>
                    <a:pt x="4202" y="3396"/>
                  </a:lnTo>
                  <a:lnTo>
                    <a:pt x="4031" y="3689"/>
                  </a:lnTo>
                  <a:lnTo>
                    <a:pt x="3884" y="3933"/>
                  </a:lnTo>
                  <a:lnTo>
                    <a:pt x="3664" y="4153"/>
                  </a:lnTo>
                  <a:lnTo>
                    <a:pt x="3322" y="4495"/>
                  </a:lnTo>
                  <a:lnTo>
                    <a:pt x="2516" y="5252"/>
                  </a:lnTo>
                  <a:lnTo>
                    <a:pt x="1442" y="6229"/>
                  </a:lnTo>
                  <a:lnTo>
                    <a:pt x="1" y="6229"/>
                  </a:lnTo>
                  <a:lnTo>
                    <a:pt x="1" y="13433"/>
                  </a:lnTo>
                  <a:lnTo>
                    <a:pt x="1515" y="13433"/>
                  </a:lnTo>
                  <a:lnTo>
                    <a:pt x="2004" y="13678"/>
                  </a:lnTo>
                  <a:lnTo>
                    <a:pt x="2687" y="13971"/>
                  </a:lnTo>
                  <a:lnTo>
                    <a:pt x="3567" y="14313"/>
                  </a:lnTo>
                  <a:lnTo>
                    <a:pt x="4544" y="14679"/>
                  </a:lnTo>
                  <a:lnTo>
                    <a:pt x="5594" y="14997"/>
                  </a:lnTo>
                  <a:lnTo>
                    <a:pt x="6131" y="15143"/>
                  </a:lnTo>
                  <a:lnTo>
                    <a:pt x="6668" y="15265"/>
                  </a:lnTo>
                  <a:lnTo>
                    <a:pt x="7181" y="15387"/>
                  </a:lnTo>
                  <a:lnTo>
                    <a:pt x="7694" y="15461"/>
                  </a:lnTo>
                  <a:lnTo>
                    <a:pt x="8158" y="15509"/>
                  </a:lnTo>
                  <a:lnTo>
                    <a:pt x="8622" y="15534"/>
                  </a:lnTo>
                  <a:lnTo>
                    <a:pt x="9404" y="15534"/>
                  </a:lnTo>
                  <a:lnTo>
                    <a:pt x="9819" y="15509"/>
                  </a:lnTo>
                  <a:lnTo>
                    <a:pt x="10210" y="15461"/>
                  </a:lnTo>
                  <a:lnTo>
                    <a:pt x="10552" y="15363"/>
                  </a:lnTo>
                  <a:lnTo>
                    <a:pt x="10723" y="15314"/>
                  </a:lnTo>
                  <a:lnTo>
                    <a:pt x="10845" y="15265"/>
                  </a:lnTo>
                  <a:lnTo>
                    <a:pt x="10967" y="15192"/>
                  </a:lnTo>
                  <a:lnTo>
                    <a:pt x="11064" y="15094"/>
                  </a:lnTo>
                  <a:lnTo>
                    <a:pt x="11113" y="14997"/>
                  </a:lnTo>
                  <a:lnTo>
                    <a:pt x="11162" y="14874"/>
                  </a:lnTo>
                  <a:lnTo>
                    <a:pt x="11235" y="14166"/>
                  </a:lnTo>
                  <a:lnTo>
                    <a:pt x="11211" y="13995"/>
                  </a:lnTo>
                  <a:lnTo>
                    <a:pt x="11162" y="13849"/>
                  </a:lnTo>
                  <a:lnTo>
                    <a:pt x="11064" y="13702"/>
                  </a:lnTo>
                  <a:lnTo>
                    <a:pt x="10918" y="13580"/>
                  </a:lnTo>
                  <a:lnTo>
                    <a:pt x="11040" y="13556"/>
                  </a:lnTo>
                  <a:lnTo>
                    <a:pt x="11162" y="13507"/>
                  </a:lnTo>
                  <a:lnTo>
                    <a:pt x="11284" y="13458"/>
                  </a:lnTo>
                  <a:lnTo>
                    <a:pt x="11382" y="13360"/>
                  </a:lnTo>
                  <a:lnTo>
                    <a:pt x="11455" y="13263"/>
                  </a:lnTo>
                  <a:lnTo>
                    <a:pt x="11528" y="13140"/>
                  </a:lnTo>
                  <a:lnTo>
                    <a:pt x="11577" y="12994"/>
                  </a:lnTo>
                  <a:lnTo>
                    <a:pt x="11602" y="12872"/>
                  </a:lnTo>
                  <a:lnTo>
                    <a:pt x="11675" y="11993"/>
                  </a:lnTo>
                  <a:lnTo>
                    <a:pt x="11675" y="11870"/>
                  </a:lnTo>
                  <a:lnTo>
                    <a:pt x="11675" y="11773"/>
                  </a:lnTo>
                  <a:lnTo>
                    <a:pt x="11651" y="11651"/>
                  </a:lnTo>
                  <a:lnTo>
                    <a:pt x="11602" y="11553"/>
                  </a:lnTo>
                  <a:lnTo>
                    <a:pt x="11480" y="11382"/>
                  </a:lnTo>
                  <a:lnTo>
                    <a:pt x="11406" y="11309"/>
                  </a:lnTo>
                  <a:lnTo>
                    <a:pt x="11333" y="11235"/>
                  </a:lnTo>
                  <a:lnTo>
                    <a:pt x="11455" y="11211"/>
                  </a:lnTo>
                  <a:lnTo>
                    <a:pt x="11553" y="11162"/>
                  </a:lnTo>
                  <a:lnTo>
                    <a:pt x="11651" y="11089"/>
                  </a:lnTo>
                  <a:lnTo>
                    <a:pt x="11748" y="10991"/>
                  </a:lnTo>
                  <a:lnTo>
                    <a:pt x="11822" y="10893"/>
                  </a:lnTo>
                  <a:lnTo>
                    <a:pt x="11870" y="10796"/>
                  </a:lnTo>
                  <a:lnTo>
                    <a:pt x="11919" y="10674"/>
                  </a:lnTo>
                  <a:lnTo>
                    <a:pt x="11944" y="10527"/>
                  </a:lnTo>
                  <a:lnTo>
                    <a:pt x="12017" y="9672"/>
                  </a:lnTo>
                  <a:lnTo>
                    <a:pt x="12017" y="9550"/>
                  </a:lnTo>
                  <a:lnTo>
                    <a:pt x="12017" y="9428"/>
                  </a:lnTo>
                  <a:lnTo>
                    <a:pt x="11993" y="9306"/>
                  </a:lnTo>
                  <a:lnTo>
                    <a:pt x="11944" y="9208"/>
                  </a:lnTo>
                  <a:lnTo>
                    <a:pt x="11895" y="9111"/>
                  </a:lnTo>
                  <a:lnTo>
                    <a:pt x="11822" y="9037"/>
                  </a:lnTo>
                  <a:lnTo>
                    <a:pt x="11748" y="8964"/>
                  </a:lnTo>
                  <a:lnTo>
                    <a:pt x="11651" y="8891"/>
                  </a:lnTo>
                  <a:lnTo>
                    <a:pt x="11748" y="8866"/>
                  </a:lnTo>
                  <a:lnTo>
                    <a:pt x="11846" y="8793"/>
                  </a:lnTo>
                  <a:lnTo>
                    <a:pt x="11944" y="8720"/>
                  </a:lnTo>
                  <a:lnTo>
                    <a:pt x="12017" y="8647"/>
                  </a:lnTo>
                  <a:lnTo>
                    <a:pt x="12090" y="8549"/>
                  </a:lnTo>
                  <a:lnTo>
                    <a:pt x="12139" y="8451"/>
                  </a:lnTo>
                  <a:lnTo>
                    <a:pt x="12163" y="8329"/>
                  </a:lnTo>
                  <a:lnTo>
                    <a:pt x="12188" y="8207"/>
                  </a:lnTo>
                  <a:lnTo>
                    <a:pt x="12286" y="7328"/>
                  </a:lnTo>
                  <a:lnTo>
                    <a:pt x="12261" y="7206"/>
                  </a:lnTo>
                  <a:lnTo>
                    <a:pt x="12237" y="7083"/>
                  </a:lnTo>
                  <a:lnTo>
                    <a:pt x="12188" y="6986"/>
                  </a:lnTo>
                  <a:lnTo>
                    <a:pt x="12139" y="6888"/>
                  </a:lnTo>
                  <a:lnTo>
                    <a:pt x="12066" y="6790"/>
                  </a:lnTo>
                  <a:lnTo>
                    <a:pt x="11968" y="6717"/>
                  </a:lnTo>
                  <a:lnTo>
                    <a:pt x="11748" y="6571"/>
                  </a:lnTo>
                  <a:lnTo>
                    <a:pt x="11504" y="6448"/>
                  </a:lnTo>
                  <a:lnTo>
                    <a:pt x="11211" y="6351"/>
                  </a:lnTo>
                  <a:lnTo>
                    <a:pt x="10893" y="6278"/>
                  </a:lnTo>
                  <a:lnTo>
                    <a:pt x="10576" y="6229"/>
                  </a:lnTo>
                  <a:lnTo>
                    <a:pt x="9892" y="6131"/>
                  </a:lnTo>
                  <a:lnTo>
                    <a:pt x="8842" y="6033"/>
                  </a:lnTo>
                  <a:lnTo>
                    <a:pt x="7596" y="5960"/>
                  </a:lnTo>
                  <a:lnTo>
                    <a:pt x="6326" y="5887"/>
                  </a:lnTo>
                  <a:lnTo>
                    <a:pt x="6497" y="5594"/>
                  </a:lnTo>
                  <a:lnTo>
                    <a:pt x="6644" y="5252"/>
                  </a:lnTo>
                  <a:lnTo>
                    <a:pt x="6790" y="4885"/>
                  </a:lnTo>
                  <a:lnTo>
                    <a:pt x="6888" y="4495"/>
                  </a:lnTo>
                  <a:lnTo>
                    <a:pt x="6986" y="4104"/>
                  </a:lnTo>
                  <a:lnTo>
                    <a:pt x="7083" y="3689"/>
                  </a:lnTo>
                  <a:lnTo>
                    <a:pt x="7181" y="2883"/>
                  </a:lnTo>
                  <a:lnTo>
                    <a:pt x="7254" y="2150"/>
                  </a:lnTo>
                  <a:lnTo>
                    <a:pt x="7303" y="1539"/>
                  </a:lnTo>
                  <a:lnTo>
                    <a:pt x="7303" y="978"/>
                  </a:lnTo>
                  <a:lnTo>
                    <a:pt x="7303" y="807"/>
                  </a:lnTo>
                  <a:lnTo>
                    <a:pt x="7230" y="611"/>
                  </a:lnTo>
                  <a:lnTo>
                    <a:pt x="7157" y="465"/>
                  </a:lnTo>
                  <a:lnTo>
                    <a:pt x="7035" y="318"/>
                  </a:lnTo>
                  <a:lnTo>
                    <a:pt x="6888" y="172"/>
                  </a:lnTo>
                  <a:lnTo>
                    <a:pt x="6717" y="98"/>
                  </a:lnTo>
                  <a:lnTo>
                    <a:pt x="6522" y="25"/>
                  </a:lnTo>
                  <a:lnTo>
                    <a:pt x="6326" y="1"/>
                  </a:lnTo>
                  <a:close/>
                </a:path>
              </a:pathLst>
            </a:custGeom>
            <a:solidFill>
              <a:srgbClr val="184769"/>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grpSp>
      <p:sp>
        <p:nvSpPr>
          <p:cNvPr id="1293" name="Google Shape;1293;p10"/>
          <p:cNvSpPr/>
          <p:nvPr/>
        </p:nvSpPr>
        <p:spPr>
          <a:xfrm>
            <a:off x="203100" y="1270177"/>
            <a:ext cx="166061" cy="287704"/>
          </a:xfrm>
          <a:custGeom>
            <a:rect b="b" l="l" r="r" t="t"/>
            <a:pathLst>
              <a:path extrusionOk="0" h="20565" w="11870">
                <a:moveTo>
                  <a:pt x="6301" y="977"/>
                </a:moveTo>
                <a:lnTo>
                  <a:pt x="6423" y="1002"/>
                </a:lnTo>
                <a:lnTo>
                  <a:pt x="6497" y="1075"/>
                </a:lnTo>
                <a:lnTo>
                  <a:pt x="6570" y="1148"/>
                </a:lnTo>
                <a:lnTo>
                  <a:pt x="6594" y="1270"/>
                </a:lnTo>
                <a:lnTo>
                  <a:pt x="6570" y="1368"/>
                </a:lnTo>
                <a:lnTo>
                  <a:pt x="6497" y="1466"/>
                </a:lnTo>
                <a:lnTo>
                  <a:pt x="6423" y="1515"/>
                </a:lnTo>
                <a:lnTo>
                  <a:pt x="6301" y="1539"/>
                </a:lnTo>
                <a:lnTo>
                  <a:pt x="5569" y="1539"/>
                </a:lnTo>
                <a:lnTo>
                  <a:pt x="5446" y="1515"/>
                </a:lnTo>
                <a:lnTo>
                  <a:pt x="5373" y="1466"/>
                </a:lnTo>
                <a:lnTo>
                  <a:pt x="5300" y="1368"/>
                </a:lnTo>
                <a:lnTo>
                  <a:pt x="5276" y="1270"/>
                </a:lnTo>
                <a:lnTo>
                  <a:pt x="5300" y="1148"/>
                </a:lnTo>
                <a:lnTo>
                  <a:pt x="5373" y="1075"/>
                </a:lnTo>
                <a:lnTo>
                  <a:pt x="5446" y="1002"/>
                </a:lnTo>
                <a:lnTo>
                  <a:pt x="5569" y="977"/>
                </a:lnTo>
                <a:close/>
                <a:moveTo>
                  <a:pt x="10575" y="2565"/>
                </a:moveTo>
                <a:lnTo>
                  <a:pt x="10575" y="16706"/>
                </a:lnTo>
                <a:lnTo>
                  <a:pt x="1295" y="16706"/>
                </a:lnTo>
                <a:lnTo>
                  <a:pt x="1295" y="2565"/>
                </a:lnTo>
                <a:close/>
                <a:moveTo>
                  <a:pt x="5935" y="17780"/>
                </a:moveTo>
                <a:lnTo>
                  <a:pt x="6106" y="17805"/>
                </a:lnTo>
                <a:lnTo>
                  <a:pt x="6277" y="17854"/>
                </a:lnTo>
                <a:lnTo>
                  <a:pt x="6423" y="17927"/>
                </a:lnTo>
                <a:lnTo>
                  <a:pt x="6545" y="18025"/>
                </a:lnTo>
                <a:lnTo>
                  <a:pt x="6643" y="18147"/>
                </a:lnTo>
                <a:lnTo>
                  <a:pt x="6716" y="18293"/>
                </a:lnTo>
                <a:lnTo>
                  <a:pt x="6765" y="18464"/>
                </a:lnTo>
                <a:lnTo>
                  <a:pt x="6790" y="18635"/>
                </a:lnTo>
                <a:lnTo>
                  <a:pt x="6765" y="18806"/>
                </a:lnTo>
                <a:lnTo>
                  <a:pt x="6716" y="18977"/>
                </a:lnTo>
                <a:lnTo>
                  <a:pt x="6643" y="19124"/>
                </a:lnTo>
                <a:lnTo>
                  <a:pt x="6545" y="19246"/>
                </a:lnTo>
                <a:lnTo>
                  <a:pt x="6423" y="19343"/>
                </a:lnTo>
                <a:lnTo>
                  <a:pt x="6277" y="19417"/>
                </a:lnTo>
                <a:lnTo>
                  <a:pt x="6106" y="19465"/>
                </a:lnTo>
                <a:lnTo>
                  <a:pt x="5935" y="19490"/>
                </a:lnTo>
                <a:lnTo>
                  <a:pt x="5764" y="19465"/>
                </a:lnTo>
                <a:lnTo>
                  <a:pt x="5593" y="19417"/>
                </a:lnTo>
                <a:lnTo>
                  <a:pt x="5446" y="19343"/>
                </a:lnTo>
                <a:lnTo>
                  <a:pt x="5324" y="19246"/>
                </a:lnTo>
                <a:lnTo>
                  <a:pt x="5227" y="19124"/>
                </a:lnTo>
                <a:lnTo>
                  <a:pt x="5153" y="18977"/>
                </a:lnTo>
                <a:lnTo>
                  <a:pt x="5105" y="18806"/>
                </a:lnTo>
                <a:lnTo>
                  <a:pt x="5080" y="18635"/>
                </a:lnTo>
                <a:lnTo>
                  <a:pt x="5105" y="18464"/>
                </a:lnTo>
                <a:lnTo>
                  <a:pt x="5153" y="18293"/>
                </a:lnTo>
                <a:lnTo>
                  <a:pt x="5227" y="18147"/>
                </a:lnTo>
                <a:lnTo>
                  <a:pt x="5324" y="18025"/>
                </a:lnTo>
                <a:lnTo>
                  <a:pt x="5446" y="17927"/>
                </a:lnTo>
                <a:lnTo>
                  <a:pt x="5593" y="17854"/>
                </a:lnTo>
                <a:lnTo>
                  <a:pt x="5764" y="17805"/>
                </a:lnTo>
                <a:lnTo>
                  <a:pt x="5935" y="17780"/>
                </a:lnTo>
                <a:close/>
                <a:moveTo>
                  <a:pt x="1295" y="0"/>
                </a:moveTo>
                <a:lnTo>
                  <a:pt x="1026" y="25"/>
                </a:lnTo>
                <a:lnTo>
                  <a:pt x="782" y="98"/>
                </a:lnTo>
                <a:lnTo>
                  <a:pt x="562" y="220"/>
                </a:lnTo>
                <a:lnTo>
                  <a:pt x="366" y="367"/>
                </a:lnTo>
                <a:lnTo>
                  <a:pt x="220" y="562"/>
                </a:lnTo>
                <a:lnTo>
                  <a:pt x="98" y="782"/>
                </a:lnTo>
                <a:lnTo>
                  <a:pt x="25" y="1026"/>
                </a:lnTo>
                <a:lnTo>
                  <a:pt x="0" y="1295"/>
                </a:lnTo>
                <a:lnTo>
                  <a:pt x="0" y="19270"/>
                </a:lnTo>
                <a:lnTo>
                  <a:pt x="25" y="19539"/>
                </a:lnTo>
                <a:lnTo>
                  <a:pt x="98" y="19783"/>
                </a:lnTo>
                <a:lnTo>
                  <a:pt x="220" y="20003"/>
                </a:lnTo>
                <a:lnTo>
                  <a:pt x="366" y="20198"/>
                </a:lnTo>
                <a:lnTo>
                  <a:pt x="562" y="20345"/>
                </a:lnTo>
                <a:lnTo>
                  <a:pt x="782" y="20467"/>
                </a:lnTo>
                <a:lnTo>
                  <a:pt x="1026" y="20540"/>
                </a:lnTo>
                <a:lnTo>
                  <a:pt x="1295" y="20565"/>
                </a:lnTo>
                <a:lnTo>
                  <a:pt x="10575" y="20565"/>
                </a:lnTo>
                <a:lnTo>
                  <a:pt x="10844" y="20540"/>
                </a:lnTo>
                <a:lnTo>
                  <a:pt x="11088" y="20467"/>
                </a:lnTo>
                <a:lnTo>
                  <a:pt x="11308" y="20345"/>
                </a:lnTo>
                <a:lnTo>
                  <a:pt x="11503" y="20198"/>
                </a:lnTo>
                <a:lnTo>
                  <a:pt x="11650" y="20003"/>
                </a:lnTo>
                <a:lnTo>
                  <a:pt x="11772" y="19783"/>
                </a:lnTo>
                <a:lnTo>
                  <a:pt x="11845" y="19539"/>
                </a:lnTo>
                <a:lnTo>
                  <a:pt x="11870" y="19270"/>
                </a:lnTo>
                <a:lnTo>
                  <a:pt x="11870" y="1295"/>
                </a:lnTo>
                <a:lnTo>
                  <a:pt x="11845" y="1026"/>
                </a:lnTo>
                <a:lnTo>
                  <a:pt x="11772" y="782"/>
                </a:lnTo>
                <a:lnTo>
                  <a:pt x="11650" y="562"/>
                </a:lnTo>
                <a:lnTo>
                  <a:pt x="11503" y="367"/>
                </a:lnTo>
                <a:lnTo>
                  <a:pt x="11308" y="220"/>
                </a:lnTo>
                <a:lnTo>
                  <a:pt x="11088" y="98"/>
                </a:lnTo>
                <a:lnTo>
                  <a:pt x="10844" y="25"/>
                </a:lnTo>
                <a:lnTo>
                  <a:pt x="10575" y="0"/>
                </a:lnTo>
                <a:close/>
              </a:path>
            </a:pathLst>
          </a:custGeom>
          <a:solidFill>
            <a:srgbClr val="19BBD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grpSp>
        <p:nvGrpSpPr>
          <p:cNvPr id="1294" name="Google Shape;1294;p10"/>
          <p:cNvGrpSpPr/>
          <p:nvPr/>
        </p:nvGrpSpPr>
        <p:grpSpPr>
          <a:xfrm>
            <a:off x="904276" y="515192"/>
            <a:ext cx="382958" cy="607111"/>
            <a:chOff x="6718575" y="2318625"/>
            <a:chExt cx="256950" cy="407375"/>
          </a:xfrm>
        </p:grpSpPr>
        <p:sp>
          <p:nvSpPr>
            <p:cNvPr id="1295" name="Google Shape;1295;p10"/>
            <p:cNvSpPr/>
            <p:nvPr/>
          </p:nvSpPr>
          <p:spPr>
            <a:xfrm>
              <a:off x="6795900" y="2673600"/>
              <a:ext cx="102300" cy="22550"/>
            </a:xfrm>
            <a:custGeom>
              <a:rect b="b" l="l" r="r" t="t"/>
              <a:pathLst>
                <a:path extrusionOk="0" fill="none" h="902" w="4092">
                  <a:moveTo>
                    <a:pt x="4092" y="902"/>
                  </a:moveTo>
                  <a:lnTo>
                    <a:pt x="4092" y="1"/>
                  </a:lnTo>
                  <a:lnTo>
                    <a:pt x="0" y="1"/>
                  </a:lnTo>
                  <a:lnTo>
                    <a:pt x="0" y="902"/>
                  </a:lnTo>
                  <a:lnTo>
                    <a:pt x="4092" y="902"/>
                  </a:lnTo>
                  <a:close/>
                </a:path>
              </a:pathLst>
            </a:custGeom>
            <a:noFill/>
            <a:ln cap="rnd" cmpd="sng" w="1217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1296" name="Google Shape;1296;p10"/>
            <p:cNvSpPr/>
            <p:nvPr/>
          </p:nvSpPr>
          <p:spPr>
            <a:xfrm>
              <a:off x="6795900" y="2650475"/>
              <a:ext cx="102300" cy="22550"/>
            </a:xfrm>
            <a:custGeom>
              <a:rect b="b" l="l" r="r" t="t"/>
              <a:pathLst>
                <a:path extrusionOk="0" fill="none" h="902" w="4092">
                  <a:moveTo>
                    <a:pt x="4092" y="901"/>
                  </a:moveTo>
                  <a:lnTo>
                    <a:pt x="4092" y="0"/>
                  </a:lnTo>
                  <a:lnTo>
                    <a:pt x="0" y="0"/>
                  </a:lnTo>
                  <a:lnTo>
                    <a:pt x="0" y="901"/>
                  </a:lnTo>
                  <a:lnTo>
                    <a:pt x="4092" y="901"/>
                  </a:lnTo>
                  <a:close/>
                </a:path>
              </a:pathLst>
            </a:custGeom>
            <a:noFill/>
            <a:ln cap="rnd" cmpd="sng" w="1217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1297" name="Google Shape;1297;p10"/>
            <p:cNvSpPr/>
            <p:nvPr/>
          </p:nvSpPr>
          <p:spPr>
            <a:xfrm>
              <a:off x="6795900" y="2696125"/>
              <a:ext cx="102300" cy="29875"/>
            </a:xfrm>
            <a:custGeom>
              <a:rect b="b" l="l" r="r" t="t"/>
              <a:pathLst>
                <a:path extrusionOk="0" fill="none" h="1195" w="4092">
                  <a:moveTo>
                    <a:pt x="0" y="1"/>
                  </a:moveTo>
                  <a:lnTo>
                    <a:pt x="0" y="171"/>
                  </a:lnTo>
                  <a:lnTo>
                    <a:pt x="0" y="171"/>
                  </a:lnTo>
                  <a:lnTo>
                    <a:pt x="24" y="318"/>
                  </a:lnTo>
                  <a:lnTo>
                    <a:pt x="98" y="464"/>
                  </a:lnTo>
                  <a:lnTo>
                    <a:pt x="195" y="585"/>
                  </a:lnTo>
                  <a:lnTo>
                    <a:pt x="341" y="659"/>
                  </a:lnTo>
                  <a:lnTo>
                    <a:pt x="1875" y="1170"/>
                  </a:lnTo>
                  <a:lnTo>
                    <a:pt x="1875" y="1170"/>
                  </a:lnTo>
                  <a:lnTo>
                    <a:pt x="2046" y="1194"/>
                  </a:lnTo>
                  <a:lnTo>
                    <a:pt x="2046" y="1194"/>
                  </a:lnTo>
                  <a:lnTo>
                    <a:pt x="2216" y="1170"/>
                  </a:lnTo>
                  <a:lnTo>
                    <a:pt x="3751" y="659"/>
                  </a:lnTo>
                  <a:lnTo>
                    <a:pt x="3751" y="659"/>
                  </a:lnTo>
                  <a:lnTo>
                    <a:pt x="3897" y="585"/>
                  </a:lnTo>
                  <a:lnTo>
                    <a:pt x="3994" y="464"/>
                  </a:lnTo>
                  <a:lnTo>
                    <a:pt x="4067" y="318"/>
                  </a:lnTo>
                  <a:lnTo>
                    <a:pt x="4092" y="171"/>
                  </a:lnTo>
                  <a:lnTo>
                    <a:pt x="4092" y="1"/>
                  </a:lnTo>
                  <a:lnTo>
                    <a:pt x="0" y="1"/>
                  </a:lnTo>
                  <a:close/>
                </a:path>
              </a:pathLst>
            </a:custGeom>
            <a:noFill/>
            <a:ln cap="rnd" cmpd="sng" w="1217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1298" name="Google Shape;1298;p10"/>
            <p:cNvSpPr/>
            <p:nvPr/>
          </p:nvSpPr>
          <p:spPr>
            <a:xfrm>
              <a:off x="6784925" y="2459275"/>
              <a:ext cx="35350" cy="166875"/>
            </a:xfrm>
            <a:custGeom>
              <a:rect b="b" l="l" r="r" t="t"/>
              <a:pathLst>
                <a:path extrusionOk="0" fill="none" h="6675" w="1414">
                  <a:moveTo>
                    <a:pt x="1413" y="6674"/>
                  </a:moveTo>
                  <a:lnTo>
                    <a:pt x="1413" y="6674"/>
                  </a:lnTo>
                  <a:lnTo>
                    <a:pt x="585" y="2850"/>
                  </a:lnTo>
                  <a:lnTo>
                    <a:pt x="1" y="1"/>
                  </a:lnTo>
                </a:path>
              </a:pathLst>
            </a:custGeom>
            <a:noFill/>
            <a:ln cap="rnd" cmpd="sng" w="1217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1299" name="Google Shape;1299;p10"/>
            <p:cNvSpPr/>
            <p:nvPr/>
          </p:nvSpPr>
          <p:spPr>
            <a:xfrm>
              <a:off x="6718575" y="2318625"/>
              <a:ext cx="256950" cy="307525"/>
            </a:xfrm>
            <a:custGeom>
              <a:rect b="b" l="l" r="r" t="t"/>
              <a:pathLst>
                <a:path extrusionOk="0" fill="none" h="12301" w="10278">
                  <a:moveTo>
                    <a:pt x="7185" y="12300"/>
                  </a:moveTo>
                  <a:lnTo>
                    <a:pt x="7185" y="12300"/>
                  </a:lnTo>
                  <a:lnTo>
                    <a:pt x="7307" y="11764"/>
                  </a:lnTo>
                  <a:lnTo>
                    <a:pt x="7477" y="11253"/>
                  </a:lnTo>
                  <a:lnTo>
                    <a:pt x="7672" y="10766"/>
                  </a:lnTo>
                  <a:lnTo>
                    <a:pt x="7891" y="10327"/>
                  </a:lnTo>
                  <a:lnTo>
                    <a:pt x="8135" y="9913"/>
                  </a:lnTo>
                  <a:lnTo>
                    <a:pt x="8378" y="9499"/>
                  </a:lnTo>
                  <a:lnTo>
                    <a:pt x="8914" y="8720"/>
                  </a:lnTo>
                  <a:lnTo>
                    <a:pt x="9182" y="8330"/>
                  </a:lnTo>
                  <a:lnTo>
                    <a:pt x="9425" y="7941"/>
                  </a:lnTo>
                  <a:lnTo>
                    <a:pt x="9645" y="7551"/>
                  </a:lnTo>
                  <a:lnTo>
                    <a:pt x="9864" y="7113"/>
                  </a:lnTo>
                  <a:lnTo>
                    <a:pt x="10034" y="6674"/>
                  </a:lnTo>
                  <a:lnTo>
                    <a:pt x="10156" y="6187"/>
                  </a:lnTo>
                  <a:lnTo>
                    <a:pt x="10229" y="5676"/>
                  </a:lnTo>
                  <a:lnTo>
                    <a:pt x="10253" y="5408"/>
                  </a:lnTo>
                  <a:lnTo>
                    <a:pt x="10278" y="5140"/>
                  </a:lnTo>
                  <a:lnTo>
                    <a:pt x="10278" y="5140"/>
                  </a:lnTo>
                  <a:lnTo>
                    <a:pt x="10229" y="4604"/>
                  </a:lnTo>
                  <a:lnTo>
                    <a:pt x="10156" y="4093"/>
                  </a:lnTo>
                  <a:lnTo>
                    <a:pt x="10034" y="3605"/>
                  </a:lnTo>
                  <a:lnTo>
                    <a:pt x="9864" y="3143"/>
                  </a:lnTo>
                  <a:lnTo>
                    <a:pt x="9645" y="2680"/>
                  </a:lnTo>
                  <a:lnTo>
                    <a:pt x="9401" y="2266"/>
                  </a:lnTo>
                  <a:lnTo>
                    <a:pt x="9084" y="1876"/>
                  </a:lnTo>
                  <a:lnTo>
                    <a:pt x="8768" y="1511"/>
                  </a:lnTo>
                  <a:lnTo>
                    <a:pt x="8402" y="1170"/>
                  </a:lnTo>
                  <a:lnTo>
                    <a:pt x="8013" y="878"/>
                  </a:lnTo>
                  <a:lnTo>
                    <a:pt x="7574" y="634"/>
                  </a:lnTo>
                  <a:lnTo>
                    <a:pt x="7136" y="415"/>
                  </a:lnTo>
                  <a:lnTo>
                    <a:pt x="6673" y="244"/>
                  </a:lnTo>
                  <a:lnTo>
                    <a:pt x="6162" y="98"/>
                  </a:lnTo>
                  <a:lnTo>
                    <a:pt x="5675" y="25"/>
                  </a:lnTo>
                  <a:lnTo>
                    <a:pt x="5139" y="1"/>
                  </a:lnTo>
                  <a:lnTo>
                    <a:pt x="5139" y="1"/>
                  </a:lnTo>
                  <a:lnTo>
                    <a:pt x="4603" y="25"/>
                  </a:lnTo>
                  <a:lnTo>
                    <a:pt x="4116" y="98"/>
                  </a:lnTo>
                  <a:lnTo>
                    <a:pt x="3605" y="244"/>
                  </a:lnTo>
                  <a:lnTo>
                    <a:pt x="3142" y="415"/>
                  </a:lnTo>
                  <a:lnTo>
                    <a:pt x="2703" y="634"/>
                  </a:lnTo>
                  <a:lnTo>
                    <a:pt x="2265" y="878"/>
                  </a:lnTo>
                  <a:lnTo>
                    <a:pt x="1875" y="1170"/>
                  </a:lnTo>
                  <a:lnTo>
                    <a:pt x="1510" y="1511"/>
                  </a:lnTo>
                  <a:lnTo>
                    <a:pt x="1193" y="1876"/>
                  </a:lnTo>
                  <a:lnTo>
                    <a:pt x="877" y="2266"/>
                  </a:lnTo>
                  <a:lnTo>
                    <a:pt x="633" y="2680"/>
                  </a:lnTo>
                  <a:lnTo>
                    <a:pt x="414" y="3143"/>
                  </a:lnTo>
                  <a:lnTo>
                    <a:pt x="244" y="3605"/>
                  </a:lnTo>
                  <a:lnTo>
                    <a:pt x="122" y="4093"/>
                  </a:lnTo>
                  <a:lnTo>
                    <a:pt x="49" y="4604"/>
                  </a:lnTo>
                  <a:lnTo>
                    <a:pt x="0" y="5140"/>
                  </a:lnTo>
                  <a:lnTo>
                    <a:pt x="0" y="5140"/>
                  </a:lnTo>
                  <a:lnTo>
                    <a:pt x="24" y="5408"/>
                  </a:lnTo>
                  <a:lnTo>
                    <a:pt x="49" y="5676"/>
                  </a:lnTo>
                  <a:lnTo>
                    <a:pt x="122" y="6187"/>
                  </a:lnTo>
                  <a:lnTo>
                    <a:pt x="244" y="6674"/>
                  </a:lnTo>
                  <a:lnTo>
                    <a:pt x="414" y="7113"/>
                  </a:lnTo>
                  <a:lnTo>
                    <a:pt x="633" y="7551"/>
                  </a:lnTo>
                  <a:lnTo>
                    <a:pt x="852" y="7941"/>
                  </a:lnTo>
                  <a:lnTo>
                    <a:pt x="1096" y="8330"/>
                  </a:lnTo>
                  <a:lnTo>
                    <a:pt x="1364" y="8720"/>
                  </a:lnTo>
                  <a:lnTo>
                    <a:pt x="1900" y="9499"/>
                  </a:lnTo>
                  <a:lnTo>
                    <a:pt x="2143" y="9913"/>
                  </a:lnTo>
                  <a:lnTo>
                    <a:pt x="2387" y="10327"/>
                  </a:lnTo>
                  <a:lnTo>
                    <a:pt x="2606" y="10766"/>
                  </a:lnTo>
                  <a:lnTo>
                    <a:pt x="2801" y="11253"/>
                  </a:lnTo>
                  <a:lnTo>
                    <a:pt x="2971" y="11764"/>
                  </a:lnTo>
                  <a:lnTo>
                    <a:pt x="3093" y="12300"/>
                  </a:lnTo>
                </a:path>
              </a:pathLst>
            </a:custGeom>
            <a:noFill/>
            <a:ln cap="rnd" cmpd="sng" w="1217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1300" name="Google Shape;1300;p10"/>
            <p:cNvSpPr/>
            <p:nvPr/>
          </p:nvSpPr>
          <p:spPr>
            <a:xfrm>
              <a:off x="6873825" y="2459275"/>
              <a:ext cx="35350" cy="166875"/>
            </a:xfrm>
            <a:custGeom>
              <a:rect b="b" l="l" r="r" t="t"/>
              <a:pathLst>
                <a:path extrusionOk="0" fill="none" h="6675" w="1414">
                  <a:moveTo>
                    <a:pt x="1413" y="1"/>
                  </a:moveTo>
                  <a:lnTo>
                    <a:pt x="1413" y="1"/>
                  </a:lnTo>
                  <a:lnTo>
                    <a:pt x="829" y="2850"/>
                  </a:lnTo>
                  <a:lnTo>
                    <a:pt x="1" y="6674"/>
                  </a:lnTo>
                </a:path>
              </a:pathLst>
            </a:custGeom>
            <a:noFill/>
            <a:ln cap="rnd" cmpd="sng" w="1217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1301" name="Google Shape;1301;p10"/>
            <p:cNvSpPr/>
            <p:nvPr/>
          </p:nvSpPr>
          <p:spPr>
            <a:xfrm>
              <a:off x="6801975" y="2453200"/>
              <a:ext cx="90150" cy="19500"/>
            </a:xfrm>
            <a:custGeom>
              <a:rect b="b" l="l" r="r" t="t"/>
              <a:pathLst>
                <a:path extrusionOk="0" fill="none" h="780" w="3606">
                  <a:moveTo>
                    <a:pt x="1" y="73"/>
                  </a:moveTo>
                  <a:lnTo>
                    <a:pt x="829" y="780"/>
                  </a:lnTo>
                  <a:lnTo>
                    <a:pt x="1657" y="73"/>
                  </a:lnTo>
                  <a:lnTo>
                    <a:pt x="1657" y="73"/>
                  </a:lnTo>
                  <a:lnTo>
                    <a:pt x="1730" y="25"/>
                  </a:lnTo>
                  <a:lnTo>
                    <a:pt x="1803" y="0"/>
                  </a:lnTo>
                  <a:lnTo>
                    <a:pt x="1876" y="25"/>
                  </a:lnTo>
                  <a:lnTo>
                    <a:pt x="1949" y="73"/>
                  </a:lnTo>
                  <a:lnTo>
                    <a:pt x="2777" y="780"/>
                  </a:lnTo>
                  <a:lnTo>
                    <a:pt x="3605" y="73"/>
                  </a:lnTo>
                </a:path>
              </a:pathLst>
            </a:custGeom>
            <a:noFill/>
            <a:ln cap="rnd" cmpd="sng" w="1217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1302" name="Google Shape;1302;p10"/>
            <p:cNvSpPr/>
            <p:nvPr/>
          </p:nvSpPr>
          <p:spPr>
            <a:xfrm>
              <a:off x="6795900" y="2628550"/>
              <a:ext cx="102300" cy="25"/>
            </a:xfrm>
            <a:custGeom>
              <a:rect b="b" l="l" r="r" t="t"/>
              <a:pathLst>
                <a:path extrusionOk="0" fill="none" h="1" w="4092">
                  <a:moveTo>
                    <a:pt x="0" y="1"/>
                  </a:moveTo>
                  <a:lnTo>
                    <a:pt x="4092" y="1"/>
                  </a:lnTo>
                </a:path>
              </a:pathLst>
            </a:custGeom>
            <a:noFill/>
            <a:ln cap="rnd" cmpd="sng" w="1217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grpSp>
      <p:grpSp>
        <p:nvGrpSpPr>
          <p:cNvPr id="1303" name="Google Shape;1303;p10"/>
          <p:cNvGrpSpPr/>
          <p:nvPr/>
        </p:nvGrpSpPr>
        <p:grpSpPr>
          <a:xfrm>
            <a:off x="335759" y="1840531"/>
            <a:ext cx="342882" cy="350068"/>
            <a:chOff x="3951850" y="2985350"/>
            <a:chExt cx="407950" cy="416500"/>
          </a:xfrm>
        </p:grpSpPr>
        <p:sp>
          <p:nvSpPr>
            <p:cNvPr id="1304" name="Google Shape;1304;p10"/>
            <p:cNvSpPr/>
            <p:nvPr/>
          </p:nvSpPr>
          <p:spPr>
            <a:xfrm>
              <a:off x="3951850" y="2985350"/>
              <a:ext cx="314800" cy="314825"/>
            </a:xfrm>
            <a:custGeom>
              <a:rect b="b" l="l" r="r" t="t"/>
              <a:pathLst>
                <a:path extrusionOk="0" fill="none" h="12593" w="12592">
                  <a:moveTo>
                    <a:pt x="6284" y="1"/>
                  </a:moveTo>
                  <a:lnTo>
                    <a:pt x="6284" y="1"/>
                  </a:lnTo>
                  <a:lnTo>
                    <a:pt x="5967" y="25"/>
                  </a:lnTo>
                  <a:lnTo>
                    <a:pt x="5651" y="49"/>
                  </a:lnTo>
                  <a:lnTo>
                    <a:pt x="5334" y="74"/>
                  </a:lnTo>
                  <a:lnTo>
                    <a:pt x="5017" y="147"/>
                  </a:lnTo>
                  <a:lnTo>
                    <a:pt x="4725" y="220"/>
                  </a:lnTo>
                  <a:lnTo>
                    <a:pt x="4433" y="293"/>
                  </a:lnTo>
                  <a:lnTo>
                    <a:pt x="4141" y="390"/>
                  </a:lnTo>
                  <a:lnTo>
                    <a:pt x="3848" y="512"/>
                  </a:lnTo>
                  <a:lnTo>
                    <a:pt x="3556" y="634"/>
                  </a:lnTo>
                  <a:lnTo>
                    <a:pt x="3288" y="780"/>
                  </a:lnTo>
                  <a:lnTo>
                    <a:pt x="3020" y="926"/>
                  </a:lnTo>
                  <a:lnTo>
                    <a:pt x="2777" y="1072"/>
                  </a:lnTo>
                  <a:lnTo>
                    <a:pt x="2290" y="1437"/>
                  </a:lnTo>
                  <a:lnTo>
                    <a:pt x="1851" y="1852"/>
                  </a:lnTo>
                  <a:lnTo>
                    <a:pt x="1437" y="2290"/>
                  </a:lnTo>
                  <a:lnTo>
                    <a:pt x="1072" y="2777"/>
                  </a:lnTo>
                  <a:lnTo>
                    <a:pt x="901" y="3045"/>
                  </a:lnTo>
                  <a:lnTo>
                    <a:pt x="755" y="3313"/>
                  </a:lnTo>
                  <a:lnTo>
                    <a:pt x="609" y="3581"/>
                  </a:lnTo>
                  <a:lnTo>
                    <a:pt x="487" y="3849"/>
                  </a:lnTo>
                  <a:lnTo>
                    <a:pt x="390" y="4141"/>
                  </a:lnTo>
                  <a:lnTo>
                    <a:pt x="292" y="4433"/>
                  </a:lnTo>
                  <a:lnTo>
                    <a:pt x="195" y="4725"/>
                  </a:lnTo>
                  <a:lnTo>
                    <a:pt x="122" y="5042"/>
                  </a:lnTo>
                  <a:lnTo>
                    <a:pt x="73" y="5334"/>
                  </a:lnTo>
                  <a:lnTo>
                    <a:pt x="25" y="5651"/>
                  </a:lnTo>
                  <a:lnTo>
                    <a:pt x="0" y="5968"/>
                  </a:lnTo>
                  <a:lnTo>
                    <a:pt x="0" y="6308"/>
                  </a:lnTo>
                  <a:lnTo>
                    <a:pt x="0" y="6308"/>
                  </a:lnTo>
                  <a:lnTo>
                    <a:pt x="0" y="6625"/>
                  </a:lnTo>
                  <a:lnTo>
                    <a:pt x="25" y="6942"/>
                  </a:lnTo>
                  <a:lnTo>
                    <a:pt x="73" y="7258"/>
                  </a:lnTo>
                  <a:lnTo>
                    <a:pt x="122" y="7575"/>
                  </a:lnTo>
                  <a:lnTo>
                    <a:pt x="195" y="7867"/>
                  </a:lnTo>
                  <a:lnTo>
                    <a:pt x="292" y="8184"/>
                  </a:lnTo>
                  <a:lnTo>
                    <a:pt x="390" y="8476"/>
                  </a:lnTo>
                  <a:lnTo>
                    <a:pt x="487" y="8744"/>
                  </a:lnTo>
                  <a:lnTo>
                    <a:pt x="609" y="9036"/>
                  </a:lnTo>
                  <a:lnTo>
                    <a:pt x="755" y="9304"/>
                  </a:lnTo>
                  <a:lnTo>
                    <a:pt x="901" y="9572"/>
                  </a:lnTo>
                  <a:lnTo>
                    <a:pt x="1072" y="9816"/>
                  </a:lnTo>
                  <a:lnTo>
                    <a:pt x="1437" y="10303"/>
                  </a:lnTo>
                  <a:lnTo>
                    <a:pt x="1851" y="10741"/>
                  </a:lnTo>
                  <a:lnTo>
                    <a:pt x="2290" y="11155"/>
                  </a:lnTo>
                  <a:lnTo>
                    <a:pt x="2777" y="11520"/>
                  </a:lnTo>
                  <a:lnTo>
                    <a:pt x="3020" y="11691"/>
                  </a:lnTo>
                  <a:lnTo>
                    <a:pt x="3288" y="11837"/>
                  </a:lnTo>
                  <a:lnTo>
                    <a:pt x="3556" y="11983"/>
                  </a:lnTo>
                  <a:lnTo>
                    <a:pt x="3848" y="12105"/>
                  </a:lnTo>
                  <a:lnTo>
                    <a:pt x="4141" y="12202"/>
                  </a:lnTo>
                  <a:lnTo>
                    <a:pt x="4433" y="12300"/>
                  </a:lnTo>
                  <a:lnTo>
                    <a:pt x="4725" y="12397"/>
                  </a:lnTo>
                  <a:lnTo>
                    <a:pt x="5017" y="12470"/>
                  </a:lnTo>
                  <a:lnTo>
                    <a:pt x="5334" y="12519"/>
                  </a:lnTo>
                  <a:lnTo>
                    <a:pt x="5651" y="12568"/>
                  </a:lnTo>
                  <a:lnTo>
                    <a:pt x="5967" y="12592"/>
                  </a:lnTo>
                  <a:lnTo>
                    <a:pt x="6284" y="12592"/>
                  </a:lnTo>
                  <a:lnTo>
                    <a:pt x="6284" y="12592"/>
                  </a:lnTo>
                  <a:lnTo>
                    <a:pt x="6625" y="12592"/>
                  </a:lnTo>
                  <a:lnTo>
                    <a:pt x="6941" y="12568"/>
                  </a:lnTo>
                  <a:lnTo>
                    <a:pt x="7258" y="12519"/>
                  </a:lnTo>
                  <a:lnTo>
                    <a:pt x="7550" y="12470"/>
                  </a:lnTo>
                  <a:lnTo>
                    <a:pt x="7867" y="12397"/>
                  </a:lnTo>
                  <a:lnTo>
                    <a:pt x="8159" y="12300"/>
                  </a:lnTo>
                  <a:lnTo>
                    <a:pt x="8451" y="12202"/>
                  </a:lnTo>
                  <a:lnTo>
                    <a:pt x="8744" y="12105"/>
                  </a:lnTo>
                  <a:lnTo>
                    <a:pt x="9012" y="11983"/>
                  </a:lnTo>
                  <a:lnTo>
                    <a:pt x="9279" y="11837"/>
                  </a:lnTo>
                  <a:lnTo>
                    <a:pt x="9547" y="11691"/>
                  </a:lnTo>
                  <a:lnTo>
                    <a:pt x="9815" y="11520"/>
                  </a:lnTo>
                  <a:lnTo>
                    <a:pt x="10302" y="11155"/>
                  </a:lnTo>
                  <a:lnTo>
                    <a:pt x="10741" y="10741"/>
                  </a:lnTo>
                  <a:lnTo>
                    <a:pt x="11155" y="10303"/>
                  </a:lnTo>
                  <a:lnTo>
                    <a:pt x="11520" y="9816"/>
                  </a:lnTo>
                  <a:lnTo>
                    <a:pt x="11666" y="9572"/>
                  </a:lnTo>
                  <a:lnTo>
                    <a:pt x="11812" y="9304"/>
                  </a:lnTo>
                  <a:lnTo>
                    <a:pt x="11958" y="9036"/>
                  </a:lnTo>
                  <a:lnTo>
                    <a:pt x="12080" y="8744"/>
                  </a:lnTo>
                  <a:lnTo>
                    <a:pt x="12202" y="8476"/>
                  </a:lnTo>
                  <a:lnTo>
                    <a:pt x="12299" y="8184"/>
                  </a:lnTo>
                  <a:lnTo>
                    <a:pt x="12397" y="7867"/>
                  </a:lnTo>
                  <a:lnTo>
                    <a:pt x="12446" y="7575"/>
                  </a:lnTo>
                  <a:lnTo>
                    <a:pt x="12519" y="7258"/>
                  </a:lnTo>
                  <a:lnTo>
                    <a:pt x="12543" y="6942"/>
                  </a:lnTo>
                  <a:lnTo>
                    <a:pt x="12567" y="6625"/>
                  </a:lnTo>
                  <a:lnTo>
                    <a:pt x="12592" y="6308"/>
                  </a:lnTo>
                  <a:lnTo>
                    <a:pt x="12592" y="6308"/>
                  </a:lnTo>
                  <a:lnTo>
                    <a:pt x="12567" y="5968"/>
                  </a:lnTo>
                  <a:lnTo>
                    <a:pt x="12543" y="5651"/>
                  </a:lnTo>
                  <a:lnTo>
                    <a:pt x="12519" y="5334"/>
                  </a:lnTo>
                  <a:lnTo>
                    <a:pt x="12446" y="5042"/>
                  </a:lnTo>
                  <a:lnTo>
                    <a:pt x="12397" y="4725"/>
                  </a:lnTo>
                  <a:lnTo>
                    <a:pt x="12299" y="4433"/>
                  </a:lnTo>
                  <a:lnTo>
                    <a:pt x="12202" y="4141"/>
                  </a:lnTo>
                  <a:lnTo>
                    <a:pt x="12080" y="3849"/>
                  </a:lnTo>
                  <a:lnTo>
                    <a:pt x="11958" y="3581"/>
                  </a:lnTo>
                  <a:lnTo>
                    <a:pt x="11812" y="3313"/>
                  </a:lnTo>
                  <a:lnTo>
                    <a:pt x="11666" y="3045"/>
                  </a:lnTo>
                  <a:lnTo>
                    <a:pt x="11520" y="2777"/>
                  </a:lnTo>
                  <a:lnTo>
                    <a:pt x="11155" y="2290"/>
                  </a:lnTo>
                  <a:lnTo>
                    <a:pt x="10741" y="1852"/>
                  </a:lnTo>
                  <a:lnTo>
                    <a:pt x="10302" y="1437"/>
                  </a:lnTo>
                  <a:lnTo>
                    <a:pt x="9815" y="1072"/>
                  </a:lnTo>
                  <a:lnTo>
                    <a:pt x="9547" y="926"/>
                  </a:lnTo>
                  <a:lnTo>
                    <a:pt x="9279" y="780"/>
                  </a:lnTo>
                  <a:lnTo>
                    <a:pt x="9012" y="634"/>
                  </a:lnTo>
                  <a:lnTo>
                    <a:pt x="8744" y="512"/>
                  </a:lnTo>
                  <a:lnTo>
                    <a:pt x="8451" y="390"/>
                  </a:lnTo>
                  <a:lnTo>
                    <a:pt x="8159" y="293"/>
                  </a:lnTo>
                  <a:lnTo>
                    <a:pt x="7867" y="220"/>
                  </a:lnTo>
                  <a:lnTo>
                    <a:pt x="7550" y="147"/>
                  </a:lnTo>
                  <a:lnTo>
                    <a:pt x="7258" y="74"/>
                  </a:lnTo>
                  <a:lnTo>
                    <a:pt x="6941" y="49"/>
                  </a:lnTo>
                  <a:lnTo>
                    <a:pt x="6625" y="25"/>
                  </a:lnTo>
                  <a:lnTo>
                    <a:pt x="6284" y="1"/>
                  </a:lnTo>
                  <a:lnTo>
                    <a:pt x="6284" y="1"/>
                  </a:lnTo>
                  <a:close/>
                </a:path>
              </a:pathLst>
            </a:custGeom>
            <a:noFill/>
            <a:ln cap="rnd" cmpd="sng" w="19050">
              <a:solidFill>
                <a:srgbClr val="184769"/>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1305" name="Google Shape;1305;p10"/>
            <p:cNvSpPr/>
            <p:nvPr/>
          </p:nvSpPr>
          <p:spPr>
            <a:xfrm>
              <a:off x="3988375" y="3021875"/>
              <a:ext cx="241750" cy="241750"/>
            </a:xfrm>
            <a:custGeom>
              <a:rect b="b" l="l" r="r" t="t"/>
              <a:pathLst>
                <a:path extrusionOk="0" fill="none" h="9670" w="9670">
                  <a:moveTo>
                    <a:pt x="4823" y="1"/>
                  </a:moveTo>
                  <a:lnTo>
                    <a:pt x="4823" y="1"/>
                  </a:lnTo>
                  <a:lnTo>
                    <a:pt x="4336" y="25"/>
                  </a:lnTo>
                  <a:lnTo>
                    <a:pt x="3849" y="98"/>
                  </a:lnTo>
                  <a:lnTo>
                    <a:pt x="3386" y="220"/>
                  </a:lnTo>
                  <a:lnTo>
                    <a:pt x="2947" y="391"/>
                  </a:lnTo>
                  <a:lnTo>
                    <a:pt x="2533" y="585"/>
                  </a:lnTo>
                  <a:lnTo>
                    <a:pt x="2144" y="829"/>
                  </a:lnTo>
                  <a:lnTo>
                    <a:pt x="1754" y="1121"/>
                  </a:lnTo>
                  <a:lnTo>
                    <a:pt x="1413" y="1438"/>
                  </a:lnTo>
                  <a:lnTo>
                    <a:pt x="1096" y="1779"/>
                  </a:lnTo>
                  <a:lnTo>
                    <a:pt x="829" y="2144"/>
                  </a:lnTo>
                  <a:lnTo>
                    <a:pt x="585" y="2534"/>
                  </a:lnTo>
                  <a:lnTo>
                    <a:pt x="390" y="2972"/>
                  </a:lnTo>
                  <a:lnTo>
                    <a:pt x="220" y="3411"/>
                  </a:lnTo>
                  <a:lnTo>
                    <a:pt x="98" y="3873"/>
                  </a:lnTo>
                  <a:lnTo>
                    <a:pt x="25" y="4336"/>
                  </a:lnTo>
                  <a:lnTo>
                    <a:pt x="1" y="4847"/>
                  </a:lnTo>
                  <a:lnTo>
                    <a:pt x="1" y="4847"/>
                  </a:lnTo>
                  <a:lnTo>
                    <a:pt x="25" y="5335"/>
                  </a:lnTo>
                  <a:lnTo>
                    <a:pt x="98" y="5822"/>
                  </a:lnTo>
                  <a:lnTo>
                    <a:pt x="220" y="6284"/>
                  </a:lnTo>
                  <a:lnTo>
                    <a:pt x="390" y="6723"/>
                  </a:lnTo>
                  <a:lnTo>
                    <a:pt x="585" y="7137"/>
                  </a:lnTo>
                  <a:lnTo>
                    <a:pt x="829" y="7527"/>
                  </a:lnTo>
                  <a:lnTo>
                    <a:pt x="1096" y="7916"/>
                  </a:lnTo>
                  <a:lnTo>
                    <a:pt x="1413" y="8257"/>
                  </a:lnTo>
                  <a:lnTo>
                    <a:pt x="1754" y="8574"/>
                  </a:lnTo>
                  <a:lnTo>
                    <a:pt x="2144" y="8842"/>
                  </a:lnTo>
                  <a:lnTo>
                    <a:pt x="2533" y="9085"/>
                  </a:lnTo>
                  <a:lnTo>
                    <a:pt x="2947" y="9280"/>
                  </a:lnTo>
                  <a:lnTo>
                    <a:pt x="3386" y="9451"/>
                  </a:lnTo>
                  <a:lnTo>
                    <a:pt x="3849" y="9572"/>
                  </a:lnTo>
                  <a:lnTo>
                    <a:pt x="4336" y="9645"/>
                  </a:lnTo>
                  <a:lnTo>
                    <a:pt x="4823" y="9670"/>
                  </a:lnTo>
                  <a:lnTo>
                    <a:pt x="4823" y="9670"/>
                  </a:lnTo>
                  <a:lnTo>
                    <a:pt x="5334" y="9645"/>
                  </a:lnTo>
                  <a:lnTo>
                    <a:pt x="5797" y="9572"/>
                  </a:lnTo>
                  <a:lnTo>
                    <a:pt x="6260" y="9451"/>
                  </a:lnTo>
                  <a:lnTo>
                    <a:pt x="6698" y="9280"/>
                  </a:lnTo>
                  <a:lnTo>
                    <a:pt x="7136" y="9085"/>
                  </a:lnTo>
                  <a:lnTo>
                    <a:pt x="7526" y="8842"/>
                  </a:lnTo>
                  <a:lnTo>
                    <a:pt x="7892" y="8574"/>
                  </a:lnTo>
                  <a:lnTo>
                    <a:pt x="8232" y="8257"/>
                  </a:lnTo>
                  <a:lnTo>
                    <a:pt x="8549" y="7916"/>
                  </a:lnTo>
                  <a:lnTo>
                    <a:pt x="8841" y="7527"/>
                  </a:lnTo>
                  <a:lnTo>
                    <a:pt x="9085" y="7137"/>
                  </a:lnTo>
                  <a:lnTo>
                    <a:pt x="9280" y="6723"/>
                  </a:lnTo>
                  <a:lnTo>
                    <a:pt x="9450" y="6284"/>
                  </a:lnTo>
                  <a:lnTo>
                    <a:pt x="9572" y="5822"/>
                  </a:lnTo>
                  <a:lnTo>
                    <a:pt x="9645" y="5335"/>
                  </a:lnTo>
                  <a:lnTo>
                    <a:pt x="9669" y="4847"/>
                  </a:lnTo>
                  <a:lnTo>
                    <a:pt x="9669" y="4847"/>
                  </a:lnTo>
                  <a:lnTo>
                    <a:pt x="9645" y="4336"/>
                  </a:lnTo>
                  <a:lnTo>
                    <a:pt x="9572" y="3873"/>
                  </a:lnTo>
                  <a:lnTo>
                    <a:pt x="9450" y="3411"/>
                  </a:lnTo>
                  <a:lnTo>
                    <a:pt x="9280" y="2972"/>
                  </a:lnTo>
                  <a:lnTo>
                    <a:pt x="9085" y="2534"/>
                  </a:lnTo>
                  <a:lnTo>
                    <a:pt x="8841" y="2144"/>
                  </a:lnTo>
                  <a:lnTo>
                    <a:pt x="8549" y="1779"/>
                  </a:lnTo>
                  <a:lnTo>
                    <a:pt x="8232" y="1438"/>
                  </a:lnTo>
                  <a:lnTo>
                    <a:pt x="7892" y="1121"/>
                  </a:lnTo>
                  <a:lnTo>
                    <a:pt x="7526" y="829"/>
                  </a:lnTo>
                  <a:lnTo>
                    <a:pt x="7136" y="585"/>
                  </a:lnTo>
                  <a:lnTo>
                    <a:pt x="6698" y="391"/>
                  </a:lnTo>
                  <a:lnTo>
                    <a:pt x="6260" y="220"/>
                  </a:lnTo>
                  <a:lnTo>
                    <a:pt x="5797" y="98"/>
                  </a:lnTo>
                  <a:lnTo>
                    <a:pt x="5334" y="25"/>
                  </a:lnTo>
                  <a:lnTo>
                    <a:pt x="4823" y="1"/>
                  </a:lnTo>
                  <a:lnTo>
                    <a:pt x="4823" y="1"/>
                  </a:lnTo>
                </a:path>
              </a:pathLst>
            </a:custGeom>
            <a:noFill/>
            <a:ln cap="rnd" cmpd="sng" w="19050">
              <a:solidFill>
                <a:srgbClr val="184769"/>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1306" name="Google Shape;1306;p10"/>
            <p:cNvSpPr/>
            <p:nvPr/>
          </p:nvSpPr>
          <p:spPr>
            <a:xfrm>
              <a:off x="4024300" y="3058425"/>
              <a:ext cx="84650" cy="84650"/>
            </a:xfrm>
            <a:custGeom>
              <a:rect b="b" l="l" r="r" t="t"/>
              <a:pathLst>
                <a:path extrusionOk="0" fill="none" h="3386" w="3386">
                  <a:moveTo>
                    <a:pt x="0" y="3385"/>
                  </a:moveTo>
                  <a:lnTo>
                    <a:pt x="0" y="3385"/>
                  </a:lnTo>
                  <a:lnTo>
                    <a:pt x="25" y="3020"/>
                  </a:lnTo>
                  <a:lnTo>
                    <a:pt x="74" y="2704"/>
                  </a:lnTo>
                  <a:lnTo>
                    <a:pt x="147" y="2363"/>
                  </a:lnTo>
                  <a:lnTo>
                    <a:pt x="268" y="2070"/>
                  </a:lnTo>
                  <a:lnTo>
                    <a:pt x="414" y="1754"/>
                  </a:lnTo>
                  <a:lnTo>
                    <a:pt x="585" y="1486"/>
                  </a:lnTo>
                  <a:lnTo>
                    <a:pt x="780" y="1218"/>
                  </a:lnTo>
                  <a:lnTo>
                    <a:pt x="999" y="974"/>
                  </a:lnTo>
                  <a:lnTo>
                    <a:pt x="1243" y="755"/>
                  </a:lnTo>
                  <a:lnTo>
                    <a:pt x="1510" y="560"/>
                  </a:lnTo>
                  <a:lnTo>
                    <a:pt x="1778" y="390"/>
                  </a:lnTo>
                  <a:lnTo>
                    <a:pt x="2071" y="244"/>
                  </a:lnTo>
                  <a:lnTo>
                    <a:pt x="2387" y="146"/>
                  </a:lnTo>
                  <a:lnTo>
                    <a:pt x="2704" y="49"/>
                  </a:lnTo>
                  <a:lnTo>
                    <a:pt x="3045" y="0"/>
                  </a:lnTo>
                  <a:lnTo>
                    <a:pt x="3386" y="0"/>
                  </a:lnTo>
                </a:path>
              </a:pathLst>
            </a:custGeom>
            <a:noFill/>
            <a:ln cap="rnd" cmpd="sng" w="19050">
              <a:solidFill>
                <a:srgbClr val="184769"/>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1307" name="Google Shape;1307;p10"/>
            <p:cNvSpPr/>
            <p:nvPr/>
          </p:nvSpPr>
          <p:spPr>
            <a:xfrm>
              <a:off x="4205750" y="3248375"/>
              <a:ext cx="154050" cy="153475"/>
            </a:xfrm>
            <a:custGeom>
              <a:rect b="b" l="l" r="r" t="t"/>
              <a:pathLst>
                <a:path extrusionOk="0" fill="none" h="6139" w="6162">
                  <a:moveTo>
                    <a:pt x="0" y="1024"/>
                  </a:moveTo>
                  <a:lnTo>
                    <a:pt x="4969" y="5992"/>
                  </a:lnTo>
                  <a:lnTo>
                    <a:pt x="4969" y="5992"/>
                  </a:lnTo>
                  <a:lnTo>
                    <a:pt x="5042" y="6041"/>
                  </a:lnTo>
                  <a:lnTo>
                    <a:pt x="5115" y="6090"/>
                  </a:lnTo>
                  <a:lnTo>
                    <a:pt x="5212" y="6114"/>
                  </a:lnTo>
                  <a:lnTo>
                    <a:pt x="5310" y="6138"/>
                  </a:lnTo>
                  <a:lnTo>
                    <a:pt x="5407" y="6114"/>
                  </a:lnTo>
                  <a:lnTo>
                    <a:pt x="5480" y="6090"/>
                  </a:lnTo>
                  <a:lnTo>
                    <a:pt x="5577" y="6041"/>
                  </a:lnTo>
                  <a:lnTo>
                    <a:pt x="5651" y="5992"/>
                  </a:lnTo>
                  <a:lnTo>
                    <a:pt x="6016" y="5627"/>
                  </a:lnTo>
                  <a:lnTo>
                    <a:pt x="6016" y="5627"/>
                  </a:lnTo>
                  <a:lnTo>
                    <a:pt x="6089" y="5554"/>
                  </a:lnTo>
                  <a:lnTo>
                    <a:pt x="6138" y="5456"/>
                  </a:lnTo>
                  <a:lnTo>
                    <a:pt x="6162" y="5359"/>
                  </a:lnTo>
                  <a:lnTo>
                    <a:pt x="6162" y="5286"/>
                  </a:lnTo>
                  <a:lnTo>
                    <a:pt x="6162" y="5188"/>
                  </a:lnTo>
                  <a:lnTo>
                    <a:pt x="6138" y="5091"/>
                  </a:lnTo>
                  <a:lnTo>
                    <a:pt x="6089" y="5018"/>
                  </a:lnTo>
                  <a:lnTo>
                    <a:pt x="6016" y="4921"/>
                  </a:lnTo>
                  <a:lnTo>
                    <a:pt x="1072" y="1"/>
                  </a:lnTo>
                </a:path>
              </a:pathLst>
            </a:custGeom>
            <a:noFill/>
            <a:ln cap="rnd" cmpd="sng" w="19050">
              <a:solidFill>
                <a:srgbClr val="184769"/>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grpSp>
      <p:grpSp>
        <p:nvGrpSpPr>
          <p:cNvPr id="1308" name="Google Shape;1308;p10"/>
          <p:cNvGrpSpPr/>
          <p:nvPr/>
        </p:nvGrpSpPr>
        <p:grpSpPr>
          <a:xfrm flipH="1" rot="10800000">
            <a:off x="7663686" y="3682712"/>
            <a:ext cx="1034724" cy="895486"/>
            <a:chOff x="238125" y="1431100"/>
            <a:chExt cx="3296350" cy="2852775"/>
          </a:xfrm>
        </p:grpSpPr>
        <p:sp>
          <p:nvSpPr>
            <p:cNvPr id="1309" name="Google Shape;1309;p10"/>
            <p:cNvSpPr/>
            <p:nvPr/>
          </p:nvSpPr>
          <p:spPr>
            <a:xfrm>
              <a:off x="980725" y="4136025"/>
              <a:ext cx="157950" cy="147850"/>
            </a:xfrm>
            <a:custGeom>
              <a:rect b="b" l="l" r="r" t="t"/>
              <a:pathLst>
                <a:path extrusionOk="0" h="5914" w="6318">
                  <a:moveTo>
                    <a:pt x="403" y="0"/>
                  </a:moveTo>
                  <a:lnTo>
                    <a:pt x="0" y="269"/>
                  </a:lnTo>
                  <a:lnTo>
                    <a:pt x="3226" y="5914"/>
                  </a:lnTo>
                  <a:lnTo>
                    <a:pt x="6317" y="5914"/>
                  </a:lnTo>
                  <a:lnTo>
                    <a:pt x="403" y="0"/>
                  </a:lnTo>
                  <a:close/>
                </a:path>
              </a:pathLst>
            </a:custGeom>
            <a:solidFill>
              <a:srgbClr val="00E2C7"/>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1310" name="Google Shape;1310;p10"/>
            <p:cNvSpPr/>
            <p:nvPr/>
          </p:nvSpPr>
          <p:spPr>
            <a:xfrm>
              <a:off x="849675" y="3907525"/>
              <a:ext cx="386425" cy="376350"/>
            </a:xfrm>
            <a:custGeom>
              <a:rect b="b" l="l" r="r" t="t"/>
              <a:pathLst>
                <a:path extrusionOk="0" h="15054" w="15457">
                  <a:moveTo>
                    <a:pt x="403" y="0"/>
                  </a:moveTo>
                  <a:lnTo>
                    <a:pt x="0" y="269"/>
                  </a:lnTo>
                  <a:lnTo>
                    <a:pt x="5242" y="9543"/>
                  </a:lnTo>
                  <a:lnTo>
                    <a:pt x="10887" y="15054"/>
                  </a:lnTo>
                  <a:lnTo>
                    <a:pt x="15457" y="15054"/>
                  </a:lnTo>
                  <a:lnTo>
                    <a:pt x="403" y="0"/>
                  </a:lnTo>
                  <a:close/>
                </a:path>
              </a:pathLst>
            </a:custGeom>
            <a:solidFill>
              <a:srgbClr val="01E0C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1311" name="Google Shape;1311;p10"/>
            <p:cNvSpPr/>
            <p:nvPr/>
          </p:nvSpPr>
          <p:spPr>
            <a:xfrm>
              <a:off x="715250" y="3675675"/>
              <a:ext cx="618300" cy="608200"/>
            </a:xfrm>
            <a:custGeom>
              <a:rect b="b" l="l" r="r" t="t"/>
              <a:pathLst>
                <a:path extrusionOk="0" h="24328" w="24732">
                  <a:moveTo>
                    <a:pt x="404" y="0"/>
                  </a:moveTo>
                  <a:lnTo>
                    <a:pt x="1" y="404"/>
                  </a:lnTo>
                  <a:lnTo>
                    <a:pt x="5377" y="9543"/>
                  </a:lnTo>
                  <a:lnTo>
                    <a:pt x="20162" y="24328"/>
                  </a:lnTo>
                  <a:lnTo>
                    <a:pt x="24732" y="24328"/>
                  </a:lnTo>
                  <a:lnTo>
                    <a:pt x="404" y="0"/>
                  </a:lnTo>
                  <a:close/>
                </a:path>
              </a:pathLst>
            </a:custGeom>
            <a:solidFill>
              <a:srgbClr val="02DFC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1312" name="Google Shape;1312;p10"/>
            <p:cNvSpPr/>
            <p:nvPr/>
          </p:nvSpPr>
          <p:spPr>
            <a:xfrm>
              <a:off x="584200" y="3447175"/>
              <a:ext cx="846800" cy="836700"/>
            </a:xfrm>
            <a:custGeom>
              <a:rect b="b" l="l" r="r" t="t"/>
              <a:pathLst>
                <a:path extrusionOk="0" h="33468" w="33872">
                  <a:moveTo>
                    <a:pt x="404" y="1"/>
                  </a:moveTo>
                  <a:lnTo>
                    <a:pt x="1" y="270"/>
                  </a:lnTo>
                  <a:lnTo>
                    <a:pt x="5243" y="9544"/>
                  </a:lnTo>
                  <a:lnTo>
                    <a:pt x="29167" y="33468"/>
                  </a:lnTo>
                  <a:lnTo>
                    <a:pt x="33872" y="33468"/>
                  </a:lnTo>
                  <a:lnTo>
                    <a:pt x="404" y="1"/>
                  </a:lnTo>
                  <a:close/>
                </a:path>
              </a:pathLst>
            </a:custGeom>
            <a:solidFill>
              <a:srgbClr val="03DDC9"/>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1313" name="Google Shape;1313;p10"/>
            <p:cNvSpPr/>
            <p:nvPr/>
          </p:nvSpPr>
          <p:spPr>
            <a:xfrm>
              <a:off x="449800" y="3218700"/>
              <a:ext cx="1078650" cy="1065175"/>
            </a:xfrm>
            <a:custGeom>
              <a:rect b="b" l="l" r="r" t="t"/>
              <a:pathLst>
                <a:path extrusionOk="0" h="42607" w="43146">
                  <a:moveTo>
                    <a:pt x="404" y="0"/>
                  </a:moveTo>
                  <a:lnTo>
                    <a:pt x="1" y="269"/>
                  </a:lnTo>
                  <a:lnTo>
                    <a:pt x="5377" y="9543"/>
                  </a:lnTo>
                  <a:lnTo>
                    <a:pt x="38441" y="42607"/>
                  </a:lnTo>
                  <a:lnTo>
                    <a:pt x="43145" y="42607"/>
                  </a:lnTo>
                  <a:lnTo>
                    <a:pt x="404" y="0"/>
                  </a:lnTo>
                  <a:close/>
                </a:path>
              </a:pathLst>
            </a:custGeom>
            <a:solidFill>
              <a:srgbClr val="04DBC9"/>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1314" name="Google Shape;1314;p10"/>
            <p:cNvSpPr/>
            <p:nvPr/>
          </p:nvSpPr>
          <p:spPr>
            <a:xfrm>
              <a:off x="318750" y="2990200"/>
              <a:ext cx="1307150" cy="1293675"/>
            </a:xfrm>
            <a:custGeom>
              <a:rect b="b" l="l" r="r" t="t"/>
              <a:pathLst>
                <a:path extrusionOk="0" h="51747" w="52286">
                  <a:moveTo>
                    <a:pt x="404" y="1"/>
                  </a:moveTo>
                  <a:lnTo>
                    <a:pt x="1" y="269"/>
                  </a:lnTo>
                  <a:lnTo>
                    <a:pt x="5243" y="9409"/>
                  </a:lnTo>
                  <a:lnTo>
                    <a:pt x="47581" y="51747"/>
                  </a:lnTo>
                  <a:lnTo>
                    <a:pt x="52285" y="51747"/>
                  </a:lnTo>
                  <a:lnTo>
                    <a:pt x="39517" y="38978"/>
                  </a:lnTo>
                  <a:lnTo>
                    <a:pt x="37097" y="38978"/>
                  </a:lnTo>
                  <a:lnTo>
                    <a:pt x="33737" y="33333"/>
                  </a:lnTo>
                  <a:lnTo>
                    <a:pt x="404" y="1"/>
                  </a:lnTo>
                  <a:close/>
                </a:path>
              </a:pathLst>
            </a:custGeom>
            <a:solidFill>
              <a:srgbClr val="06D9CA"/>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1315" name="Google Shape;1315;p10"/>
            <p:cNvSpPr/>
            <p:nvPr/>
          </p:nvSpPr>
          <p:spPr>
            <a:xfrm>
              <a:off x="1286500" y="3964650"/>
              <a:ext cx="436850" cy="319225"/>
            </a:xfrm>
            <a:custGeom>
              <a:rect b="b" l="l" r="r" t="t"/>
              <a:pathLst>
                <a:path extrusionOk="0" h="12769" w="17474">
                  <a:moveTo>
                    <a:pt x="0" y="0"/>
                  </a:moveTo>
                  <a:lnTo>
                    <a:pt x="12769" y="12769"/>
                  </a:lnTo>
                  <a:lnTo>
                    <a:pt x="17473" y="12769"/>
                  </a:lnTo>
                  <a:lnTo>
                    <a:pt x="4704" y="0"/>
                  </a:lnTo>
                  <a:close/>
                </a:path>
              </a:pathLst>
            </a:custGeom>
            <a:solidFill>
              <a:srgbClr val="07D8C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1316" name="Google Shape;1316;p10"/>
            <p:cNvSpPr/>
            <p:nvPr/>
          </p:nvSpPr>
          <p:spPr>
            <a:xfrm>
              <a:off x="238125" y="2822200"/>
              <a:ext cx="924075" cy="1008075"/>
            </a:xfrm>
            <a:custGeom>
              <a:rect b="b" l="l" r="r" t="t"/>
              <a:pathLst>
                <a:path extrusionOk="0" h="40323" w="36963">
                  <a:moveTo>
                    <a:pt x="806" y="0"/>
                  </a:moveTo>
                  <a:lnTo>
                    <a:pt x="0" y="1479"/>
                  </a:lnTo>
                  <a:lnTo>
                    <a:pt x="3226" y="6989"/>
                  </a:lnTo>
                  <a:lnTo>
                    <a:pt x="36559" y="40322"/>
                  </a:lnTo>
                  <a:lnTo>
                    <a:pt x="36962" y="40053"/>
                  </a:lnTo>
                  <a:lnTo>
                    <a:pt x="31720" y="30779"/>
                  </a:lnTo>
                  <a:lnTo>
                    <a:pt x="806" y="0"/>
                  </a:lnTo>
                  <a:close/>
                </a:path>
              </a:pathLst>
            </a:custGeom>
            <a:solidFill>
              <a:srgbClr val="07D8C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1317" name="Google Shape;1317;p10"/>
            <p:cNvSpPr/>
            <p:nvPr/>
          </p:nvSpPr>
          <p:spPr>
            <a:xfrm>
              <a:off x="1383925" y="3964650"/>
              <a:ext cx="433500" cy="319225"/>
            </a:xfrm>
            <a:custGeom>
              <a:rect b="b" l="l" r="r" t="t"/>
              <a:pathLst>
                <a:path extrusionOk="0" h="12769" w="17340">
                  <a:moveTo>
                    <a:pt x="1" y="0"/>
                  </a:moveTo>
                  <a:lnTo>
                    <a:pt x="12770" y="12769"/>
                  </a:lnTo>
                  <a:lnTo>
                    <a:pt x="17339" y="12769"/>
                  </a:lnTo>
                  <a:lnTo>
                    <a:pt x="4705" y="0"/>
                  </a:lnTo>
                  <a:close/>
                </a:path>
              </a:pathLst>
            </a:custGeom>
            <a:solidFill>
              <a:srgbClr val="08D6C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1318" name="Google Shape;1318;p10"/>
            <p:cNvSpPr/>
            <p:nvPr/>
          </p:nvSpPr>
          <p:spPr>
            <a:xfrm>
              <a:off x="251550" y="2761700"/>
              <a:ext cx="779600" cy="840075"/>
            </a:xfrm>
            <a:custGeom>
              <a:rect b="b" l="l" r="r" t="t"/>
              <a:pathLst>
                <a:path extrusionOk="0" h="33603" w="31184">
                  <a:moveTo>
                    <a:pt x="1748" y="1"/>
                  </a:moveTo>
                  <a:lnTo>
                    <a:pt x="1" y="2823"/>
                  </a:lnTo>
                  <a:lnTo>
                    <a:pt x="30780" y="33603"/>
                  </a:lnTo>
                  <a:lnTo>
                    <a:pt x="31183" y="33199"/>
                  </a:lnTo>
                  <a:lnTo>
                    <a:pt x="25807" y="24060"/>
                  </a:lnTo>
                  <a:lnTo>
                    <a:pt x="1748" y="1"/>
                  </a:lnTo>
                  <a:close/>
                </a:path>
              </a:pathLst>
            </a:custGeom>
            <a:solidFill>
              <a:srgbClr val="08D6C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1319" name="Google Shape;1319;p10"/>
            <p:cNvSpPr/>
            <p:nvPr/>
          </p:nvSpPr>
          <p:spPr>
            <a:xfrm>
              <a:off x="288525" y="2697875"/>
              <a:ext cx="608200" cy="675400"/>
            </a:xfrm>
            <a:custGeom>
              <a:rect b="b" l="l" r="r" t="t"/>
              <a:pathLst>
                <a:path extrusionOk="0" h="27016" w="24328">
                  <a:moveTo>
                    <a:pt x="1613" y="0"/>
                  </a:moveTo>
                  <a:lnTo>
                    <a:pt x="0" y="2957"/>
                  </a:lnTo>
                  <a:lnTo>
                    <a:pt x="23925" y="27016"/>
                  </a:lnTo>
                  <a:lnTo>
                    <a:pt x="24328" y="26613"/>
                  </a:lnTo>
                  <a:lnTo>
                    <a:pt x="19086" y="17473"/>
                  </a:lnTo>
                  <a:lnTo>
                    <a:pt x="1613" y="0"/>
                  </a:lnTo>
                  <a:close/>
                </a:path>
              </a:pathLst>
            </a:custGeom>
            <a:solidFill>
              <a:srgbClr val="09D4C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1320" name="Google Shape;1320;p10"/>
            <p:cNvSpPr/>
            <p:nvPr/>
          </p:nvSpPr>
          <p:spPr>
            <a:xfrm>
              <a:off x="1481375" y="3964650"/>
              <a:ext cx="433500" cy="319225"/>
            </a:xfrm>
            <a:custGeom>
              <a:rect b="b" l="l" r="r" t="t"/>
              <a:pathLst>
                <a:path extrusionOk="0" h="12769" w="17340">
                  <a:moveTo>
                    <a:pt x="1" y="0"/>
                  </a:moveTo>
                  <a:lnTo>
                    <a:pt x="12769" y="12769"/>
                  </a:lnTo>
                  <a:lnTo>
                    <a:pt x="17339" y="12769"/>
                  </a:lnTo>
                  <a:lnTo>
                    <a:pt x="4705" y="0"/>
                  </a:lnTo>
                  <a:close/>
                </a:path>
              </a:pathLst>
            </a:custGeom>
            <a:solidFill>
              <a:srgbClr val="09D4C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1321" name="Google Shape;1321;p10"/>
            <p:cNvSpPr/>
            <p:nvPr/>
          </p:nvSpPr>
          <p:spPr>
            <a:xfrm>
              <a:off x="1578825" y="3964650"/>
              <a:ext cx="433500" cy="319225"/>
            </a:xfrm>
            <a:custGeom>
              <a:rect b="b" l="l" r="r" t="t"/>
              <a:pathLst>
                <a:path extrusionOk="0" h="12769" w="17340">
                  <a:moveTo>
                    <a:pt x="1" y="0"/>
                  </a:moveTo>
                  <a:lnTo>
                    <a:pt x="12769" y="12769"/>
                  </a:lnTo>
                  <a:lnTo>
                    <a:pt x="17339" y="12769"/>
                  </a:lnTo>
                  <a:lnTo>
                    <a:pt x="4570" y="0"/>
                  </a:lnTo>
                  <a:close/>
                </a:path>
              </a:pathLst>
            </a:custGeom>
            <a:solidFill>
              <a:srgbClr val="0AD3C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1322" name="Google Shape;1322;p10"/>
            <p:cNvSpPr/>
            <p:nvPr/>
          </p:nvSpPr>
          <p:spPr>
            <a:xfrm>
              <a:off x="322125" y="2637375"/>
              <a:ext cx="443550" cy="504050"/>
            </a:xfrm>
            <a:custGeom>
              <a:rect b="b" l="l" r="r" t="t"/>
              <a:pathLst>
                <a:path extrusionOk="0" h="20162" w="17742">
                  <a:moveTo>
                    <a:pt x="1747" y="1"/>
                  </a:moveTo>
                  <a:lnTo>
                    <a:pt x="0" y="2958"/>
                  </a:lnTo>
                  <a:lnTo>
                    <a:pt x="17339" y="20162"/>
                  </a:lnTo>
                  <a:lnTo>
                    <a:pt x="17742" y="19893"/>
                  </a:lnTo>
                  <a:lnTo>
                    <a:pt x="12366" y="10619"/>
                  </a:lnTo>
                  <a:lnTo>
                    <a:pt x="1747" y="1"/>
                  </a:lnTo>
                  <a:close/>
                </a:path>
              </a:pathLst>
            </a:custGeom>
            <a:solidFill>
              <a:srgbClr val="0AD3C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1323" name="Google Shape;1323;p10"/>
            <p:cNvSpPr/>
            <p:nvPr/>
          </p:nvSpPr>
          <p:spPr>
            <a:xfrm>
              <a:off x="359075" y="2576900"/>
              <a:ext cx="275575" cy="336050"/>
            </a:xfrm>
            <a:custGeom>
              <a:rect b="b" l="l" r="r" t="t"/>
              <a:pathLst>
                <a:path extrusionOk="0" h="13442" w="11023">
                  <a:moveTo>
                    <a:pt x="1614" y="1"/>
                  </a:moveTo>
                  <a:lnTo>
                    <a:pt x="1" y="2823"/>
                  </a:lnTo>
                  <a:lnTo>
                    <a:pt x="10484" y="13441"/>
                  </a:lnTo>
                  <a:lnTo>
                    <a:pt x="10888" y="13172"/>
                  </a:lnTo>
                  <a:lnTo>
                    <a:pt x="9812" y="11291"/>
                  </a:lnTo>
                  <a:lnTo>
                    <a:pt x="11022" y="9275"/>
                  </a:lnTo>
                  <a:lnTo>
                    <a:pt x="1614" y="1"/>
                  </a:lnTo>
                  <a:close/>
                </a:path>
              </a:pathLst>
            </a:custGeom>
            <a:solidFill>
              <a:srgbClr val="0BD1C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1324" name="Google Shape;1324;p10"/>
            <p:cNvSpPr/>
            <p:nvPr/>
          </p:nvSpPr>
          <p:spPr>
            <a:xfrm>
              <a:off x="1676275" y="3964650"/>
              <a:ext cx="433475" cy="319225"/>
            </a:xfrm>
            <a:custGeom>
              <a:rect b="b" l="l" r="r" t="t"/>
              <a:pathLst>
                <a:path extrusionOk="0" h="12769" w="17339">
                  <a:moveTo>
                    <a:pt x="0" y="0"/>
                  </a:moveTo>
                  <a:lnTo>
                    <a:pt x="12769" y="12769"/>
                  </a:lnTo>
                  <a:lnTo>
                    <a:pt x="17339" y="12769"/>
                  </a:lnTo>
                  <a:lnTo>
                    <a:pt x="4570" y="0"/>
                  </a:lnTo>
                  <a:close/>
                </a:path>
              </a:pathLst>
            </a:custGeom>
            <a:solidFill>
              <a:srgbClr val="0BD1C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1325" name="Google Shape;1325;p10"/>
            <p:cNvSpPr/>
            <p:nvPr/>
          </p:nvSpPr>
          <p:spPr>
            <a:xfrm>
              <a:off x="392675" y="2513050"/>
              <a:ext cx="275575" cy="309175"/>
            </a:xfrm>
            <a:custGeom>
              <a:rect b="b" l="l" r="r" t="t"/>
              <a:pathLst>
                <a:path extrusionOk="0" h="12367" w="11023">
                  <a:moveTo>
                    <a:pt x="1748" y="1"/>
                  </a:moveTo>
                  <a:lnTo>
                    <a:pt x="1" y="2958"/>
                  </a:lnTo>
                  <a:lnTo>
                    <a:pt x="9409" y="12366"/>
                  </a:lnTo>
                  <a:lnTo>
                    <a:pt x="11022" y="9409"/>
                  </a:lnTo>
                  <a:lnTo>
                    <a:pt x="1748" y="1"/>
                  </a:lnTo>
                  <a:close/>
                </a:path>
              </a:pathLst>
            </a:custGeom>
            <a:solidFill>
              <a:srgbClr val="0CCFC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1326" name="Google Shape;1326;p10"/>
            <p:cNvSpPr/>
            <p:nvPr/>
          </p:nvSpPr>
          <p:spPr>
            <a:xfrm>
              <a:off x="1773725" y="3964650"/>
              <a:ext cx="433475" cy="319225"/>
            </a:xfrm>
            <a:custGeom>
              <a:rect b="b" l="l" r="r" t="t"/>
              <a:pathLst>
                <a:path extrusionOk="0" h="12769" w="17339">
                  <a:moveTo>
                    <a:pt x="0" y="0"/>
                  </a:moveTo>
                  <a:lnTo>
                    <a:pt x="12634" y="12769"/>
                  </a:lnTo>
                  <a:lnTo>
                    <a:pt x="17339" y="12769"/>
                  </a:lnTo>
                  <a:lnTo>
                    <a:pt x="4570" y="0"/>
                  </a:lnTo>
                  <a:close/>
                </a:path>
              </a:pathLst>
            </a:custGeom>
            <a:solidFill>
              <a:srgbClr val="0CCFC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1327" name="Google Shape;1327;p10"/>
            <p:cNvSpPr/>
            <p:nvPr/>
          </p:nvSpPr>
          <p:spPr>
            <a:xfrm>
              <a:off x="429650" y="2452575"/>
              <a:ext cx="275550" cy="305800"/>
            </a:xfrm>
            <a:custGeom>
              <a:rect b="b" l="l" r="r" t="t"/>
              <a:pathLst>
                <a:path extrusionOk="0" h="12232" w="11022">
                  <a:moveTo>
                    <a:pt x="1748" y="1"/>
                  </a:moveTo>
                  <a:lnTo>
                    <a:pt x="0" y="2957"/>
                  </a:lnTo>
                  <a:lnTo>
                    <a:pt x="9274" y="12232"/>
                  </a:lnTo>
                  <a:lnTo>
                    <a:pt x="11022" y="9275"/>
                  </a:lnTo>
                  <a:lnTo>
                    <a:pt x="1748" y="1"/>
                  </a:lnTo>
                  <a:close/>
                </a:path>
              </a:pathLst>
            </a:custGeom>
            <a:solidFill>
              <a:srgbClr val="0DCDCE"/>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1328" name="Google Shape;1328;p10"/>
            <p:cNvSpPr/>
            <p:nvPr/>
          </p:nvSpPr>
          <p:spPr>
            <a:xfrm>
              <a:off x="1871150" y="3964650"/>
              <a:ext cx="433500" cy="319225"/>
            </a:xfrm>
            <a:custGeom>
              <a:rect b="b" l="l" r="r" t="t"/>
              <a:pathLst>
                <a:path extrusionOk="0" h="12769" w="17340">
                  <a:moveTo>
                    <a:pt x="1" y="0"/>
                  </a:moveTo>
                  <a:lnTo>
                    <a:pt x="12635" y="12769"/>
                  </a:lnTo>
                  <a:lnTo>
                    <a:pt x="17340" y="12769"/>
                  </a:lnTo>
                  <a:lnTo>
                    <a:pt x="4571" y="0"/>
                  </a:lnTo>
                  <a:close/>
                </a:path>
              </a:pathLst>
            </a:custGeom>
            <a:solidFill>
              <a:srgbClr val="0DCDCE"/>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1329" name="Google Shape;1329;p10"/>
            <p:cNvSpPr/>
            <p:nvPr/>
          </p:nvSpPr>
          <p:spPr>
            <a:xfrm>
              <a:off x="1965250" y="3964650"/>
              <a:ext cx="436850" cy="319225"/>
            </a:xfrm>
            <a:custGeom>
              <a:rect b="b" l="l" r="r" t="t"/>
              <a:pathLst>
                <a:path extrusionOk="0" h="12769" w="17474">
                  <a:moveTo>
                    <a:pt x="0" y="0"/>
                  </a:moveTo>
                  <a:lnTo>
                    <a:pt x="12769" y="12769"/>
                  </a:lnTo>
                  <a:lnTo>
                    <a:pt x="17473" y="12769"/>
                  </a:lnTo>
                  <a:lnTo>
                    <a:pt x="4705" y="0"/>
                  </a:lnTo>
                  <a:close/>
                </a:path>
              </a:pathLst>
            </a:custGeom>
            <a:solidFill>
              <a:srgbClr val="0ECCC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1330" name="Google Shape;1330;p10"/>
            <p:cNvSpPr/>
            <p:nvPr/>
          </p:nvSpPr>
          <p:spPr>
            <a:xfrm>
              <a:off x="466600" y="2392100"/>
              <a:ext cx="272200" cy="305800"/>
            </a:xfrm>
            <a:custGeom>
              <a:rect b="b" l="l" r="r" t="t"/>
              <a:pathLst>
                <a:path extrusionOk="0" h="12232" w="10888">
                  <a:moveTo>
                    <a:pt x="1614" y="0"/>
                  </a:moveTo>
                  <a:lnTo>
                    <a:pt x="1" y="2957"/>
                  </a:lnTo>
                  <a:lnTo>
                    <a:pt x="9275" y="12231"/>
                  </a:lnTo>
                  <a:lnTo>
                    <a:pt x="10888" y="9274"/>
                  </a:lnTo>
                  <a:lnTo>
                    <a:pt x="1614" y="0"/>
                  </a:lnTo>
                  <a:close/>
                </a:path>
              </a:pathLst>
            </a:custGeom>
            <a:solidFill>
              <a:srgbClr val="0ECCC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1331" name="Google Shape;1331;p10"/>
            <p:cNvSpPr/>
            <p:nvPr/>
          </p:nvSpPr>
          <p:spPr>
            <a:xfrm>
              <a:off x="2062700" y="3964650"/>
              <a:ext cx="433475" cy="319225"/>
            </a:xfrm>
            <a:custGeom>
              <a:rect b="b" l="l" r="r" t="t"/>
              <a:pathLst>
                <a:path extrusionOk="0" h="12769" w="17339">
                  <a:moveTo>
                    <a:pt x="0" y="0"/>
                  </a:moveTo>
                  <a:lnTo>
                    <a:pt x="12769" y="12769"/>
                  </a:lnTo>
                  <a:lnTo>
                    <a:pt x="17339" y="12769"/>
                  </a:lnTo>
                  <a:lnTo>
                    <a:pt x="4704" y="0"/>
                  </a:lnTo>
                  <a:close/>
                </a:path>
              </a:pathLst>
            </a:custGeom>
            <a:solidFill>
              <a:srgbClr val="10CAC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1332" name="Google Shape;1332;p10"/>
            <p:cNvSpPr/>
            <p:nvPr/>
          </p:nvSpPr>
          <p:spPr>
            <a:xfrm>
              <a:off x="500200" y="2328250"/>
              <a:ext cx="275575" cy="309150"/>
            </a:xfrm>
            <a:custGeom>
              <a:rect b="b" l="l" r="r" t="t"/>
              <a:pathLst>
                <a:path extrusionOk="0" h="12366" w="11023">
                  <a:moveTo>
                    <a:pt x="1748" y="1"/>
                  </a:moveTo>
                  <a:lnTo>
                    <a:pt x="1" y="2957"/>
                  </a:lnTo>
                  <a:lnTo>
                    <a:pt x="9275" y="12366"/>
                  </a:lnTo>
                  <a:lnTo>
                    <a:pt x="11022" y="9409"/>
                  </a:lnTo>
                  <a:lnTo>
                    <a:pt x="1748" y="1"/>
                  </a:lnTo>
                  <a:close/>
                </a:path>
              </a:pathLst>
            </a:custGeom>
            <a:solidFill>
              <a:srgbClr val="10CAC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1333" name="Google Shape;1333;p10"/>
            <p:cNvSpPr/>
            <p:nvPr/>
          </p:nvSpPr>
          <p:spPr>
            <a:xfrm>
              <a:off x="537175" y="2267775"/>
              <a:ext cx="275550" cy="305800"/>
            </a:xfrm>
            <a:custGeom>
              <a:rect b="b" l="l" r="r" t="t"/>
              <a:pathLst>
                <a:path extrusionOk="0" h="12232" w="11022">
                  <a:moveTo>
                    <a:pt x="1613" y="0"/>
                  </a:moveTo>
                  <a:lnTo>
                    <a:pt x="0" y="2957"/>
                  </a:lnTo>
                  <a:lnTo>
                    <a:pt x="9274" y="12231"/>
                  </a:lnTo>
                  <a:lnTo>
                    <a:pt x="11022" y="9274"/>
                  </a:lnTo>
                  <a:lnTo>
                    <a:pt x="1613" y="0"/>
                  </a:lnTo>
                  <a:close/>
                </a:path>
              </a:pathLst>
            </a:custGeom>
            <a:solidFill>
              <a:srgbClr val="11C8D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1334" name="Google Shape;1334;p10"/>
            <p:cNvSpPr/>
            <p:nvPr/>
          </p:nvSpPr>
          <p:spPr>
            <a:xfrm>
              <a:off x="2160150" y="3964650"/>
              <a:ext cx="433475" cy="319225"/>
            </a:xfrm>
            <a:custGeom>
              <a:rect b="b" l="l" r="r" t="t"/>
              <a:pathLst>
                <a:path extrusionOk="0" h="12769" w="17339">
                  <a:moveTo>
                    <a:pt x="0" y="0"/>
                  </a:moveTo>
                  <a:lnTo>
                    <a:pt x="12769" y="12769"/>
                  </a:lnTo>
                  <a:lnTo>
                    <a:pt x="17339" y="12769"/>
                  </a:lnTo>
                  <a:lnTo>
                    <a:pt x="4704" y="0"/>
                  </a:lnTo>
                  <a:close/>
                </a:path>
              </a:pathLst>
            </a:custGeom>
            <a:solidFill>
              <a:srgbClr val="11C8D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1335" name="Google Shape;1335;p10"/>
            <p:cNvSpPr/>
            <p:nvPr/>
          </p:nvSpPr>
          <p:spPr>
            <a:xfrm>
              <a:off x="570775" y="2207275"/>
              <a:ext cx="275550" cy="305800"/>
            </a:xfrm>
            <a:custGeom>
              <a:rect b="b" l="l" r="r" t="t"/>
              <a:pathLst>
                <a:path extrusionOk="0" h="12232" w="11022">
                  <a:moveTo>
                    <a:pt x="1748" y="1"/>
                  </a:moveTo>
                  <a:lnTo>
                    <a:pt x="0" y="2958"/>
                  </a:lnTo>
                  <a:lnTo>
                    <a:pt x="9409" y="12232"/>
                  </a:lnTo>
                  <a:lnTo>
                    <a:pt x="11022" y="9275"/>
                  </a:lnTo>
                  <a:lnTo>
                    <a:pt x="1748" y="1"/>
                  </a:lnTo>
                  <a:close/>
                </a:path>
              </a:pathLst>
            </a:custGeom>
            <a:solidFill>
              <a:srgbClr val="12C7D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1336" name="Google Shape;1336;p10"/>
            <p:cNvSpPr/>
            <p:nvPr/>
          </p:nvSpPr>
          <p:spPr>
            <a:xfrm>
              <a:off x="2257575" y="3964650"/>
              <a:ext cx="433500" cy="319225"/>
            </a:xfrm>
            <a:custGeom>
              <a:rect b="b" l="l" r="r" t="t"/>
              <a:pathLst>
                <a:path extrusionOk="0" h="12769" w="17340">
                  <a:moveTo>
                    <a:pt x="1" y="0"/>
                  </a:moveTo>
                  <a:lnTo>
                    <a:pt x="12770" y="12769"/>
                  </a:lnTo>
                  <a:lnTo>
                    <a:pt x="17339" y="12769"/>
                  </a:lnTo>
                  <a:lnTo>
                    <a:pt x="4705" y="0"/>
                  </a:lnTo>
                  <a:close/>
                </a:path>
              </a:pathLst>
            </a:custGeom>
            <a:solidFill>
              <a:srgbClr val="12C7D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1337" name="Google Shape;1337;p10"/>
            <p:cNvSpPr/>
            <p:nvPr/>
          </p:nvSpPr>
          <p:spPr>
            <a:xfrm>
              <a:off x="2355025" y="3964650"/>
              <a:ext cx="383100" cy="319225"/>
            </a:xfrm>
            <a:custGeom>
              <a:rect b="b" l="l" r="r" t="t"/>
              <a:pathLst>
                <a:path extrusionOk="0" h="12769" w="15324">
                  <a:moveTo>
                    <a:pt x="1" y="0"/>
                  </a:moveTo>
                  <a:lnTo>
                    <a:pt x="12769" y="12769"/>
                  </a:lnTo>
                  <a:lnTo>
                    <a:pt x="14248" y="12769"/>
                  </a:lnTo>
                  <a:lnTo>
                    <a:pt x="15323" y="10753"/>
                  </a:lnTo>
                  <a:lnTo>
                    <a:pt x="4570" y="0"/>
                  </a:lnTo>
                  <a:close/>
                </a:path>
              </a:pathLst>
            </a:custGeom>
            <a:solidFill>
              <a:srgbClr val="13C5D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1338" name="Google Shape;1338;p10"/>
            <p:cNvSpPr/>
            <p:nvPr/>
          </p:nvSpPr>
          <p:spPr>
            <a:xfrm>
              <a:off x="607725" y="2146800"/>
              <a:ext cx="275575" cy="305800"/>
            </a:xfrm>
            <a:custGeom>
              <a:rect b="b" l="l" r="r" t="t"/>
              <a:pathLst>
                <a:path extrusionOk="0" h="12232" w="11023">
                  <a:moveTo>
                    <a:pt x="1614" y="1"/>
                  </a:moveTo>
                  <a:lnTo>
                    <a:pt x="1" y="2823"/>
                  </a:lnTo>
                  <a:lnTo>
                    <a:pt x="9275" y="12232"/>
                  </a:lnTo>
                  <a:lnTo>
                    <a:pt x="11022" y="9275"/>
                  </a:lnTo>
                  <a:lnTo>
                    <a:pt x="1614" y="1"/>
                  </a:lnTo>
                  <a:close/>
                </a:path>
              </a:pathLst>
            </a:custGeom>
            <a:solidFill>
              <a:srgbClr val="13C5D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1339" name="Google Shape;1339;p10"/>
            <p:cNvSpPr/>
            <p:nvPr/>
          </p:nvSpPr>
          <p:spPr>
            <a:xfrm>
              <a:off x="2452475" y="3941125"/>
              <a:ext cx="322600" cy="305800"/>
            </a:xfrm>
            <a:custGeom>
              <a:rect b="b" l="l" r="r" t="t"/>
              <a:pathLst>
                <a:path extrusionOk="0" h="12232" w="12904">
                  <a:moveTo>
                    <a:pt x="3495" y="1"/>
                  </a:moveTo>
                  <a:lnTo>
                    <a:pt x="2957" y="941"/>
                  </a:lnTo>
                  <a:lnTo>
                    <a:pt x="0" y="941"/>
                  </a:lnTo>
                  <a:lnTo>
                    <a:pt x="11156" y="12232"/>
                  </a:lnTo>
                  <a:lnTo>
                    <a:pt x="12904" y="9275"/>
                  </a:lnTo>
                  <a:lnTo>
                    <a:pt x="3495" y="1"/>
                  </a:lnTo>
                  <a:close/>
                </a:path>
              </a:pathLst>
            </a:custGeom>
            <a:solidFill>
              <a:srgbClr val="14C3D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1340" name="Google Shape;1340;p10"/>
            <p:cNvSpPr/>
            <p:nvPr/>
          </p:nvSpPr>
          <p:spPr>
            <a:xfrm>
              <a:off x="641325" y="2082950"/>
              <a:ext cx="275575" cy="305800"/>
            </a:xfrm>
            <a:custGeom>
              <a:rect b="b" l="l" r="r" t="t"/>
              <a:pathLst>
                <a:path extrusionOk="0" h="12232" w="11023">
                  <a:moveTo>
                    <a:pt x="1748" y="1"/>
                  </a:moveTo>
                  <a:lnTo>
                    <a:pt x="1" y="2958"/>
                  </a:lnTo>
                  <a:lnTo>
                    <a:pt x="9409" y="12232"/>
                  </a:lnTo>
                  <a:lnTo>
                    <a:pt x="11022" y="9409"/>
                  </a:lnTo>
                  <a:lnTo>
                    <a:pt x="1748" y="1"/>
                  </a:lnTo>
                  <a:close/>
                </a:path>
              </a:pathLst>
            </a:custGeom>
            <a:solidFill>
              <a:srgbClr val="14C3D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1341" name="Google Shape;1341;p10"/>
            <p:cNvSpPr/>
            <p:nvPr/>
          </p:nvSpPr>
          <p:spPr>
            <a:xfrm>
              <a:off x="678300" y="2022475"/>
              <a:ext cx="275550" cy="305800"/>
            </a:xfrm>
            <a:custGeom>
              <a:rect b="b" l="l" r="r" t="t"/>
              <a:pathLst>
                <a:path extrusionOk="0" h="12232" w="11022">
                  <a:moveTo>
                    <a:pt x="1748" y="1"/>
                  </a:moveTo>
                  <a:lnTo>
                    <a:pt x="0" y="2957"/>
                  </a:lnTo>
                  <a:lnTo>
                    <a:pt x="9274" y="12232"/>
                  </a:lnTo>
                  <a:lnTo>
                    <a:pt x="11022" y="9275"/>
                  </a:lnTo>
                  <a:lnTo>
                    <a:pt x="1748" y="1"/>
                  </a:lnTo>
                  <a:close/>
                </a:path>
              </a:pathLst>
            </a:custGeom>
            <a:solidFill>
              <a:srgbClr val="15C1D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1342" name="Google Shape;1342;p10"/>
            <p:cNvSpPr/>
            <p:nvPr/>
          </p:nvSpPr>
          <p:spPr>
            <a:xfrm>
              <a:off x="2533125" y="3877275"/>
              <a:ext cx="275550" cy="309175"/>
            </a:xfrm>
            <a:custGeom>
              <a:rect b="b" l="l" r="r" t="t"/>
              <a:pathLst>
                <a:path extrusionOk="0" h="12367" w="11022">
                  <a:moveTo>
                    <a:pt x="1748" y="1"/>
                  </a:moveTo>
                  <a:lnTo>
                    <a:pt x="0" y="2958"/>
                  </a:lnTo>
                  <a:lnTo>
                    <a:pt x="9409" y="12366"/>
                  </a:lnTo>
                  <a:lnTo>
                    <a:pt x="11022" y="9409"/>
                  </a:lnTo>
                  <a:lnTo>
                    <a:pt x="1748" y="1"/>
                  </a:lnTo>
                  <a:close/>
                </a:path>
              </a:pathLst>
            </a:custGeom>
            <a:solidFill>
              <a:srgbClr val="15C1D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1343" name="Google Shape;1343;p10"/>
            <p:cNvSpPr/>
            <p:nvPr/>
          </p:nvSpPr>
          <p:spPr>
            <a:xfrm>
              <a:off x="2570075" y="3816800"/>
              <a:ext cx="275575" cy="305800"/>
            </a:xfrm>
            <a:custGeom>
              <a:rect b="b" l="l" r="r" t="t"/>
              <a:pathLst>
                <a:path extrusionOk="0" h="12232" w="11023">
                  <a:moveTo>
                    <a:pt x="1614" y="1"/>
                  </a:moveTo>
                  <a:lnTo>
                    <a:pt x="1" y="2957"/>
                  </a:lnTo>
                  <a:lnTo>
                    <a:pt x="9275" y="12232"/>
                  </a:lnTo>
                  <a:lnTo>
                    <a:pt x="11022" y="9275"/>
                  </a:lnTo>
                  <a:lnTo>
                    <a:pt x="1614" y="1"/>
                  </a:lnTo>
                  <a:close/>
                </a:path>
              </a:pathLst>
            </a:custGeom>
            <a:solidFill>
              <a:srgbClr val="16C0D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1344" name="Google Shape;1344;p10"/>
            <p:cNvSpPr/>
            <p:nvPr/>
          </p:nvSpPr>
          <p:spPr>
            <a:xfrm>
              <a:off x="711900" y="1962000"/>
              <a:ext cx="275550" cy="305800"/>
            </a:xfrm>
            <a:custGeom>
              <a:rect b="b" l="l" r="r" t="t"/>
              <a:pathLst>
                <a:path extrusionOk="0" h="12232" w="11022">
                  <a:moveTo>
                    <a:pt x="1748" y="0"/>
                  </a:moveTo>
                  <a:lnTo>
                    <a:pt x="0" y="2957"/>
                  </a:lnTo>
                  <a:lnTo>
                    <a:pt x="9409" y="12231"/>
                  </a:lnTo>
                  <a:lnTo>
                    <a:pt x="11022" y="9274"/>
                  </a:lnTo>
                  <a:lnTo>
                    <a:pt x="1748" y="0"/>
                  </a:lnTo>
                  <a:close/>
                </a:path>
              </a:pathLst>
            </a:custGeom>
            <a:solidFill>
              <a:srgbClr val="16C0D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1345" name="Google Shape;1345;p10"/>
            <p:cNvSpPr/>
            <p:nvPr/>
          </p:nvSpPr>
          <p:spPr>
            <a:xfrm>
              <a:off x="2603675" y="3756325"/>
              <a:ext cx="275575" cy="305800"/>
            </a:xfrm>
            <a:custGeom>
              <a:rect b="b" l="l" r="r" t="t"/>
              <a:pathLst>
                <a:path extrusionOk="0" h="12232" w="11023">
                  <a:moveTo>
                    <a:pt x="1748" y="0"/>
                  </a:moveTo>
                  <a:lnTo>
                    <a:pt x="1" y="2957"/>
                  </a:lnTo>
                  <a:lnTo>
                    <a:pt x="9409" y="12231"/>
                  </a:lnTo>
                  <a:lnTo>
                    <a:pt x="11022" y="9274"/>
                  </a:lnTo>
                  <a:lnTo>
                    <a:pt x="1748" y="0"/>
                  </a:lnTo>
                  <a:close/>
                </a:path>
              </a:pathLst>
            </a:custGeom>
            <a:solidFill>
              <a:srgbClr val="17BED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1346" name="Google Shape;1346;p10"/>
            <p:cNvSpPr/>
            <p:nvPr/>
          </p:nvSpPr>
          <p:spPr>
            <a:xfrm>
              <a:off x="748850" y="1898150"/>
              <a:ext cx="275575" cy="309150"/>
            </a:xfrm>
            <a:custGeom>
              <a:rect b="b" l="l" r="r" t="t"/>
              <a:pathLst>
                <a:path extrusionOk="0" h="12366" w="11023">
                  <a:moveTo>
                    <a:pt x="1748" y="0"/>
                  </a:moveTo>
                  <a:lnTo>
                    <a:pt x="1" y="2957"/>
                  </a:lnTo>
                  <a:lnTo>
                    <a:pt x="9275" y="12366"/>
                  </a:lnTo>
                  <a:lnTo>
                    <a:pt x="11022" y="9409"/>
                  </a:lnTo>
                  <a:lnTo>
                    <a:pt x="1748" y="0"/>
                  </a:lnTo>
                  <a:close/>
                </a:path>
              </a:pathLst>
            </a:custGeom>
            <a:solidFill>
              <a:srgbClr val="17BED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1347" name="Google Shape;1347;p10"/>
            <p:cNvSpPr/>
            <p:nvPr/>
          </p:nvSpPr>
          <p:spPr>
            <a:xfrm>
              <a:off x="2640650" y="3692475"/>
              <a:ext cx="275550" cy="309150"/>
            </a:xfrm>
            <a:custGeom>
              <a:rect b="b" l="l" r="r" t="t"/>
              <a:pathLst>
                <a:path extrusionOk="0" h="12366" w="11022">
                  <a:moveTo>
                    <a:pt x="1748" y="0"/>
                  </a:moveTo>
                  <a:lnTo>
                    <a:pt x="0" y="2957"/>
                  </a:lnTo>
                  <a:lnTo>
                    <a:pt x="9274" y="12366"/>
                  </a:lnTo>
                  <a:lnTo>
                    <a:pt x="11022" y="9409"/>
                  </a:lnTo>
                  <a:lnTo>
                    <a:pt x="1748" y="0"/>
                  </a:lnTo>
                  <a:close/>
                </a:path>
              </a:pathLst>
            </a:custGeom>
            <a:solidFill>
              <a:srgbClr val="18BCD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1348" name="Google Shape;1348;p10"/>
            <p:cNvSpPr/>
            <p:nvPr/>
          </p:nvSpPr>
          <p:spPr>
            <a:xfrm>
              <a:off x="785825" y="1837675"/>
              <a:ext cx="275550" cy="305800"/>
            </a:xfrm>
            <a:custGeom>
              <a:rect b="b" l="l" r="r" t="t"/>
              <a:pathLst>
                <a:path extrusionOk="0" h="12232" w="11022">
                  <a:moveTo>
                    <a:pt x="1613" y="0"/>
                  </a:moveTo>
                  <a:lnTo>
                    <a:pt x="0" y="2957"/>
                  </a:lnTo>
                  <a:lnTo>
                    <a:pt x="9275" y="12231"/>
                  </a:lnTo>
                  <a:lnTo>
                    <a:pt x="11022" y="9274"/>
                  </a:lnTo>
                  <a:lnTo>
                    <a:pt x="1613" y="0"/>
                  </a:lnTo>
                  <a:close/>
                </a:path>
              </a:pathLst>
            </a:custGeom>
            <a:solidFill>
              <a:srgbClr val="18BCD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1349" name="Google Shape;1349;p10"/>
            <p:cNvSpPr/>
            <p:nvPr/>
          </p:nvSpPr>
          <p:spPr>
            <a:xfrm>
              <a:off x="2677600" y="3632000"/>
              <a:ext cx="275575" cy="305800"/>
            </a:xfrm>
            <a:custGeom>
              <a:rect b="b" l="l" r="r" t="t"/>
              <a:pathLst>
                <a:path extrusionOk="0" h="12232" w="11023">
                  <a:moveTo>
                    <a:pt x="1614" y="0"/>
                  </a:moveTo>
                  <a:lnTo>
                    <a:pt x="1" y="2957"/>
                  </a:lnTo>
                  <a:lnTo>
                    <a:pt x="9275" y="12231"/>
                  </a:lnTo>
                  <a:lnTo>
                    <a:pt x="11022" y="9274"/>
                  </a:lnTo>
                  <a:lnTo>
                    <a:pt x="1614" y="0"/>
                  </a:lnTo>
                  <a:close/>
                </a:path>
              </a:pathLst>
            </a:custGeom>
            <a:solidFill>
              <a:srgbClr val="19BBD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1350" name="Google Shape;1350;p10"/>
            <p:cNvSpPr/>
            <p:nvPr/>
          </p:nvSpPr>
          <p:spPr>
            <a:xfrm>
              <a:off x="819425" y="1777175"/>
              <a:ext cx="275550" cy="305800"/>
            </a:xfrm>
            <a:custGeom>
              <a:rect b="b" l="l" r="r" t="t"/>
              <a:pathLst>
                <a:path extrusionOk="0" h="12232" w="11022">
                  <a:moveTo>
                    <a:pt x="1748" y="1"/>
                  </a:moveTo>
                  <a:lnTo>
                    <a:pt x="0" y="2958"/>
                  </a:lnTo>
                  <a:lnTo>
                    <a:pt x="9275" y="12232"/>
                  </a:lnTo>
                  <a:lnTo>
                    <a:pt x="11022" y="9275"/>
                  </a:lnTo>
                  <a:lnTo>
                    <a:pt x="1748" y="1"/>
                  </a:lnTo>
                  <a:close/>
                </a:path>
              </a:pathLst>
            </a:custGeom>
            <a:solidFill>
              <a:srgbClr val="19BBD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1351" name="Google Shape;1351;p10"/>
            <p:cNvSpPr/>
            <p:nvPr/>
          </p:nvSpPr>
          <p:spPr>
            <a:xfrm>
              <a:off x="2711200" y="3571500"/>
              <a:ext cx="275575" cy="305800"/>
            </a:xfrm>
            <a:custGeom>
              <a:rect b="b" l="l" r="r" t="t"/>
              <a:pathLst>
                <a:path extrusionOk="0" h="12232" w="11023">
                  <a:moveTo>
                    <a:pt x="1748" y="1"/>
                  </a:moveTo>
                  <a:lnTo>
                    <a:pt x="1" y="2958"/>
                  </a:lnTo>
                  <a:lnTo>
                    <a:pt x="9275" y="12232"/>
                  </a:lnTo>
                  <a:lnTo>
                    <a:pt x="11022" y="9275"/>
                  </a:lnTo>
                  <a:lnTo>
                    <a:pt x="1748" y="1"/>
                  </a:lnTo>
                  <a:close/>
                </a:path>
              </a:pathLst>
            </a:custGeom>
            <a:solidFill>
              <a:srgbClr val="1BB9D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1352" name="Google Shape;1352;p10"/>
            <p:cNvSpPr/>
            <p:nvPr/>
          </p:nvSpPr>
          <p:spPr>
            <a:xfrm>
              <a:off x="856375" y="1713350"/>
              <a:ext cx="275575" cy="309150"/>
            </a:xfrm>
            <a:custGeom>
              <a:rect b="b" l="l" r="r" t="t"/>
              <a:pathLst>
                <a:path extrusionOk="0" h="12366" w="11023">
                  <a:moveTo>
                    <a:pt x="1614" y="0"/>
                  </a:moveTo>
                  <a:lnTo>
                    <a:pt x="1" y="2957"/>
                  </a:lnTo>
                  <a:lnTo>
                    <a:pt x="9275" y="12366"/>
                  </a:lnTo>
                  <a:lnTo>
                    <a:pt x="11022" y="9409"/>
                  </a:lnTo>
                  <a:lnTo>
                    <a:pt x="1614" y="0"/>
                  </a:lnTo>
                  <a:close/>
                </a:path>
              </a:pathLst>
            </a:custGeom>
            <a:solidFill>
              <a:srgbClr val="1BB9D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1353" name="Google Shape;1353;p10"/>
            <p:cNvSpPr/>
            <p:nvPr/>
          </p:nvSpPr>
          <p:spPr>
            <a:xfrm>
              <a:off x="890000" y="1652850"/>
              <a:ext cx="275550" cy="305800"/>
            </a:xfrm>
            <a:custGeom>
              <a:rect b="b" l="l" r="r" t="t"/>
              <a:pathLst>
                <a:path extrusionOk="0" h="12232" w="11022">
                  <a:moveTo>
                    <a:pt x="1747" y="1"/>
                  </a:moveTo>
                  <a:lnTo>
                    <a:pt x="0" y="2958"/>
                  </a:lnTo>
                  <a:lnTo>
                    <a:pt x="9409" y="12232"/>
                  </a:lnTo>
                  <a:lnTo>
                    <a:pt x="11021" y="9275"/>
                  </a:lnTo>
                  <a:lnTo>
                    <a:pt x="1747" y="1"/>
                  </a:lnTo>
                  <a:close/>
                </a:path>
              </a:pathLst>
            </a:custGeom>
            <a:solidFill>
              <a:srgbClr val="1CB7D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1354" name="Google Shape;1354;p10"/>
            <p:cNvSpPr/>
            <p:nvPr/>
          </p:nvSpPr>
          <p:spPr>
            <a:xfrm>
              <a:off x="2748175" y="3511025"/>
              <a:ext cx="275550" cy="305800"/>
            </a:xfrm>
            <a:custGeom>
              <a:rect b="b" l="l" r="r" t="t"/>
              <a:pathLst>
                <a:path extrusionOk="0" h="12232" w="11022">
                  <a:moveTo>
                    <a:pt x="1613" y="1"/>
                  </a:moveTo>
                  <a:lnTo>
                    <a:pt x="0" y="2823"/>
                  </a:lnTo>
                  <a:lnTo>
                    <a:pt x="9274" y="12232"/>
                  </a:lnTo>
                  <a:lnTo>
                    <a:pt x="11022" y="9275"/>
                  </a:lnTo>
                  <a:lnTo>
                    <a:pt x="1613" y="1"/>
                  </a:lnTo>
                  <a:close/>
                </a:path>
              </a:pathLst>
            </a:custGeom>
            <a:solidFill>
              <a:srgbClr val="1CB7D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1355" name="Google Shape;1355;p10"/>
            <p:cNvSpPr/>
            <p:nvPr/>
          </p:nvSpPr>
          <p:spPr>
            <a:xfrm>
              <a:off x="2781775" y="3447175"/>
              <a:ext cx="275550" cy="305800"/>
            </a:xfrm>
            <a:custGeom>
              <a:rect b="b" l="l" r="r" t="t"/>
              <a:pathLst>
                <a:path extrusionOk="0" h="12232" w="11022">
                  <a:moveTo>
                    <a:pt x="1748" y="1"/>
                  </a:moveTo>
                  <a:lnTo>
                    <a:pt x="0" y="2958"/>
                  </a:lnTo>
                  <a:lnTo>
                    <a:pt x="9409" y="12232"/>
                  </a:lnTo>
                  <a:lnTo>
                    <a:pt x="11022" y="9409"/>
                  </a:lnTo>
                  <a:lnTo>
                    <a:pt x="1748" y="1"/>
                  </a:lnTo>
                  <a:close/>
                </a:path>
              </a:pathLst>
            </a:custGeom>
            <a:solidFill>
              <a:srgbClr val="1DB5D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1356" name="Google Shape;1356;p10"/>
            <p:cNvSpPr/>
            <p:nvPr/>
          </p:nvSpPr>
          <p:spPr>
            <a:xfrm>
              <a:off x="926950" y="1592375"/>
              <a:ext cx="275550" cy="305800"/>
            </a:xfrm>
            <a:custGeom>
              <a:rect b="b" l="l" r="r" t="t"/>
              <a:pathLst>
                <a:path extrusionOk="0" h="12232" w="11022">
                  <a:moveTo>
                    <a:pt x="1613" y="1"/>
                  </a:moveTo>
                  <a:lnTo>
                    <a:pt x="1" y="2957"/>
                  </a:lnTo>
                  <a:lnTo>
                    <a:pt x="9275" y="12231"/>
                  </a:lnTo>
                  <a:lnTo>
                    <a:pt x="11022" y="9275"/>
                  </a:lnTo>
                  <a:lnTo>
                    <a:pt x="1613" y="1"/>
                  </a:lnTo>
                  <a:close/>
                </a:path>
              </a:pathLst>
            </a:custGeom>
            <a:solidFill>
              <a:srgbClr val="1DB5D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1357" name="Google Shape;1357;p10"/>
            <p:cNvSpPr/>
            <p:nvPr/>
          </p:nvSpPr>
          <p:spPr>
            <a:xfrm>
              <a:off x="960550" y="1531900"/>
              <a:ext cx="275550" cy="305800"/>
            </a:xfrm>
            <a:custGeom>
              <a:rect b="b" l="l" r="r" t="t"/>
              <a:pathLst>
                <a:path extrusionOk="0" h="12232" w="11022">
                  <a:moveTo>
                    <a:pt x="1748" y="0"/>
                  </a:moveTo>
                  <a:lnTo>
                    <a:pt x="1" y="2823"/>
                  </a:lnTo>
                  <a:lnTo>
                    <a:pt x="9409" y="12231"/>
                  </a:lnTo>
                  <a:lnTo>
                    <a:pt x="11022" y="9274"/>
                  </a:lnTo>
                  <a:lnTo>
                    <a:pt x="1748" y="0"/>
                  </a:lnTo>
                  <a:close/>
                </a:path>
              </a:pathLst>
            </a:custGeom>
            <a:solidFill>
              <a:srgbClr val="1EB4D7"/>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1358" name="Google Shape;1358;p10"/>
            <p:cNvSpPr/>
            <p:nvPr/>
          </p:nvSpPr>
          <p:spPr>
            <a:xfrm>
              <a:off x="2818725" y="3386700"/>
              <a:ext cx="275575" cy="305800"/>
            </a:xfrm>
            <a:custGeom>
              <a:rect b="b" l="l" r="r" t="t"/>
              <a:pathLst>
                <a:path extrusionOk="0" h="12232" w="11023">
                  <a:moveTo>
                    <a:pt x="1614" y="1"/>
                  </a:moveTo>
                  <a:lnTo>
                    <a:pt x="1" y="2957"/>
                  </a:lnTo>
                  <a:lnTo>
                    <a:pt x="9275" y="12231"/>
                  </a:lnTo>
                  <a:lnTo>
                    <a:pt x="11022" y="9275"/>
                  </a:lnTo>
                  <a:lnTo>
                    <a:pt x="1614" y="1"/>
                  </a:lnTo>
                  <a:close/>
                </a:path>
              </a:pathLst>
            </a:custGeom>
            <a:solidFill>
              <a:srgbClr val="1EB4D7"/>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1359" name="Google Shape;1359;p10"/>
            <p:cNvSpPr/>
            <p:nvPr/>
          </p:nvSpPr>
          <p:spPr>
            <a:xfrm>
              <a:off x="997525" y="1468050"/>
              <a:ext cx="322600" cy="305800"/>
            </a:xfrm>
            <a:custGeom>
              <a:rect b="b" l="l" r="r" t="t"/>
              <a:pathLst>
                <a:path extrusionOk="0" h="12232" w="12904">
                  <a:moveTo>
                    <a:pt x="1747" y="0"/>
                  </a:moveTo>
                  <a:lnTo>
                    <a:pt x="0" y="2957"/>
                  </a:lnTo>
                  <a:lnTo>
                    <a:pt x="9274" y="12231"/>
                  </a:lnTo>
                  <a:lnTo>
                    <a:pt x="9946" y="11291"/>
                  </a:lnTo>
                  <a:lnTo>
                    <a:pt x="12903" y="11291"/>
                  </a:lnTo>
                  <a:lnTo>
                    <a:pt x="1747" y="0"/>
                  </a:lnTo>
                  <a:close/>
                </a:path>
              </a:pathLst>
            </a:custGeom>
            <a:solidFill>
              <a:srgbClr val="1FB2D7"/>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1360" name="Google Shape;1360;p10"/>
            <p:cNvSpPr/>
            <p:nvPr/>
          </p:nvSpPr>
          <p:spPr>
            <a:xfrm>
              <a:off x="2852325" y="3326225"/>
              <a:ext cx="275575" cy="305800"/>
            </a:xfrm>
            <a:custGeom>
              <a:rect b="b" l="l" r="r" t="t"/>
              <a:pathLst>
                <a:path extrusionOk="0" h="12232" w="11023">
                  <a:moveTo>
                    <a:pt x="1748" y="0"/>
                  </a:moveTo>
                  <a:lnTo>
                    <a:pt x="1" y="2957"/>
                  </a:lnTo>
                  <a:lnTo>
                    <a:pt x="9409" y="12231"/>
                  </a:lnTo>
                  <a:lnTo>
                    <a:pt x="11022" y="9274"/>
                  </a:lnTo>
                  <a:lnTo>
                    <a:pt x="1748" y="0"/>
                  </a:lnTo>
                  <a:close/>
                </a:path>
              </a:pathLst>
            </a:custGeom>
            <a:solidFill>
              <a:srgbClr val="1FB2D7"/>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1361" name="Google Shape;1361;p10"/>
            <p:cNvSpPr/>
            <p:nvPr/>
          </p:nvSpPr>
          <p:spPr>
            <a:xfrm>
              <a:off x="1034475" y="1431100"/>
              <a:ext cx="383075" cy="319225"/>
            </a:xfrm>
            <a:custGeom>
              <a:rect b="b" l="l" r="r" t="t"/>
              <a:pathLst>
                <a:path extrusionOk="0" h="12769" w="15323">
                  <a:moveTo>
                    <a:pt x="1076" y="0"/>
                  </a:moveTo>
                  <a:lnTo>
                    <a:pt x="1" y="2016"/>
                  </a:lnTo>
                  <a:lnTo>
                    <a:pt x="10619" y="12769"/>
                  </a:lnTo>
                  <a:lnTo>
                    <a:pt x="15323" y="12769"/>
                  </a:lnTo>
                  <a:lnTo>
                    <a:pt x="2554" y="0"/>
                  </a:lnTo>
                  <a:close/>
                </a:path>
              </a:pathLst>
            </a:custGeom>
            <a:solidFill>
              <a:srgbClr val="20B0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1362" name="Google Shape;1362;p10"/>
            <p:cNvSpPr/>
            <p:nvPr/>
          </p:nvSpPr>
          <p:spPr>
            <a:xfrm>
              <a:off x="2889300" y="3262375"/>
              <a:ext cx="275550" cy="309150"/>
            </a:xfrm>
            <a:custGeom>
              <a:rect b="b" l="l" r="r" t="t"/>
              <a:pathLst>
                <a:path extrusionOk="0" h="12366" w="11022">
                  <a:moveTo>
                    <a:pt x="1748" y="0"/>
                  </a:moveTo>
                  <a:lnTo>
                    <a:pt x="0" y="2957"/>
                  </a:lnTo>
                  <a:lnTo>
                    <a:pt x="9274" y="12366"/>
                  </a:lnTo>
                  <a:lnTo>
                    <a:pt x="11022" y="9409"/>
                  </a:lnTo>
                  <a:lnTo>
                    <a:pt x="1748" y="0"/>
                  </a:lnTo>
                  <a:close/>
                </a:path>
              </a:pathLst>
            </a:custGeom>
            <a:solidFill>
              <a:srgbClr val="20B0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1363" name="Google Shape;1363;p10"/>
            <p:cNvSpPr/>
            <p:nvPr/>
          </p:nvSpPr>
          <p:spPr>
            <a:xfrm>
              <a:off x="1078150" y="1431100"/>
              <a:ext cx="436850" cy="319225"/>
            </a:xfrm>
            <a:custGeom>
              <a:rect b="b" l="l" r="r" t="t"/>
              <a:pathLst>
                <a:path extrusionOk="0" h="12769" w="17474">
                  <a:moveTo>
                    <a:pt x="1" y="0"/>
                  </a:moveTo>
                  <a:lnTo>
                    <a:pt x="12770" y="12769"/>
                  </a:lnTo>
                  <a:lnTo>
                    <a:pt x="17474" y="12769"/>
                  </a:lnTo>
                  <a:lnTo>
                    <a:pt x="4705" y="0"/>
                  </a:lnTo>
                  <a:close/>
                </a:path>
              </a:pathLst>
            </a:custGeom>
            <a:solidFill>
              <a:srgbClr val="21AED9"/>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1364" name="Google Shape;1364;p10"/>
            <p:cNvSpPr/>
            <p:nvPr/>
          </p:nvSpPr>
          <p:spPr>
            <a:xfrm>
              <a:off x="2926250" y="3201900"/>
              <a:ext cx="272200" cy="305800"/>
            </a:xfrm>
            <a:custGeom>
              <a:rect b="b" l="l" r="r" t="t"/>
              <a:pathLst>
                <a:path extrusionOk="0" h="12232" w="10888">
                  <a:moveTo>
                    <a:pt x="1614" y="0"/>
                  </a:moveTo>
                  <a:lnTo>
                    <a:pt x="1" y="2957"/>
                  </a:lnTo>
                  <a:lnTo>
                    <a:pt x="9275" y="12231"/>
                  </a:lnTo>
                  <a:lnTo>
                    <a:pt x="10888" y="9274"/>
                  </a:lnTo>
                  <a:lnTo>
                    <a:pt x="1614" y="0"/>
                  </a:lnTo>
                  <a:close/>
                </a:path>
              </a:pathLst>
            </a:custGeom>
            <a:solidFill>
              <a:srgbClr val="21AED9"/>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1365" name="Google Shape;1365;p10"/>
            <p:cNvSpPr/>
            <p:nvPr/>
          </p:nvSpPr>
          <p:spPr>
            <a:xfrm>
              <a:off x="1175600" y="1431100"/>
              <a:ext cx="436850" cy="319225"/>
            </a:xfrm>
            <a:custGeom>
              <a:rect b="b" l="l" r="r" t="t"/>
              <a:pathLst>
                <a:path extrusionOk="0" h="12769" w="17474">
                  <a:moveTo>
                    <a:pt x="1" y="0"/>
                  </a:moveTo>
                  <a:lnTo>
                    <a:pt x="12769" y="12769"/>
                  </a:lnTo>
                  <a:lnTo>
                    <a:pt x="17474" y="12769"/>
                  </a:lnTo>
                  <a:lnTo>
                    <a:pt x="4705" y="0"/>
                  </a:lnTo>
                  <a:close/>
                </a:path>
              </a:pathLst>
            </a:custGeom>
            <a:solidFill>
              <a:srgbClr val="22ADD9"/>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1366" name="Google Shape;1366;p10"/>
            <p:cNvSpPr/>
            <p:nvPr/>
          </p:nvSpPr>
          <p:spPr>
            <a:xfrm>
              <a:off x="2959850" y="3141400"/>
              <a:ext cx="275575" cy="305800"/>
            </a:xfrm>
            <a:custGeom>
              <a:rect b="b" l="l" r="r" t="t"/>
              <a:pathLst>
                <a:path extrusionOk="0" h="12232" w="11023">
                  <a:moveTo>
                    <a:pt x="1748" y="1"/>
                  </a:moveTo>
                  <a:lnTo>
                    <a:pt x="1" y="2958"/>
                  </a:lnTo>
                  <a:lnTo>
                    <a:pt x="9275" y="12232"/>
                  </a:lnTo>
                  <a:lnTo>
                    <a:pt x="11022" y="9275"/>
                  </a:lnTo>
                  <a:lnTo>
                    <a:pt x="1748" y="1"/>
                  </a:lnTo>
                  <a:close/>
                </a:path>
              </a:pathLst>
            </a:custGeom>
            <a:solidFill>
              <a:srgbClr val="22ADD9"/>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1367" name="Google Shape;1367;p10"/>
            <p:cNvSpPr/>
            <p:nvPr/>
          </p:nvSpPr>
          <p:spPr>
            <a:xfrm>
              <a:off x="2996825" y="3077575"/>
              <a:ext cx="275550" cy="309150"/>
            </a:xfrm>
            <a:custGeom>
              <a:rect b="b" l="l" r="r" t="t"/>
              <a:pathLst>
                <a:path extrusionOk="0" h="12366" w="11022">
                  <a:moveTo>
                    <a:pt x="1613" y="0"/>
                  </a:moveTo>
                  <a:lnTo>
                    <a:pt x="0" y="2957"/>
                  </a:lnTo>
                  <a:lnTo>
                    <a:pt x="9275" y="12366"/>
                  </a:lnTo>
                  <a:lnTo>
                    <a:pt x="11022" y="9409"/>
                  </a:lnTo>
                  <a:lnTo>
                    <a:pt x="1613" y="0"/>
                  </a:lnTo>
                  <a:close/>
                </a:path>
              </a:pathLst>
            </a:custGeom>
            <a:solidFill>
              <a:srgbClr val="23ABDA"/>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1368" name="Google Shape;1368;p10"/>
            <p:cNvSpPr/>
            <p:nvPr/>
          </p:nvSpPr>
          <p:spPr>
            <a:xfrm>
              <a:off x="1273050" y="1431100"/>
              <a:ext cx="433500" cy="319225"/>
            </a:xfrm>
            <a:custGeom>
              <a:rect b="b" l="l" r="r" t="t"/>
              <a:pathLst>
                <a:path extrusionOk="0" h="12769" w="17340">
                  <a:moveTo>
                    <a:pt x="0" y="0"/>
                  </a:moveTo>
                  <a:lnTo>
                    <a:pt x="12769" y="12769"/>
                  </a:lnTo>
                  <a:lnTo>
                    <a:pt x="17339" y="12769"/>
                  </a:lnTo>
                  <a:lnTo>
                    <a:pt x="4705" y="0"/>
                  </a:lnTo>
                  <a:close/>
                </a:path>
              </a:pathLst>
            </a:custGeom>
            <a:solidFill>
              <a:srgbClr val="23ABDA"/>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1369" name="Google Shape;1369;p10"/>
            <p:cNvSpPr/>
            <p:nvPr/>
          </p:nvSpPr>
          <p:spPr>
            <a:xfrm>
              <a:off x="1370500" y="1431100"/>
              <a:ext cx="433475" cy="319225"/>
            </a:xfrm>
            <a:custGeom>
              <a:rect b="b" l="l" r="r" t="t"/>
              <a:pathLst>
                <a:path extrusionOk="0" h="12769" w="17339">
                  <a:moveTo>
                    <a:pt x="0" y="0"/>
                  </a:moveTo>
                  <a:lnTo>
                    <a:pt x="12769" y="12769"/>
                  </a:lnTo>
                  <a:lnTo>
                    <a:pt x="17339" y="12769"/>
                  </a:lnTo>
                  <a:lnTo>
                    <a:pt x="4705" y="0"/>
                  </a:lnTo>
                  <a:close/>
                </a:path>
              </a:pathLst>
            </a:custGeom>
            <a:solidFill>
              <a:srgbClr val="25A9DA"/>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1370" name="Google Shape;1370;p10"/>
            <p:cNvSpPr/>
            <p:nvPr/>
          </p:nvSpPr>
          <p:spPr>
            <a:xfrm>
              <a:off x="3030425" y="3017075"/>
              <a:ext cx="275550" cy="305800"/>
            </a:xfrm>
            <a:custGeom>
              <a:rect b="b" l="l" r="r" t="t"/>
              <a:pathLst>
                <a:path extrusionOk="0" h="12232" w="11022">
                  <a:moveTo>
                    <a:pt x="1748" y="1"/>
                  </a:moveTo>
                  <a:lnTo>
                    <a:pt x="1" y="2958"/>
                  </a:lnTo>
                  <a:lnTo>
                    <a:pt x="9409" y="12232"/>
                  </a:lnTo>
                  <a:lnTo>
                    <a:pt x="11022" y="9275"/>
                  </a:lnTo>
                  <a:lnTo>
                    <a:pt x="1748" y="1"/>
                  </a:lnTo>
                  <a:close/>
                </a:path>
              </a:pathLst>
            </a:custGeom>
            <a:solidFill>
              <a:srgbClr val="25A9DA"/>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1371" name="Google Shape;1371;p10"/>
            <p:cNvSpPr/>
            <p:nvPr/>
          </p:nvSpPr>
          <p:spPr>
            <a:xfrm>
              <a:off x="1467950" y="1431100"/>
              <a:ext cx="433475" cy="319225"/>
            </a:xfrm>
            <a:custGeom>
              <a:rect b="b" l="l" r="r" t="t"/>
              <a:pathLst>
                <a:path extrusionOk="0" h="12769" w="17339">
                  <a:moveTo>
                    <a:pt x="0" y="0"/>
                  </a:moveTo>
                  <a:lnTo>
                    <a:pt x="12769" y="12769"/>
                  </a:lnTo>
                  <a:lnTo>
                    <a:pt x="17339" y="12769"/>
                  </a:lnTo>
                  <a:lnTo>
                    <a:pt x="4570" y="0"/>
                  </a:lnTo>
                  <a:close/>
                </a:path>
              </a:pathLst>
            </a:custGeom>
            <a:solidFill>
              <a:srgbClr val="26A8D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1372" name="Google Shape;1372;p10"/>
            <p:cNvSpPr/>
            <p:nvPr/>
          </p:nvSpPr>
          <p:spPr>
            <a:xfrm>
              <a:off x="3067375" y="2956600"/>
              <a:ext cx="275575" cy="305800"/>
            </a:xfrm>
            <a:custGeom>
              <a:rect b="b" l="l" r="r" t="t"/>
              <a:pathLst>
                <a:path extrusionOk="0" h="12232" w="11023">
                  <a:moveTo>
                    <a:pt x="1614" y="0"/>
                  </a:moveTo>
                  <a:lnTo>
                    <a:pt x="1" y="2957"/>
                  </a:lnTo>
                  <a:lnTo>
                    <a:pt x="9275" y="12231"/>
                  </a:lnTo>
                  <a:lnTo>
                    <a:pt x="11022" y="9275"/>
                  </a:lnTo>
                  <a:lnTo>
                    <a:pt x="1614" y="0"/>
                  </a:lnTo>
                  <a:close/>
                </a:path>
              </a:pathLst>
            </a:custGeom>
            <a:solidFill>
              <a:srgbClr val="26A8D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1373" name="Google Shape;1373;p10"/>
            <p:cNvSpPr/>
            <p:nvPr/>
          </p:nvSpPr>
          <p:spPr>
            <a:xfrm>
              <a:off x="1565375" y="1431100"/>
              <a:ext cx="433500" cy="319225"/>
            </a:xfrm>
            <a:custGeom>
              <a:rect b="b" l="l" r="r" t="t"/>
              <a:pathLst>
                <a:path extrusionOk="0" h="12769" w="17340">
                  <a:moveTo>
                    <a:pt x="1" y="0"/>
                  </a:moveTo>
                  <a:lnTo>
                    <a:pt x="12635" y="12769"/>
                  </a:lnTo>
                  <a:lnTo>
                    <a:pt x="17339" y="12769"/>
                  </a:lnTo>
                  <a:lnTo>
                    <a:pt x="4571" y="0"/>
                  </a:lnTo>
                  <a:close/>
                </a:path>
              </a:pathLst>
            </a:custGeom>
            <a:solidFill>
              <a:srgbClr val="27A6D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1374" name="Google Shape;1374;p10"/>
            <p:cNvSpPr/>
            <p:nvPr/>
          </p:nvSpPr>
          <p:spPr>
            <a:xfrm>
              <a:off x="3101000" y="2896125"/>
              <a:ext cx="275550" cy="305800"/>
            </a:xfrm>
            <a:custGeom>
              <a:rect b="b" l="l" r="r" t="t"/>
              <a:pathLst>
                <a:path extrusionOk="0" h="12232" w="11022">
                  <a:moveTo>
                    <a:pt x="1747" y="0"/>
                  </a:moveTo>
                  <a:lnTo>
                    <a:pt x="0" y="2823"/>
                  </a:lnTo>
                  <a:lnTo>
                    <a:pt x="9409" y="12231"/>
                  </a:lnTo>
                  <a:lnTo>
                    <a:pt x="11021" y="9274"/>
                  </a:lnTo>
                  <a:lnTo>
                    <a:pt x="1747" y="0"/>
                  </a:lnTo>
                  <a:close/>
                </a:path>
              </a:pathLst>
            </a:custGeom>
            <a:solidFill>
              <a:srgbClr val="27A6D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1375" name="Google Shape;1375;p10"/>
            <p:cNvSpPr/>
            <p:nvPr/>
          </p:nvSpPr>
          <p:spPr>
            <a:xfrm>
              <a:off x="3137950" y="2802025"/>
              <a:ext cx="275550" cy="336050"/>
            </a:xfrm>
            <a:custGeom>
              <a:rect b="b" l="l" r="r" t="t"/>
              <a:pathLst>
                <a:path extrusionOk="0" h="13442" w="11022">
                  <a:moveTo>
                    <a:pt x="404" y="1"/>
                  </a:moveTo>
                  <a:lnTo>
                    <a:pt x="1" y="404"/>
                  </a:lnTo>
                  <a:lnTo>
                    <a:pt x="1076" y="2286"/>
                  </a:lnTo>
                  <a:lnTo>
                    <a:pt x="1" y="4167"/>
                  </a:lnTo>
                  <a:lnTo>
                    <a:pt x="9275" y="13441"/>
                  </a:lnTo>
                  <a:lnTo>
                    <a:pt x="11022" y="10619"/>
                  </a:lnTo>
                  <a:lnTo>
                    <a:pt x="404" y="1"/>
                  </a:lnTo>
                  <a:close/>
                </a:path>
              </a:pathLst>
            </a:custGeom>
            <a:solidFill>
              <a:srgbClr val="28A4D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1376" name="Google Shape;1376;p10"/>
            <p:cNvSpPr/>
            <p:nvPr/>
          </p:nvSpPr>
          <p:spPr>
            <a:xfrm>
              <a:off x="1662825" y="1431100"/>
              <a:ext cx="433500" cy="319225"/>
            </a:xfrm>
            <a:custGeom>
              <a:rect b="b" l="l" r="r" t="t"/>
              <a:pathLst>
                <a:path extrusionOk="0" h="12769" w="17340">
                  <a:moveTo>
                    <a:pt x="1" y="0"/>
                  </a:moveTo>
                  <a:lnTo>
                    <a:pt x="12635" y="12769"/>
                  </a:lnTo>
                  <a:lnTo>
                    <a:pt x="17339" y="12769"/>
                  </a:lnTo>
                  <a:lnTo>
                    <a:pt x="4571" y="0"/>
                  </a:lnTo>
                  <a:close/>
                </a:path>
              </a:pathLst>
            </a:custGeom>
            <a:solidFill>
              <a:srgbClr val="28A4D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1377" name="Google Shape;1377;p10"/>
            <p:cNvSpPr/>
            <p:nvPr/>
          </p:nvSpPr>
          <p:spPr>
            <a:xfrm>
              <a:off x="3006900" y="2573550"/>
              <a:ext cx="440200" cy="504050"/>
            </a:xfrm>
            <a:custGeom>
              <a:rect b="b" l="l" r="r" t="t"/>
              <a:pathLst>
                <a:path extrusionOk="0" h="20162" w="17608">
                  <a:moveTo>
                    <a:pt x="404" y="0"/>
                  </a:moveTo>
                  <a:lnTo>
                    <a:pt x="1" y="269"/>
                  </a:lnTo>
                  <a:lnTo>
                    <a:pt x="5243" y="9543"/>
                  </a:lnTo>
                  <a:lnTo>
                    <a:pt x="15995" y="20161"/>
                  </a:lnTo>
                  <a:lnTo>
                    <a:pt x="17608" y="17204"/>
                  </a:lnTo>
                  <a:lnTo>
                    <a:pt x="404" y="0"/>
                  </a:lnTo>
                  <a:close/>
                </a:path>
              </a:pathLst>
            </a:custGeom>
            <a:solidFill>
              <a:srgbClr val="29A2D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1378" name="Google Shape;1378;p10"/>
            <p:cNvSpPr/>
            <p:nvPr/>
          </p:nvSpPr>
          <p:spPr>
            <a:xfrm>
              <a:off x="1760275" y="1431100"/>
              <a:ext cx="433500" cy="319225"/>
            </a:xfrm>
            <a:custGeom>
              <a:rect b="b" l="l" r="r" t="t"/>
              <a:pathLst>
                <a:path extrusionOk="0" h="12769" w="17340">
                  <a:moveTo>
                    <a:pt x="1" y="0"/>
                  </a:moveTo>
                  <a:lnTo>
                    <a:pt x="12635" y="12769"/>
                  </a:lnTo>
                  <a:lnTo>
                    <a:pt x="17339" y="12769"/>
                  </a:lnTo>
                  <a:lnTo>
                    <a:pt x="4570" y="0"/>
                  </a:lnTo>
                  <a:close/>
                </a:path>
              </a:pathLst>
            </a:custGeom>
            <a:solidFill>
              <a:srgbClr val="29A2D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1379" name="Google Shape;1379;p10"/>
            <p:cNvSpPr/>
            <p:nvPr/>
          </p:nvSpPr>
          <p:spPr>
            <a:xfrm>
              <a:off x="1854350" y="1431100"/>
              <a:ext cx="436850" cy="319225"/>
            </a:xfrm>
            <a:custGeom>
              <a:rect b="b" l="l" r="r" t="t"/>
              <a:pathLst>
                <a:path extrusionOk="0" h="12769" w="17474">
                  <a:moveTo>
                    <a:pt x="1" y="0"/>
                  </a:moveTo>
                  <a:lnTo>
                    <a:pt x="12770" y="12769"/>
                  </a:lnTo>
                  <a:lnTo>
                    <a:pt x="17474" y="12769"/>
                  </a:lnTo>
                  <a:lnTo>
                    <a:pt x="4705" y="0"/>
                  </a:lnTo>
                  <a:close/>
                </a:path>
              </a:pathLst>
            </a:custGeom>
            <a:solidFill>
              <a:srgbClr val="2AA1D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1380" name="Google Shape;1380;p10"/>
            <p:cNvSpPr/>
            <p:nvPr/>
          </p:nvSpPr>
          <p:spPr>
            <a:xfrm>
              <a:off x="2872500" y="2345050"/>
              <a:ext cx="611575" cy="672050"/>
            </a:xfrm>
            <a:custGeom>
              <a:rect b="b" l="l" r="r" t="t"/>
              <a:pathLst>
                <a:path extrusionOk="0" h="26882" w="24463">
                  <a:moveTo>
                    <a:pt x="538" y="1"/>
                  </a:moveTo>
                  <a:lnTo>
                    <a:pt x="0" y="269"/>
                  </a:lnTo>
                  <a:lnTo>
                    <a:pt x="5377" y="9409"/>
                  </a:lnTo>
                  <a:lnTo>
                    <a:pt x="22715" y="26882"/>
                  </a:lnTo>
                  <a:lnTo>
                    <a:pt x="24462" y="23925"/>
                  </a:lnTo>
                  <a:lnTo>
                    <a:pt x="538" y="1"/>
                  </a:lnTo>
                  <a:close/>
                </a:path>
              </a:pathLst>
            </a:custGeom>
            <a:solidFill>
              <a:srgbClr val="2AA1D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1381" name="Google Shape;1381;p10"/>
            <p:cNvSpPr/>
            <p:nvPr/>
          </p:nvSpPr>
          <p:spPr>
            <a:xfrm>
              <a:off x="2741450" y="2113200"/>
              <a:ext cx="779575" cy="843425"/>
            </a:xfrm>
            <a:custGeom>
              <a:rect b="b" l="l" r="r" t="t"/>
              <a:pathLst>
                <a:path extrusionOk="0" h="33737" w="31183">
                  <a:moveTo>
                    <a:pt x="404" y="0"/>
                  </a:moveTo>
                  <a:lnTo>
                    <a:pt x="0" y="404"/>
                  </a:lnTo>
                  <a:lnTo>
                    <a:pt x="5242" y="9543"/>
                  </a:lnTo>
                  <a:lnTo>
                    <a:pt x="29436" y="33736"/>
                  </a:lnTo>
                  <a:lnTo>
                    <a:pt x="31183" y="30780"/>
                  </a:lnTo>
                  <a:lnTo>
                    <a:pt x="404" y="0"/>
                  </a:lnTo>
                  <a:close/>
                </a:path>
              </a:pathLst>
            </a:custGeom>
            <a:solidFill>
              <a:srgbClr val="2B9FDE"/>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1382" name="Google Shape;1382;p10"/>
            <p:cNvSpPr/>
            <p:nvPr/>
          </p:nvSpPr>
          <p:spPr>
            <a:xfrm>
              <a:off x="1951800" y="1431100"/>
              <a:ext cx="433500" cy="319225"/>
            </a:xfrm>
            <a:custGeom>
              <a:rect b="b" l="l" r="r" t="t"/>
              <a:pathLst>
                <a:path extrusionOk="0" h="12769" w="17340">
                  <a:moveTo>
                    <a:pt x="1" y="0"/>
                  </a:moveTo>
                  <a:lnTo>
                    <a:pt x="12769" y="12769"/>
                  </a:lnTo>
                  <a:lnTo>
                    <a:pt x="17339" y="12769"/>
                  </a:lnTo>
                  <a:lnTo>
                    <a:pt x="4705" y="0"/>
                  </a:lnTo>
                  <a:close/>
                </a:path>
              </a:pathLst>
            </a:custGeom>
            <a:solidFill>
              <a:srgbClr val="2B9FDE"/>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1383" name="Google Shape;1383;p10"/>
            <p:cNvSpPr/>
            <p:nvPr/>
          </p:nvSpPr>
          <p:spPr>
            <a:xfrm>
              <a:off x="2049250" y="1431100"/>
              <a:ext cx="433500" cy="319225"/>
            </a:xfrm>
            <a:custGeom>
              <a:rect b="b" l="l" r="r" t="t"/>
              <a:pathLst>
                <a:path extrusionOk="0" h="12769" w="17340">
                  <a:moveTo>
                    <a:pt x="1" y="0"/>
                  </a:moveTo>
                  <a:lnTo>
                    <a:pt x="12769" y="12769"/>
                  </a:lnTo>
                  <a:lnTo>
                    <a:pt x="17339" y="12769"/>
                  </a:lnTo>
                  <a:lnTo>
                    <a:pt x="4705" y="0"/>
                  </a:lnTo>
                  <a:close/>
                </a:path>
              </a:pathLst>
            </a:custGeom>
            <a:solidFill>
              <a:srgbClr val="2C9DDE"/>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1384" name="Google Shape;1384;p10"/>
            <p:cNvSpPr/>
            <p:nvPr/>
          </p:nvSpPr>
          <p:spPr>
            <a:xfrm>
              <a:off x="2610400" y="1884700"/>
              <a:ext cx="924075" cy="1008075"/>
            </a:xfrm>
            <a:custGeom>
              <a:rect b="b" l="l" r="r" t="t"/>
              <a:pathLst>
                <a:path extrusionOk="0" h="40323" w="36963">
                  <a:moveTo>
                    <a:pt x="404" y="1"/>
                  </a:moveTo>
                  <a:lnTo>
                    <a:pt x="1" y="270"/>
                  </a:lnTo>
                  <a:lnTo>
                    <a:pt x="5242" y="9544"/>
                  </a:lnTo>
                  <a:lnTo>
                    <a:pt x="36022" y="40323"/>
                  </a:lnTo>
                  <a:lnTo>
                    <a:pt x="36963" y="38979"/>
                  </a:lnTo>
                  <a:lnTo>
                    <a:pt x="33737" y="33334"/>
                  </a:lnTo>
                  <a:lnTo>
                    <a:pt x="404" y="1"/>
                  </a:lnTo>
                  <a:close/>
                </a:path>
              </a:pathLst>
            </a:custGeom>
            <a:solidFill>
              <a:srgbClr val="2C9DDE"/>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1385" name="Google Shape;1385;p10"/>
            <p:cNvSpPr/>
            <p:nvPr/>
          </p:nvSpPr>
          <p:spPr>
            <a:xfrm>
              <a:off x="2146700" y="1431100"/>
              <a:ext cx="1307125" cy="1297025"/>
            </a:xfrm>
            <a:custGeom>
              <a:rect b="b" l="l" r="r" t="t"/>
              <a:pathLst>
                <a:path extrusionOk="0" h="51881" w="52285">
                  <a:moveTo>
                    <a:pt x="0" y="0"/>
                  </a:moveTo>
                  <a:lnTo>
                    <a:pt x="12769" y="12769"/>
                  </a:lnTo>
                  <a:lnTo>
                    <a:pt x="15188" y="12769"/>
                  </a:lnTo>
                  <a:lnTo>
                    <a:pt x="18549" y="18548"/>
                  </a:lnTo>
                  <a:lnTo>
                    <a:pt x="51882" y="51881"/>
                  </a:lnTo>
                  <a:lnTo>
                    <a:pt x="52285" y="51478"/>
                  </a:lnTo>
                  <a:lnTo>
                    <a:pt x="46909" y="42338"/>
                  </a:lnTo>
                  <a:lnTo>
                    <a:pt x="4570" y="0"/>
                  </a:lnTo>
                  <a:close/>
                </a:path>
              </a:pathLst>
            </a:custGeom>
            <a:solidFill>
              <a:srgbClr val="2D9CD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1386" name="Google Shape;1386;p10"/>
            <p:cNvSpPr/>
            <p:nvPr/>
          </p:nvSpPr>
          <p:spPr>
            <a:xfrm>
              <a:off x="2244150" y="1431100"/>
              <a:ext cx="1075275" cy="1065175"/>
            </a:xfrm>
            <a:custGeom>
              <a:rect b="b" l="l" r="r" t="t"/>
              <a:pathLst>
                <a:path extrusionOk="0" h="42607" w="43011">
                  <a:moveTo>
                    <a:pt x="0" y="0"/>
                  </a:moveTo>
                  <a:lnTo>
                    <a:pt x="42607" y="42607"/>
                  </a:lnTo>
                  <a:lnTo>
                    <a:pt x="43011" y="42338"/>
                  </a:lnTo>
                  <a:lnTo>
                    <a:pt x="37769" y="33064"/>
                  </a:lnTo>
                  <a:lnTo>
                    <a:pt x="4570" y="0"/>
                  </a:lnTo>
                  <a:close/>
                </a:path>
              </a:pathLst>
            </a:custGeom>
            <a:solidFill>
              <a:srgbClr val="2F9AE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1387" name="Google Shape;1387;p10"/>
            <p:cNvSpPr/>
            <p:nvPr/>
          </p:nvSpPr>
          <p:spPr>
            <a:xfrm>
              <a:off x="2341575" y="1431100"/>
              <a:ext cx="846800" cy="836700"/>
            </a:xfrm>
            <a:custGeom>
              <a:rect b="b" l="l" r="r" t="t"/>
              <a:pathLst>
                <a:path extrusionOk="0" h="33468" w="33872">
                  <a:moveTo>
                    <a:pt x="1" y="0"/>
                  </a:moveTo>
                  <a:lnTo>
                    <a:pt x="33468" y="33467"/>
                  </a:lnTo>
                  <a:lnTo>
                    <a:pt x="33872" y="33198"/>
                  </a:lnTo>
                  <a:lnTo>
                    <a:pt x="28495" y="23924"/>
                  </a:lnTo>
                  <a:lnTo>
                    <a:pt x="4571" y="0"/>
                  </a:lnTo>
                  <a:close/>
                </a:path>
              </a:pathLst>
            </a:custGeom>
            <a:solidFill>
              <a:srgbClr val="3098E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1388" name="Google Shape;1388;p10"/>
            <p:cNvSpPr/>
            <p:nvPr/>
          </p:nvSpPr>
          <p:spPr>
            <a:xfrm>
              <a:off x="2439025" y="1431100"/>
              <a:ext cx="618300" cy="608200"/>
            </a:xfrm>
            <a:custGeom>
              <a:rect b="b" l="l" r="r" t="t"/>
              <a:pathLst>
                <a:path extrusionOk="0" h="24328" w="24732">
                  <a:moveTo>
                    <a:pt x="1" y="0"/>
                  </a:moveTo>
                  <a:lnTo>
                    <a:pt x="24194" y="24328"/>
                  </a:lnTo>
                  <a:lnTo>
                    <a:pt x="24732" y="23924"/>
                  </a:lnTo>
                  <a:lnTo>
                    <a:pt x="19355" y="14785"/>
                  </a:lnTo>
                  <a:lnTo>
                    <a:pt x="4571" y="0"/>
                  </a:lnTo>
                  <a:close/>
                </a:path>
              </a:pathLst>
            </a:custGeom>
            <a:solidFill>
              <a:srgbClr val="3196E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1389" name="Google Shape;1389;p10"/>
            <p:cNvSpPr/>
            <p:nvPr/>
          </p:nvSpPr>
          <p:spPr>
            <a:xfrm>
              <a:off x="2533125" y="1431100"/>
              <a:ext cx="389800" cy="376350"/>
            </a:xfrm>
            <a:custGeom>
              <a:rect b="b" l="l" r="r" t="t"/>
              <a:pathLst>
                <a:path extrusionOk="0" h="15054" w="15592">
                  <a:moveTo>
                    <a:pt x="0" y="0"/>
                  </a:moveTo>
                  <a:lnTo>
                    <a:pt x="15188" y="15054"/>
                  </a:lnTo>
                  <a:lnTo>
                    <a:pt x="15591" y="14785"/>
                  </a:lnTo>
                  <a:lnTo>
                    <a:pt x="10350" y="5645"/>
                  </a:lnTo>
                  <a:lnTo>
                    <a:pt x="4704" y="0"/>
                  </a:lnTo>
                  <a:close/>
                </a:path>
              </a:pathLst>
            </a:custGeom>
            <a:solidFill>
              <a:srgbClr val="3295E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1390" name="Google Shape;1390;p10"/>
            <p:cNvSpPr/>
            <p:nvPr/>
          </p:nvSpPr>
          <p:spPr>
            <a:xfrm>
              <a:off x="2630575" y="1431100"/>
              <a:ext cx="161300" cy="147850"/>
            </a:xfrm>
            <a:custGeom>
              <a:rect b="b" l="l" r="r" t="t"/>
              <a:pathLst>
                <a:path extrusionOk="0" h="5914" w="6452">
                  <a:moveTo>
                    <a:pt x="0" y="0"/>
                  </a:moveTo>
                  <a:lnTo>
                    <a:pt x="6048" y="5914"/>
                  </a:lnTo>
                  <a:lnTo>
                    <a:pt x="6452" y="5645"/>
                  </a:lnTo>
                  <a:lnTo>
                    <a:pt x="3226" y="0"/>
                  </a:lnTo>
                  <a:close/>
                </a:path>
              </a:pathLst>
            </a:custGeom>
            <a:solidFill>
              <a:srgbClr val="3393E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grpSp>
      <p:sp>
        <p:nvSpPr>
          <p:cNvPr id="1391" name="Google Shape;1391;p10"/>
          <p:cNvSpPr/>
          <p:nvPr/>
        </p:nvSpPr>
        <p:spPr>
          <a:xfrm flipH="1" rot="10800000">
            <a:off x="8486774" y="4230775"/>
            <a:ext cx="819900" cy="710100"/>
          </a:xfrm>
          <a:prstGeom prst="hexagon">
            <a:avLst>
              <a:gd fmla="val 28678" name="adj"/>
              <a:gd fmla="val 115470" name="vf"/>
            </a:avLst>
          </a:prstGeom>
          <a:noFill/>
          <a:ln cap="flat" cmpd="sng" w="9525">
            <a:solidFill>
              <a:srgbClr val="184769"/>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1392" name="Google Shape;1392;p10"/>
          <p:cNvSpPr/>
          <p:nvPr/>
        </p:nvSpPr>
        <p:spPr>
          <a:xfrm flipH="1" rot="10800000">
            <a:off x="8124824" y="4615700"/>
            <a:ext cx="428700" cy="371100"/>
          </a:xfrm>
          <a:prstGeom prst="hexagon">
            <a:avLst>
              <a:gd fmla="val 28678" name="adj"/>
              <a:gd fmla="val 115470" name="vf"/>
            </a:avLst>
          </a:prstGeom>
          <a:solidFill>
            <a:srgbClr val="3292E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1393" name="Google Shape;1393;p10"/>
          <p:cNvSpPr/>
          <p:nvPr/>
        </p:nvSpPr>
        <p:spPr>
          <a:xfrm flipH="1" rot="10800000">
            <a:off x="7821348" y="2935400"/>
            <a:ext cx="819900" cy="709800"/>
          </a:xfrm>
          <a:prstGeom prst="hexagon">
            <a:avLst>
              <a:gd fmla="val 28678" name="adj"/>
              <a:gd fmla="val 115470" name="vf"/>
            </a:avLst>
          </a:prstGeom>
          <a:solidFill>
            <a:srgbClr val="184769"/>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1394" name="Google Shape;1394;p10"/>
          <p:cNvSpPr/>
          <p:nvPr/>
        </p:nvSpPr>
        <p:spPr>
          <a:xfrm flipH="1" rot="10800000">
            <a:off x="8486775" y="3512175"/>
            <a:ext cx="358800" cy="310500"/>
          </a:xfrm>
          <a:prstGeom prst="hexagon">
            <a:avLst>
              <a:gd fmla="val 28678" name="adj"/>
              <a:gd fmla="val 115470" name="vf"/>
            </a:avLst>
          </a:prstGeom>
          <a:noFill/>
          <a:ln cap="flat" cmpd="sng" w="19050">
            <a:solidFill>
              <a:srgbClr val="00E1C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1395" name="Google Shape;1395;p10"/>
          <p:cNvSpPr/>
          <p:nvPr/>
        </p:nvSpPr>
        <p:spPr>
          <a:xfrm>
            <a:off x="8772688" y="4461808"/>
            <a:ext cx="248073" cy="248058"/>
          </a:xfrm>
          <a:custGeom>
            <a:rect b="b" l="l" r="r" t="t"/>
            <a:pathLst>
              <a:path extrusionOk="0" h="16999" w="17000">
                <a:moveTo>
                  <a:pt x="8769" y="5740"/>
                </a:moveTo>
                <a:lnTo>
                  <a:pt x="9037" y="5788"/>
                </a:lnTo>
                <a:lnTo>
                  <a:pt x="9282" y="5862"/>
                </a:lnTo>
                <a:lnTo>
                  <a:pt x="9550" y="5935"/>
                </a:lnTo>
                <a:lnTo>
                  <a:pt x="9794" y="6057"/>
                </a:lnTo>
                <a:lnTo>
                  <a:pt x="10014" y="6204"/>
                </a:lnTo>
                <a:lnTo>
                  <a:pt x="10234" y="6350"/>
                </a:lnTo>
                <a:lnTo>
                  <a:pt x="10454" y="6546"/>
                </a:lnTo>
                <a:lnTo>
                  <a:pt x="10649" y="6765"/>
                </a:lnTo>
                <a:lnTo>
                  <a:pt x="10796" y="6985"/>
                </a:lnTo>
                <a:lnTo>
                  <a:pt x="10942" y="7205"/>
                </a:lnTo>
                <a:lnTo>
                  <a:pt x="11064" y="7449"/>
                </a:lnTo>
                <a:lnTo>
                  <a:pt x="11138" y="7718"/>
                </a:lnTo>
                <a:lnTo>
                  <a:pt x="11211" y="7962"/>
                </a:lnTo>
                <a:lnTo>
                  <a:pt x="11260" y="8231"/>
                </a:lnTo>
                <a:lnTo>
                  <a:pt x="11260" y="8499"/>
                </a:lnTo>
                <a:lnTo>
                  <a:pt x="11260" y="8768"/>
                </a:lnTo>
                <a:lnTo>
                  <a:pt x="11211" y="9037"/>
                </a:lnTo>
                <a:lnTo>
                  <a:pt x="11138" y="9281"/>
                </a:lnTo>
                <a:lnTo>
                  <a:pt x="11064" y="9550"/>
                </a:lnTo>
                <a:lnTo>
                  <a:pt x="10942" y="9794"/>
                </a:lnTo>
                <a:lnTo>
                  <a:pt x="10796" y="10014"/>
                </a:lnTo>
                <a:lnTo>
                  <a:pt x="10649" y="10233"/>
                </a:lnTo>
                <a:lnTo>
                  <a:pt x="10454" y="10453"/>
                </a:lnTo>
                <a:lnTo>
                  <a:pt x="10234" y="10649"/>
                </a:lnTo>
                <a:lnTo>
                  <a:pt x="10014" y="10795"/>
                </a:lnTo>
                <a:lnTo>
                  <a:pt x="9794" y="10942"/>
                </a:lnTo>
                <a:lnTo>
                  <a:pt x="9550" y="11064"/>
                </a:lnTo>
                <a:lnTo>
                  <a:pt x="9282" y="11137"/>
                </a:lnTo>
                <a:lnTo>
                  <a:pt x="9037" y="11210"/>
                </a:lnTo>
                <a:lnTo>
                  <a:pt x="8769" y="11259"/>
                </a:lnTo>
                <a:lnTo>
                  <a:pt x="8231" y="11259"/>
                </a:lnTo>
                <a:lnTo>
                  <a:pt x="7963" y="11210"/>
                </a:lnTo>
                <a:lnTo>
                  <a:pt x="7719" y="11137"/>
                </a:lnTo>
                <a:lnTo>
                  <a:pt x="7450" y="11064"/>
                </a:lnTo>
                <a:lnTo>
                  <a:pt x="7206" y="10942"/>
                </a:lnTo>
                <a:lnTo>
                  <a:pt x="6986" y="10795"/>
                </a:lnTo>
                <a:lnTo>
                  <a:pt x="6766" y="10649"/>
                </a:lnTo>
                <a:lnTo>
                  <a:pt x="6546" y="10453"/>
                </a:lnTo>
                <a:lnTo>
                  <a:pt x="6351" y="10233"/>
                </a:lnTo>
                <a:lnTo>
                  <a:pt x="6204" y="10014"/>
                </a:lnTo>
                <a:lnTo>
                  <a:pt x="6058" y="9794"/>
                </a:lnTo>
                <a:lnTo>
                  <a:pt x="5936" y="9550"/>
                </a:lnTo>
                <a:lnTo>
                  <a:pt x="5862" y="9281"/>
                </a:lnTo>
                <a:lnTo>
                  <a:pt x="5789" y="9037"/>
                </a:lnTo>
                <a:lnTo>
                  <a:pt x="5740" y="8768"/>
                </a:lnTo>
                <a:lnTo>
                  <a:pt x="5740" y="8499"/>
                </a:lnTo>
                <a:lnTo>
                  <a:pt x="5740" y="8231"/>
                </a:lnTo>
                <a:lnTo>
                  <a:pt x="5789" y="7962"/>
                </a:lnTo>
                <a:lnTo>
                  <a:pt x="5862" y="7718"/>
                </a:lnTo>
                <a:lnTo>
                  <a:pt x="5936" y="7449"/>
                </a:lnTo>
                <a:lnTo>
                  <a:pt x="6058" y="7205"/>
                </a:lnTo>
                <a:lnTo>
                  <a:pt x="6204" y="6985"/>
                </a:lnTo>
                <a:lnTo>
                  <a:pt x="6351" y="6765"/>
                </a:lnTo>
                <a:lnTo>
                  <a:pt x="6546" y="6546"/>
                </a:lnTo>
                <a:lnTo>
                  <a:pt x="6766" y="6350"/>
                </a:lnTo>
                <a:lnTo>
                  <a:pt x="6986" y="6204"/>
                </a:lnTo>
                <a:lnTo>
                  <a:pt x="7206" y="6057"/>
                </a:lnTo>
                <a:lnTo>
                  <a:pt x="7450" y="5935"/>
                </a:lnTo>
                <a:lnTo>
                  <a:pt x="7719" y="5862"/>
                </a:lnTo>
                <a:lnTo>
                  <a:pt x="7963" y="5788"/>
                </a:lnTo>
                <a:lnTo>
                  <a:pt x="8231" y="5740"/>
                </a:lnTo>
                <a:close/>
                <a:moveTo>
                  <a:pt x="7914" y="0"/>
                </a:moveTo>
                <a:lnTo>
                  <a:pt x="7743" y="25"/>
                </a:lnTo>
                <a:lnTo>
                  <a:pt x="7596" y="73"/>
                </a:lnTo>
                <a:lnTo>
                  <a:pt x="7474" y="147"/>
                </a:lnTo>
                <a:lnTo>
                  <a:pt x="7328" y="244"/>
                </a:lnTo>
                <a:lnTo>
                  <a:pt x="7230" y="342"/>
                </a:lnTo>
                <a:lnTo>
                  <a:pt x="7132" y="489"/>
                </a:lnTo>
                <a:lnTo>
                  <a:pt x="7084" y="635"/>
                </a:lnTo>
                <a:lnTo>
                  <a:pt x="7035" y="782"/>
                </a:lnTo>
                <a:lnTo>
                  <a:pt x="6839" y="2540"/>
                </a:lnTo>
                <a:lnTo>
                  <a:pt x="6497" y="2638"/>
                </a:lnTo>
                <a:lnTo>
                  <a:pt x="6131" y="2784"/>
                </a:lnTo>
                <a:lnTo>
                  <a:pt x="5789" y="2931"/>
                </a:lnTo>
                <a:lnTo>
                  <a:pt x="5447" y="3102"/>
                </a:lnTo>
                <a:lnTo>
                  <a:pt x="4079" y="2027"/>
                </a:lnTo>
                <a:lnTo>
                  <a:pt x="3933" y="1930"/>
                </a:lnTo>
                <a:lnTo>
                  <a:pt x="3786" y="1881"/>
                </a:lnTo>
                <a:lnTo>
                  <a:pt x="3640" y="1832"/>
                </a:lnTo>
                <a:lnTo>
                  <a:pt x="3493" y="1832"/>
                </a:lnTo>
                <a:lnTo>
                  <a:pt x="3322" y="1856"/>
                </a:lnTo>
                <a:lnTo>
                  <a:pt x="3176" y="1905"/>
                </a:lnTo>
                <a:lnTo>
                  <a:pt x="3029" y="1978"/>
                </a:lnTo>
                <a:lnTo>
                  <a:pt x="2907" y="2076"/>
                </a:lnTo>
                <a:lnTo>
                  <a:pt x="2077" y="2907"/>
                </a:lnTo>
                <a:lnTo>
                  <a:pt x="1979" y="3029"/>
                </a:lnTo>
                <a:lnTo>
                  <a:pt x="1906" y="3175"/>
                </a:lnTo>
                <a:lnTo>
                  <a:pt x="1857" y="3322"/>
                </a:lnTo>
                <a:lnTo>
                  <a:pt x="1833" y="3493"/>
                </a:lnTo>
                <a:lnTo>
                  <a:pt x="1833" y="3639"/>
                </a:lnTo>
                <a:lnTo>
                  <a:pt x="1881" y="3786"/>
                </a:lnTo>
                <a:lnTo>
                  <a:pt x="1930" y="3932"/>
                </a:lnTo>
                <a:lnTo>
                  <a:pt x="2028" y="4079"/>
                </a:lnTo>
                <a:lnTo>
                  <a:pt x="3103" y="5447"/>
                </a:lnTo>
                <a:lnTo>
                  <a:pt x="2932" y="5788"/>
                </a:lnTo>
                <a:lnTo>
                  <a:pt x="2785" y="6130"/>
                </a:lnTo>
                <a:lnTo>
                  <a:pt x="2639" y="6497"/>
                </a:lnTo>
                <a:lnTo>
                  <a:pt x="2541" y="6839"/>
                </a:lnTo>
                <a:lnTo>
                  <a:pt x="782" y="7034"/>
                </a:lnTo>
                <a:lnTo>
                  <a:pt x="636" y="7083"/>
                </a:lnTo>
                <a:lnTo>
                  <a:pt x="489" y="7132"/>
                </a:lnTo>
                <a:lnTo>
                  <a:pt x="343" y="7229"/>
                </a:lnTo>
                <a:lnTo>
                  <a:pt x="245" y="7327"/>
                </a:lnTo>
                <a:lnTo>
                  <a:pt x="147" y="7474"/>
                </a:lnTo>
                <a:lnTo>
                  <a:pt x="74" y="7596"/>
                </a:lnTo>
                <a:lnTo>
                  <a:pt x="25" y="7742"/>
                </a:lnTo>
                <a:lnTo>
                  <a:pt x="1" y="7913"/>
                </a:lnTo>
                <a:lnTo>
                  <a:pt x="1" y="9086"/>
                </a:lnTo>
                <a:lnTo>
                  <a:pt x="25" y="9257"/>
                </a:lnTo>
                <a:lnTo>
                  <a:pt x="74" y="9403"/>
                </a:lnTo>
                <a:lnTo>
                  <a:pt x="147" y="9525"/>
                </a:lnTo>
                <a:lnTo>
                  <a:pt x="245" y="9672"/>
                </a:lnTo>
                <a:lnTo>
                  <a:pt x="343" y="9769"/>
                </a:lnTo>
                <a:lnTo>
                  <a:pt x="489" y="9867"/>
                </a:lnTo>
                <a:lnTo>
                  <a:pt x="636" y="9916"/>
                </a:lnTo>
                <a:lnTo>
                  <a:pt x="782" y="9965"/>
                </a:lnTo>
                <a:lnTo>
                  <a:pt x="2541" y="10160"/>
                </a:lnTo>
                <a:lnTo>
                  <a:pt x="2639" y="10502"/>
                </a:lnTo>
                <a:lnTo>
                  <a:pt x="2785" y="10868"/>
                </a:lnTo>
                <a:lnTo>
                  <a:pt x="2932" y="11210"/>
                </a:lnTo>
                <a:lnTo>
                  <a:pt x="3103" y="11552"/>
                </a:lnTo>
                <a:lnTo>
                  <a:pt x="2028" y="12920"/>
                </a:lnTo>
                <a:lnTo>
                  <a:pt x="1930" y="13067"/>
                </a:lnTo>
                <a:lnTo>
                  <a:pt x="1881" y="13213"/>
                </a:lnTo>
                <a:lnTo>
                  <a:pt x="1833" y="13360"/>
                </a:lnTo>
                <a:lnTo>
                  <a:pt x="1833" y="13506"/>
                </a:lnTo>
                <a:lnTo>
                  <a:pt x="1857" y="13677"/>
                </a:lnTo>
                <a:lnTo>
                  <a:pt x="1906" y="13824"/>
                </a:lnTo>
                <a:lnTo>
                  <a:pt x="1979" y="13970"/>
                </a:lnTo>
                <a:lnTo>
                  <a:pt x="2077" y="14092"/>
                </a:lnTo>
                <a:lnTo>
                  <a:pt x="2907" y="14923"/>
                </a:lnTo>
                <a:lnTo>
                  <a:pt x="3029" y="15020"/>
                </a:lnTo>
                <a:lnTo>
                  <a:pt x="3176" y="15094"/>
                </a:lnTo>
                <a:lnTo>
                  <a:pt x="3322" y="15142"/>
                </a:lnTo>
                <a:lnTo>
                  <a:pt x="3493" y="15167"/>
                </a:lnTo>
                <a:lnTo>
                  <a:pt x="3640" y="15167"/>
                </a:lnTo>
                <a:lnTo>
                  <a:pt x="3786" y="15118"/>
                </a:lnTo>
                <a:lnTo>
                  <a:pt x="3933" y="15069"/>
                </a:lnTo>
                <a:lnTo>
                  <a:pt x="4079" y="14996"/>
                </a:lnTo>
                <a:lnTo>
                  <a:pt x="5447" y="13897"/>
                </a:lnTo>
                <a:lnTo>
                  <a:pt x="5789" y="14068"/>
                </a:lnTo>
                <a:lnTo>
                  <a:pt x="6131" y="14214"/>
                </a:lnTo>
                <a:lnTo>
                  <a:pt x="6497" y="14361"/>
                </a:lnTo>
                <a:lnTo>
                  <a:pt x="6839" y="14459"/>
                </a:lnTo>
                <a:lnTo>
                  <a:pt x="7035" y="16217"/>
                </a:lnTo>
                <a:lnTo>
                  <a:pt x="7084" y="16364"/>
                </a:lnTo>
                <a:lnTo>
                  <a:pt x="7132" y="16510"/>
                </a:lnTo>
                <a:lnTo>
                  <a:pt x="7230" y="16657"/>
                </a:lnTo>
                <a:lnTo>
                  <a:pt x="7328" y="16754"/>
                </a:lnTo>
                <a:lnTo>
                  <a:pt x="7474" y="16852"/>
                </a:lnTo>
                <a:lnTo>
                  <a:pt x="7596" y="16925"/>
                </a:lnTo>
                <a:lnTo>
                  <a:pt x="7743" y="16974"/>
                </a:lnTo>
                <a:lnTo>
                  <a:pt x="7914" y="16999"/>
                </a:lnTo>
                <a:lnTo>
                  <a:pt x="9086" y="16999"/>
                </a:lnTo>
                <a:lnTo>
                  <a:pt x="9257" y="16974"/>
                </a:lnTo>
                <a:lnTo>
                  <a:pt x="9404" y="16925"/>
                </a:lnTo>
                <a:lnTo>
                  <a:pt x="9526" y="16852"/>
                </a:lnTo>
                <a:lnTo>
                  <a:pt x="9672" y="16754"/>
                </a:lnTo>
                <a:lnTo>
                  <a:pt x="9770" y="16657"/>
                </a:lnTo>
                <a:lnTo>
                  <a:pt x="9868" y="16510"/>
                </a:lnTo>
                <a:lnTo>
                  <a:pt x="9917" y="16364"/>
                </a:lnTo>
                <a:lnTo>
                  <a:pt x="9965" y="16217"/>
                </a:lnTo>
                <a:lnTo>
                  <a:pt x="10161" y="14459"/>
                </a:lnTo>
                <a:lnTo>
                  <a:pt x="10503" y="14361"/>
                </a:lnTo>
                <a:lnTo>
                  <a:pt x="10869" y="14214"/>
                </a:lnTo>
                <a:lnTo>
                  <a:pt x="11211" y="14068"/>
                </a:lnTo>
                <a:lnTo>
                  <a:pt x="11553" y="13897"/>
                </a:lnTo>
                <a:lnTo>
                  <a:pt x="12921" y="14996"/>
                </a:lnTo>
                <a:lnTo>
                  <a:pt x="13067" y="15069"/>
                </a:lnTo>
                <a:lnTo>
                  <a:pt x="13214" y="15118"/>
                </a:lnTo>
                <a:lnTo>
                  <a:pt x="13360" y="15167"/>
                </a:lnTo>
                <a:lnTo>
                  <a:pt x="13507" y="15167"/>
                </a:lnTo>
                <a:lnTo>
                  <a:pt x="13678" y="15142"/>
                </a:lnTo>
                <a:lnTo>
                  <a:pt x="13824" y="15094"/>
                </a:lnTo>
                <a:lnTo>
                  <a:pt x="13971" y="15020"/>
                </a:lnTo>
                <a:lnTo>
                  <a:pt x="14093" y="14923"/>
                </a:lnTo>
                <a:lnTo>
                  <a:pt x="14923" y="14092"/>
                </a:lnTo>
                <a:lnTo>
                  <a:pt x="15021" y="13970"/>
                </a:lnTo>
                <a:lnTo>
                  <a:pt x="15094" y="13824"/>
                </a:lnTo>
                <a:lnTo>
                  <a:pt x="15143" y="13677"/>
                </a:lnTo>
                <a:lnTo>
                  <a:pt x="15168" y="13506"/>
                </a:lnTo>
                <a:lnTo>
                  <a:pt x="15168" y="13360"/>
                </a:lnTo>
                <a:lnTo>
                  <a:pt x="15119" y="13213"/>
                </a:lnTo>
                <a:lnTo>
                  <a:pt x="15070" y="13067"/>
                </a:lnTo>
                <a:lnTo>
                  <a:pt x="14997" y="12920"/>
                </a:lnTo>
                <a:lnTo>
                  <a:pt x="13898" y="11552"/>
                </a:lnTo>
                <a:lnTo>
                  <a:pt x="14068" y="11210"/>
                </a:lnTo>
                <a:lnTo>
                  <a:pt x="14215" y="10868"/>
                </a:lnTo>
                <a:lnTo>
                  <a:pt x="14362" y="10502"/>
                </a:lnTo>
                <a:lnTo>
                  <a:pt x="14459" y="10160"/>
                </a:lnTo>
                <a:lnTo>
                  <a:pt x="16218" y="9965"/>
                </a:lnTo>
                <a:lnTo>
                  <a:pt x="16364" y="9916"/>
                </a:lnTo>
                <a:lnTo>
                  <a:pt x="16511" y="9867"/>
                </a:lnTo>
                <a:lnTo>
                  <a:pt x="16657" y="9769"/>
                </a:lnTo>
                <a:lnTo>
                  <a:pt x="16755" y="9672"/>
                </a:lnTo>
                <a:lnTo>
                  <a:pt x="16853" y="9525"/>
                </a:lnTo>
                <a:lnTo>
                  <a:pt x="16926" y="9403"/>
                </a:lnTo>
                <a:lnTo>
                  <a:pt x="16975" y="9257"/>
                </a:lnTo>
                <a:lnTo>
                  <a:pt x="16999" y="9086"/>
                </a:lnTo>
                <a:lnTo>
                  <a:pt x="16999" y="7913"/>
                </a:lnTo>
                <a:lnTo>
                  <a:pt x="16975" y="7742"/>
                </a:lnTo>
                <a:lnTo>
                  <a:pt x="16926" y="7596"/>
                </a:lnTo>
                <a:lnTo>
                  <a:pt x="16853" y="7474"/>
                </a:lnTo>
                <a:lnTo>
                  <a:pt x="16755" y="7327"/>
                </a:lnTo>
                <a:lnTo>
                  <a:pt x="16657" y="7229"/>
                </a:lnTo>
                <a:lnTo>
                  <a:pt x="16511" y="7132"/>
                </a:lnTo>
                <a:lnTo>
                  <a:pt x="16364" y="7083"/>
                </a:lnTo>
                <a:lnTo>
                  <a:pt x="16218" y="7034"/>
                </a:lnTo>
                <a:lnTo>
                  <a:pt x="14459" y="6839"/>
                </a:lnTo>
                <a:lnTo>
                  <a:pt x="14362" y="6497"/>
                </a:lnTo>
                <a:lnTo>
                  <a:pt x="14215" y="6130"/>
                </a:lnTo>
                <a:lnTo>
                  <a:pt x="14068" y="5788"/>
                </a:lnTo>
                <a:lnTo>
                  <a:pt x="13898" y="5447"/>
                </a:lnTo>
                <a:lnTo>
                  <a:pt x="14997" y="4079"/>
                </a:lnTo>
                <a:lnTo>
                  <a:pt x="15070" y="3932"/>
                </a:lnTo>
                <a:lnTo>
                  <a:pt x="15119" y="3786"/>
                </a:lnTo>
                <a:lnTo>
                  <a:pt x="15168" y="3639"/>
                </a:lnTo>
                <a:lnTo>
                  <a:pt x="15168" y="3493"/>
                </a:lnTo>
                <a:lnTo>
                  <a:pt x="15143" y="3322"/>
                </a:lnTo>
                <a:lnTo>
                  <a:pt x="15094" y="3175"/>
                </a:lnTo>
                <a:lnTo>
                  <a:pt x="15021" y="3029"/>
                </a:lnTo>
                <a:lnTo>
                  <a:pt x="14923" y="2907"/>
                </a:lnTo>
                <a:lnTo>
                  <a:pt x="14093" y="2076"/>
                </a:lnTo>
                <a:lnTo>
                  <a:pt x="13971" y="1978"/>
                </a:lnTo>
                <a:lnTo>
                  <a:pt x="13824" y="1905"/>
                </a:lnTo>
                <a:lnTo>
                  <a:pt x="13678" y="1856"/>
                </a:lnTo>
                <a:lnTo>
                  <a:pt x="13507" y="1832"/>
                </a:lnTo>
                <a:lnTo>
                  <a:pt x="13360" y="1832"/>
                </a:lnTo>
                <a:lnTo>
                  <a:pt x="13214" y="1881"/>
                </a:lnTo>
                <a:lnTo>
                  <a:pt x="13067" y="1930"/>
                </a:lnTo>
                <a:lnTo>
                  <a:pt x="12921" y="2027"/>
                </a:lnTo>
                <a:lnTo>
                  <a:pt x="11553" y="3102"/>
                </a:lnTo>
                <a:lnTo>
                  <a:pt x="11211" y="2931"/>
                </a:lnTo>
                <a:lnTo>
                  <a:pt x="10869" y="2784"/>
                </a:lnTo>
                <a:lnTo>
                  <a:pt x="10503" y="2638"/>
                </a:lnTo>
                <a:lnTo>
                  <a:pt x="10161" y="2540"/>
                </a:lnTo>
                <a:lnTo>
                  <a:pt x="9965" y="782"/>
                </a:lnTo>
                <a:lnTo>
                  <a:pt x="9917" y="635"/>
                </a:lnTo>
                <a:lnTo>
                  <a:pt x="9868" y="489"/>
                </a:lnTo>
                <a:lnTo>
                  <a:pt x="9770" y="342"/>
                </a:lnTo>
                <a:lnTo>
                  <a:pt x="9672" y="244"/>
                </a:lnTo>
                <a:lnTo>
                  <a:pt x="9526" y="147"/>
                </a:lnTo>
                <a:lnTo>
                  <a:pt x="9404" y="73"/>
                </a:lnTo>
                <a:lnTo>
                  <a:pt x="9257" y="25"/>
                </a:lnTo>
                <a:lnTo>
                  <a:pt x="9086" y="0"/>
                </a:lnTo>
                <a:close/>
              </a:path>
            </a:pathLst>
          </a:custGeom>
          <a:solidFill>
            <a:srgbClr val="184769"/>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grpSp>
        <p:nvGrpSpPr>
          <p:cNvPr id="1396" name="Google Shape;1396;p10"/>
          <p:cNvGrpSpPr/>
          <p:nvPr/>
        </p:nvGrpSpPr>
        <p:grpSpPr>
          <a:xfrm>
            <a:off x="7354067" y="3426715"/>
            <a:ext cx="455624" cy="437054"/>
            <a:chOff x="5241175" y="4959100"/>
            <a:chExt cx="539775" cy="517775"/>
          </a:xfrm>
        </p:grpSpPr>
        <p:sp>
          <p:nvSpPr>
            <p:cNvPr id="1397" name="Google Shape;1397;p10"/>
            <p:cNvSpPr/>
            <p:nvPr/>
          </p:nvSpPr>
          <p:spPr>
            <a:xfrm>
              <a:off x="5575150" y="4959100"/>
              <a:ext cx="161225" cy="178300"/>
            </a:xfrm>
            <a:custGeom>
              <a:rect b="b" l="l" r="r" t="t"/>
              <a:pathLst>
                <a:path extrusionOk="0" h="7132" w="6449">
                  <a:moveTo>
                    <a:pt x="4641" y="0"/>
                  </a:moveTo>
                  <a:lnTo>
                    <a:pt x="4470" y="25"/>
                  </a:lnTo>
                  <a:lnTo>
                    <a:pt x="4299" y="49"/>
                  </a:lnTo>
                  <a:lnTo>
                    <a:pt x="4128" y="98"/>
                  </a:lnTo>
                  <a:lnTo>
                    <a:pt x="3957" y="147"/>
                  </a:lnTo>
                  <a:lnTo>
                    <a:pt x="3786" y="220"/>
                  </a:lnTo>
                  <a:lnTo>
                    <a:pt x="3640" y="318"/>
                  </a:lnTo>
                  <a:lnTo>
                    <a:pt x="3517" y="415"/>
                  </a:lnTo>
                  <a:lnTo>
                    <a:pt x="3395" y="538"/>
                  </a:lnTo>
                  <a:lnTo>
                    <a:pt x="3273" y="660"/>
                  </a:lnTo>
                  <a:lnTo>
                    <a:pt x="3175" y="806"/>
                  </a:lnTo>
                  <a:lnTo>
                    <a:pt x="3078" y="953"/>
                  </a:lnTo>
                  <a:lnTo>
                    <a:pt x="3005" y="1099"/>
                  </a:lnTo>
                  <a:lnTo>
                    <a:pt x="2931" y="1270"/>
                  </a:lnTo>
                  <a:lnTo>
                    <a:pt x="2907" y="1441"/>
                  </a:lnTo>
                  <a:lnTo>
                    <a:pt x="2882" y="1612"/>
                  </a:lnTo>
                  <a:lnTo>
                    <a:pt x="2858" y="1808"/>
                  </a:lnTo>
                  <a:lnTo>
                    <a:pt x="2882" y="2076"/>
                  </a:lnTo>
                  <a:lnTo>
                    <a:pt x="2956" y="2345"/>
                  </a:lnTo>
                  <a:lnTo>
                    <a:pt x="3053" y="2589"/>
                  </a:lnTo>
                  <a:lnTo>
                    <a:pt x="3175" y="2809"/>
                  </a:lnTo>
                  <a:lnTo>
                    <a:pt x="0" y="6546"/>
                  </a:lnTo>
                  <a:lnTo>
                    <a:pt x="367" y="6814"/>
                  </a:lnTo>
                  <a:lnTo>
                    <a:pt x="709" y="7132"/>
                  </a:lnTo>
                  <a:lnTo>
                    <a:pt x="3884" y="3419"/>
                  </a:lnTo>
                  <a:lnTo>
                    <a:pt x="4055" y="3493"/>
                  </a:lnTo>
                  <a:lnTo>
                    <a:pt x="4250" y="3542"/>
                  </a:lnTo>
                  <a:lnTo>
                    <a:pt x="4445" y="3566"/>
                  </a:lnTo>
                  <a:lnTo>
                    <a:pt x="4641" y="3590"/>
                  </a:lnTo>
                  <a:lnTo>
                    <a:pt x="4836" y="3566"/>
                  </a:lnTo>
                  <a:lnTo>
                    <a:pt x="5007" y="3542"/>
                  </a:lnTo>
                  <a:lnTo>
                    <a:pt x="5178" y="3517"/>
                  </a:lnTo>
                  <a:lnTo>
                    <a:pt x="5349" y="3444"/>
                  </a:lnTo>
                  <a:lnTo>
                    <a:pt x="5496" y="3371"/>
                  </a:lnTo>
                  <a:lnTo>
                    <a:pt x="5642" y="3273"/>
                  </a:lnTo>
                  <a:lnTo>
                    <a:pt x="5789" y="3175"/>
                  </a:lnTo>
                  <a:lnTo>
                    <a:pt x="5911" y="3053"/>
                  </a:lnTo>
                  <a:lnTo>
                    <a:pt x="6033" y="2931"/>
                  </a:lnTo>
                  <a:lnTo>
                    <a:pt x="6131" y="2809"/>
                  </a:lnTo>
                  <a:lnTo>
                    <a:pt x="6228" y="2638"/>
                  </a:lnTo>
                  <a:lnTo>
                    <a:pt x="6302" y="2491"/>
                  </a:lnTo>
                  <a:lnTo>
                    <a:pt x="6350" y="2320"/>
                  </a:lnTo>
                  <a:lnTo>
                    <a:pt x="6399" y="2149"/>
                  </a:lnTo>
                  <a:lnTo>
                    <a:pt x="6424" y="1979"/>
                  </a:lnTo>
                  <a:lnTo>
                    <a:pt x="6448" y="1808"/>
                  </a:lnTo>
                  <a:lnTo>
                    <a:pt x="6424" y="1612"/>
                  </a:lnTo>
                  <a:lnTo>
                    <a:pt x="6399" y="1441"/>
                  </a:lnTo>
                  <a:lnTo>
                    <a:pt x="6350" y="1270"/>
                  </a:lnTo>
                  <a:lnTo>
                    <a:pt x="6302" y="1099"/>
                  </a:lnTo>
                  <a:lnTo>
                    <a:pt x="6228" y="953"/>
                  </a:lnTo>
                  <a:lnTo>
                    <a:pt x="6131" y="806"/>
                  </a:lnTo>
                  <a:lnTo>
                    <a:pt x="6033" y="660"/>
                  </a:lnTo>
                  <a:lnTo>
                    <a:pt x="5911" y="538"/>
                  </a:lnTo>
                  <a:lnTo>
                    <a:pt x="5789" y="415"/>
                  </a:lnTo>
                  <a:lnTo>
                    <a:pt x="5642" y="318"/>
                  </a:lnTo>
                  <a:lnTo>
                    <a:pt x="5496" y="220"/>
                  </a:lnTo>
                  <a:lnTo>
                    <a:pt x="5349" y="147"/>
                  </a:lnTo>
                  <a:lnTo>
                    <a:pt x="5178" y="98"/>
                  </a:lnTo>
                  <a:lnTo>
                    <a:pt x="5007" y="49"/>
                  </a:lnTo>
                  <a:lnTo>
                    <a:pt x="4836" y="25"/>
                  </a:lnTo>
                  <a:lnTo>
                    <a:pt x="4641" y="0"/>
                  </a:lnTo>
                  <a:close/>
                </a:path>
              </a:pathLst>
            </a:custGeom>
            <a:solidFill>
              <a:srgbClr val="184769"/>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1398" name="Google Shape;1398;p10"/>
            <p:cNvSpPr/>
            <p:nvPr/>
          </p:nvSpPr>
          <p:spPr>
            <a:xfrm>
              <a:off x="5330925" y="4985350"/>
              <a:ext cx="128250" cy="148400"/>
            </a:xfrm>
            <a:custGeom>
              <a:rect b="b" l="l" r="r" t="t"/>
              <a:pathLst>
                <a:path extrusionOk="0" h="5936" w="5130">
                  <a:moveTo>
                    <a:pt x="1563" y="0"/>
                  </a:moveTo>
                  <a:lnTo>
                    <a:pt x="1392" y="25"/>
                  </a:lnTo>
                  <a:lnTo>
                    <a:pt x="1221" y="74"/>
                  </a:lnTo>
                  <a:lnTo>
                    <a:pt x="1075" y="147"/>
                  </a:lnTo>
                  <a:lnTo>
                    <a:pt x="904" y="220"/>
                  </a:lnTo>
                  <a:lnTo>
                    <a:pt x="757" y="318"/>
                  </a:lnTo>
                  <a:lnTo>
                    <a:pt x="635" y="416"/>
                  </a:lnTo>
                  <a:lnTo>
                    <a:pt x="513" y="538"/>
                  </a:lnTo>
                  <a:lnTo>
                    <a:pt x="391" y="660"/>
                  </a:lnTo>
                  <a:lnTo>
                    <a:pt x="293" y="806"/>
                  </a:lnTo>
                  <a:lnTo>
                    <a:pt x="196" y="953"/>
                  </a:lnTo>
                  <a:lnTo>
                    <a:pt x="122" y="1099"/>
                  </a:lnTo>
                  <a:lnTo>
                    <a:pt x="74" y="1270"/>
                  </a:lnTo>
                  <a:lnTo>
                    <a:pt x="25" y="1466"/>
                  </a:lnTo>
                  <a:lnTo>
                    <a:pt x="0" y="1637"/>
                  </a:lnTo>
                  <a:lnTo>
                    <a:pt x="0" y="1808"/>
                  </a:lnTo>
                  <a:lnTo>
                    <a:pt x="0" y="2003"/>
                  </a:lnTo>
                  <a:lnTo>
                    <a:pt x="25" y="2174"/>
                  </a:lnTo>
                  <a:lnTo>
                    <a:pt x="74" y="2345"/>
                  </a:lnTo>
                  <a:lnTo>
                    <a:pt x="147" y="2492"/>
                  </a:lnTo>
                  <a:lnTo>
                    <a:pt x="220" y="2663"/>
                  </a:lnTo>
                  <a:lnTo>
                    <a:pt x="318" y="2785"/>
                  </a:lnTo>
                  <a:lnTo>
                    <a:pt x="415" y="2931"/>
                  </a:lnTo>
                  <a:lnTo>
                    <a:pt x="538" y="3053"/>
                  </a:lnTo>
                  <a:lnTo>
                    <a:pt x="660" y="3175"/>
                  </a:lnTo>
                  <a:lnTo>
                    <a:pt x="806" y="3273"/>
                  </a:lnTo>
                  <a:lnTo>
                    <a:pt x="953" y="3371"/>
                  </a:lnTo>
                  <a:lnTo>
                    <a:pt x="1099" y="3444"/>
                  </a:lnTo>
                  <a:lnTo>
                    <a:pt x="1270" y="3493"/>
                  </a:lnTo>
                  <a:lnTo>
                    <a:pt x="1466" y="3542"/>
                  </a:lnTo>
                  <a:lnTo>
                    <a:pt x="1710" y="3566"/>
                  </a:lnTo>
                  <a:lnTo>
                    <a:pt x="1979" y="3566"/>
                  </a:lnTo>
                  <a:lnTo>
                    <a:pt x="2223" y="3517"/>
                  </a:lnTo>
                  <a:lnTo>
                    <a:pt x="2467" y="3444"/>
                  </a:lnTo>
                  <a:lnTo>
                    <a:pt x="4396" y="5935"/>
                  </a:lnTo>
                  <a:lnTo>
                    <a:pt x="4738" y="5642"/>
                  </a:lnTo>
                  <a:lnTo>
                    <a:pt x="5129" y="5374"/>
                  </a:lnTo>
                  <a:lnTo>
                    <a:pt x="3200" y="2858"/>
                  </a:lnTo>
                  <a:lnTo>
                    <a:pt x="3322" y="2687"/>
                  </a:lnTo>
                  <a:lnTo>
                    <a:pt x="3419" y="2516"/>
                  </a:lnTo>
                  <a:lnTo>
                    <a:pt x="3493" y="2321"/>
                  </a:lnTo>
                  <a:lnTo>
                    <a:pt x="3542" y="2101"/>
                  </a:lnTo>
                  <a:lnTo>
                    <a:pt x="3566" y="1930"/>
                  </a:lnTo>
                  <a:lnTo>
                    <a:pt x="3566" y="1734"/>
                  </a:lnTo>
                  <a:lnTo>
                    <a:pt x="3566" y="1564"/>
                  </a:lnTo>
                  <a:lnTo>
                    <a:pt x="3517" y="1393"/>
                  </a:lnTo>
                  <a:lnTo>
                    <a:pt x="3468" y="1222"/>
                  </a:lnTo>
                  <a:lnTo>
                    <a:pt x="3419" y="1075"/>
                  </a:lnTo>
                  <a:lnTo>
                    <a:pt x="3346" y="904"/>
                  </a:lnTo>
                  <a:lnTo>
                    <a:pt x="3249" y="758"/>
                  </a:lnTo>
                  <a:lnTo>
                    <a:pt x="3151" y="635"/>
                  </a:lnTo>
                  <a:lnTo>
                    <a:pt x="3029" y="513"/>
                  </a:lnTo>
                  <a:lnTo>
                    <a:pt x="2907" y="391"/>
                  </a:lnTo>
                  <a:lnTo>
                    <a:pt x="2760" y="294"/>
                  </a:lnTo>
                  <a:lnTo>
                    <a:pt x="2614" y="196"/>
                  </a:lnTo>
                  <a:lnTo>
                    <a:pt x="2443" y="123"/>
                  </a:lnTo>
                  <a:lnTo>
                    <a:pt x="2272" y="74"/>
                  </a:lnTo>
                  <a:lnTo>
                    <a:pt x="2101" y="25"/>
                  </a:lnTo>
                  <a:lnTo>
                    <a:pt x="1930" y="0"/>
                  </a:lnTo>
                  <a:close/>
                </a:path>
              </a:pathLst>
            </a:custGeom>
            <a:solidFill>
              <a:srgbClr val="184769"/>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1399" name="Google Shape;1399;p10"/>
            <p:cNvSpPr/>
            <p:nvPr/>
          </p:nvSpPr>
          <p:spPr>
            <a:xfrm>
              <a:off x="5241175" y="5241175"/>
              <a:ext cx="180125" cy="109325"/>
            </a:xfrm>
            <a:custGeom>
              <a:rect b="b" l="l" r="r" t="t"/>
              <a:pathLst>
                <a:path extrusionOk="0" h="4373" w="7205">
                  <a:moveTo>
                    <a:pt x="6839" y="1"/>
                  </a:moveTo>
                  <a:lnTo>
                    <a:pt x="3224" y="1491"/>
                  </a:lnTo>
                  <a:lnTo>
                    <a:pt x="3102" y="1368"/>
                  </a:lnTo>
                  <a:lnTo>
                    <a:pt x="2980" y="1246"/>
                  </a:lnTo>
                  <a:lnTo>
                    <a:pt x="2858" y="1124"/>
                  </a:lnTo>
                  <a:lnTo>
                    <a:pt x="2687" y="1026"/>
                  </a:lnTo>
                  <a:lnTo>
                    <a:pt x="2540" y="953"/>
                  </a:lnTo>
                  <a:lnTo>
                    <a:pt x="2369" y="880"/>
                  </a:lnTo>
                  <a:lnTo>
                    <a:pt x="2198" y="831"/>
                  </a:lnTo>
                  <a:lnTo>
                    <a:pt x="2027" y="807"/>
                  </a:lnTo>
                  <a:lnTo>
                    <a:pt x="1856" y="782"/>
                  </a:lnTo>
                  <a:lnTo>
                    <a:pt x="1685" y="807"/>
                  </a:lnTo>
                  <a:lnTo>
                    <a:pt x="1514" y="807"/>
                  </a:lnTo>
                  <a:lnTo>
                    <a:pt x="1343" y="856"/>
                  </a:lnTo>
                  <a:lnTo>
                    <a:pt x="1172" y="904"/>
                  </a:lnTo>
                  <a:lnTo>
                    <a:pt x="1026" y="978"/>
                  </a:lnTo>
                  <a:lnTo>
                    <a:pt x="879" y="1051"/>
                  </a:lnTo>
                  <a:lnTo>
                    <a:pt x="733" y="1149"/>
                  </a:lnTo>
                  <a:lnTo>
                    <a:pt x="586" y="1271"/>
                  </a:lnTo>
                  <a:lnTo>
                    <a:pt x="464" y="1393"/>
                  </a:lnTo>
                  <a:lnTo>
                    <a:pt x="342" y="1515"/>
                  </a:lnTo>
                  <a:lnTo>
                    <a:pt x="244" y="1686"/>
                  </a:lnTo>
                  <a:lnTo>
                    <a:pt x="171" y="1832"/>
                  </a:lnTo>
                  <a:lnTo>
                    <a:pt x="98" y="2003"/>
                  </a:lnTo>
                  <a:lnTo>
                    <a:pt x="49" y="2174"/>
                  </a:lnTo>
                  <a:lnTo>
                    <a:pt x="25" y="2345"/>
                  </a:lnTo>
                  <a:lnTo>
                    <a:pt x="0" y="2516"/>
                  </a:lnTo>
                  <a:lnTo>
                    <a:pt x="0" y="2687"/>
                  </a:lnTo>
                  <a:lnTo>
                    <a:pt x="25" y="2858"/>
                  </a:lnTo>
                  <a:lnTo>
                    <a:pt x="73" y="3029"/>
                  </a:lnTo>
                  <a:lnTo>
                    <a:pt x="122" y="3200"/>
                  </a:lnTo>
                  <a:lnTo>
                    <a:pt x="195" y="3347"/>
                  </a:lnTo>
                  <a:lnTo>
                    <a:pt x="269" y="3518"/>
                  </a:lnTo>
                  <a:lnTo>
                    <a:pt x="366" y="3640"/>
                  </a:lnTo>
                  <a:lnTo>
                    <a:pt x="464" y="3786"/>
                  </a:lnTo>
                  <a:lnTo>
                    <a:pt x="611" y="3908"/>
                  </a:lnTo>
                  <a:lnTo>
                    <a:pt x="733" y="4031"/>
                  </a:lnTo>
                  <a:lnTo>
                    <a:pt x="904" y="4128"/>
                  </a:lnTo>
                  <a:lnTo>
                    <a:pt x="1050" y="4201"/>
                  </a:lnTo>
                  <a:lnTo>
                    <a:pt x="1221" y="4275"/>
                  </a:lnTo>
                  <a:lnTo>
                    <a:pt x="1392" y="4324"/>
                  </a:lnTo>
                  <a:lnTo>
                    <a:pt x="1563" y="4348"/>
                  </a:lnTo>
                  <a:lnTo>
                    <a:pt x="1734" y="4372"/>
                  </a:lnTo>
                  <a:lnTo>
                    <a:pt x="1905" y="4372"/>
                  </a:lnTo>
                  <a:lnTo>
                    <a:pt x="2076" y="4348"/>
                  </a:lnTo>
                  <a:lnTo>
                    <a:pt x="2247" y="4299"/>
                  </a:lnTo>
                  <a:lnTo>
                    <a:pt x="2418" y="4250"/>
                  </a:lnTo>
                  <a:lnTo>
                    <a:pt x="2565" y="4201"/>
                  </a:lnTo>
                  <a:lnTo>
                    <a:pt x="2711" y="4104"/>
                  </a:lnTo>
                  <a:lnTo>
                    <a:pt x="2858" y="4006"/>
                  </a:lnTo>
                  <a:lnTo>
                    <a:pt x="3004" y="3908"/>
                  </a:lnTo>
                  <a:lnTo>
                    <a:pt x="3126" y="3786"/>
                  </a:lnTo>
                  <a:lnTo>
                    <a:pt x="3248" y="3640"/>
                  </a:lnTo>
                  <a:lnTo>
                    <a:pt x="3346" y="3493"/>
                  </a:lnTo>
                  <a:lnTo>
                    <a:pt x="3468" y="3200"/>
                  </a:lnTo>
                  <a:lnTo>
                    <a:pt x="3541" y="2931"/>
                  </a:lnTo>
                  <a:lnTo>
                    <a:pt x="3590" y="2638"/>
                  </a:lnTo>
                  <a:lnTo>
                    <a:pt x="3566" y="2345"/>
                  </a:lnTo>
                  <a:lnTo>
                    <a:pt x="7205" y="856"/>
                  </a:lnTo>
                  <a:lnTo>
                    <a:pt x="6985" y="440"/>
                  </a:lnTo>
                  <a:lnTo>
                    <a:pt x="6839" y="1"/>
                  </a:lnTo>
                  <a:close/>
                </a:path>
              </a:pathLst>
            </a:custGeom>
            <a:solidFill>
              <a:srgbClr val="184769"/>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1400" name="Google Shape;1400;p10"/>
            <p:cNvSpPr/>
            <p:nvPr/>
          </p:nvSpPr>
          <p:spPr>
            <a:xfrm>
              <a:off x="5461575" y="5316900"/>
              <a:ext cx="89175" cy="159975"/>
            </a:xfrm>
            <a:custGeom>
              <a:rect b="b" l="l" r="r" t="t"/>
              <a:pathLst>
                <a:path extrusionOk="0" h="6399" w="3567">
                  <a:moveTo>
                    <a:pt x="1491" y="0"/>
                  </a:moveTo>
                  <a:lnTo>
                    <a:pt x="1393" y="2858"/>
                  </a:lnTo>
                  <a:lnTo>
                    <a:pt x="1198" y="2907"/>
                  </a:lnTo>
                  <a:lnTo>
                    <a:pt x="1002" y="3004"/>
                  </a:lnTo>
                  <a:lnTo>
                    <a:pt x="807" y="3102"/>
                  </a:lnTo>
                  <a:lnTo>
                    <a:pt x="636" y="3224"/>
                  </a:lnTo>
                  <a:lnTo>
                    <a:pt x="489" y="3346"/>
                  </a:lnTo>
                  <a:lnTo>
                    <a:pt x="392" y="3493"/>
                  </a:lnTo>
                  <a:lnTo>
                    <a:pt x="269" y="3639"/>
                  </a:lnTo>
                  <a:lnTo>
                    <a:pt x="196" y="3786"/>
                  </a:lnTo>
                  <a:lnTo>
                    <a:pt x="123" y="3932"/>
                  </a:lnTo>
                  <a:lnTo>
                    <a:pt x="74" y="4103"/>
                  </a:lnTo>
                  <a:lnTo>
                    <a:pt x="25" y="4274"/>
                  </a:lnTo>
                  <a:lnTo>
                    <a:pt x="1" y="4445"/>
                  </a:lnTo>
                  <a:lnTo>
                    <a:pt x="1" y="4616"/>
                  </a:lnTo>
                  <a:lnTo>
                    <a:pt x="1" y="4787"/>
                  </a:lnTo>
                  <a:lnTo>
                    <a:pt x="25" y="4958"/>
                  </a:lnTo>
                  <a:lnTo>
                    <a:pt x="74" y="5129"/>
                  </a:lnTo>
                  <a:lnTo>
                    <a:pt x="123" y="5276"/>
                  </a:lnTo>
                  <a:lnTo>
                    <a:pt x="196" y="5447"/>
                  </a:lnTo>
                  <a:lnTo>
                    <a:pt x="294" y="5593"/>
                  </a:lnTo>
                  <a:lnTo>
                    <a:pt x="416" y="5740"/>
                  </a:lnTo>
                  <a:lnTo>
                    <a:pt x="538" y="5886"/>
                  </a:lnTo>
                  <a:lnTo>
                    <a:pt x="660" y="6008"/>
                  </a:lnTo>
                  <a:lnTo>
                    <a:pt x="807" y="6106"/>
                  </a:lnTo>
                  <a:lnTo>
                    <a:pt x="953" y="6179"/>
                  </a:lnTo>
                  <a:lnTo>
                    <a:pt x="1124" y="6252"/>
                  </a:lnTo>
                  <a:lnTo>
                    <a:pt x="1271" y="6326"/>
                  </a:lnTo>
                  <a:lnTo>
                    <a:pt x="1442" y="6350"/>
                  </a:lnTo>
                  <a:lnTo>
                    <a:pt x="1613" y="6375"/>
                  </a:lnTo>
                  <a:lnTo>
                    <a:pt x="1784" y="6399"/>
                  </a:lnTo>
                  <a:lnTo>
                    <a:pt x="1955" y="6375"/>
                  </a:lnTo>
                  <a:lnTo>
                    <a:pt x="2126" y="6350"/>
                  </a:lnTo>
                  <a:lnTo>
                    <a:pt x="2297" y="6301"/>
                  </a:lnTo>
                  <a:lnTo>
                    <a:pt x="2468" y="6252"/>
                  </a:lnTo>
                  <a:lnTo>
                    <a:pt x="2614" y="6179"/>
                  </a:lnTo>
                  <a:lnTo>
                    <a:pt x="2785" y="6082"/>
                  </a:lnTo>
                  <a:lnTo>
                    <a:pt x="2932" y="5984"/>
                  </a:lnTo>
                  <a:lnTo>
                    <a:pt x="3054" y="5862"/>
                  </a:lnTo>
                  <a:lnTo>
                    <a:pt x="3176" y="5715"/>
                  </a:lnTo>
                  <a:lnTo>
                    <a:pt x="3273" y="5569"/>
                  </a:lnTo>
                  <a:lnTo>
                    <a:pt x="3371" y="5422"/>
                  </a:lnTo>
                  <a:lnTo>
                    <a:pt x="3444" y="5276"/>
                  </a:lnTo>
                  <a:lnTo>
                    <a:pt x="3493" y="5105"/>
                  </a:lnTo>
                  <a:lnTo>
                    <a:pt x="3542" y="4934"/>
                  </a:lnTo>
                  <a:lnTo>
                    <a:pt x="3567" y="4763"/>
                  </a:lnTo>
                  <a:lnTo>
                    <a:pt x="3567" y="4592"/>
                  </a:lnTo>
                  <a:lnTo>
                    <a:pt x="3567" y="4421"/>
                  </a:lnTo>
                  <a:lnTo>
                    <a:pt x="3542" y="4250"/>
                  </a:lnTo>
                  <a:lnTo>
                    <a:pt x="3493" y="4079"/>
                  </a:lnTo>
                  <a:lnTo>
                    <a:pt x="3420" y="3908"/>
                  </a:lnTo>
                  <a:lnTo>
                    <a:pt x="3347" y="3761"/>
                  </a:lnTo>
                  <a:lnTo>
                    <a:pt x="3273" y="3615"/>
                  </a:lnTo>
                  <a:lnTo>
                    <a:pt x="3151" y="3468"/>
                  </a:lnTo>
                  <a:lnTo>
                    <a:pt x="2980" y="3273"/>
                  </a:lnTo>
                  <a:lnTo>
                    <a:pt x="2761" y="3102"/>
                  </a:lnTo>
                  <a:lnTo>
                    <a:pt x="2541" y="2980"/>
                  </a:lnTo>
                  <a:lnTo>
                    <a:pt x="2321" y="2907"/>
                  </a:lnTo>
                  <a:lnTo>
                    <a:pt x="2419" y="25"/>
                  </a:lnTo>
                  <a:lnTo>
                    <a:pt x="2419" y="25"/>
                  </a:lnTo>
                  <a:lnTo>
                    <a:pt x="2126" y="49"/>
                  </a:lnTo>
                  <a:lnTo>
                    <a:pt x="1808" y="25"/>
                  </a:lnTo>
                  <a:lnTo>
                    <a:pt x="1491" y="0"/>
                  </a:lnTo>
                  <a:close/>
                </a:path>
              </a:pathLst>
            </a:custGeom>
            <a:solidFill>
              <a:srgbClr val="184769"/>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1401" name="Google Shape;1401;p10"/>
            <p:cNvSpPr/>
            <p:nvPr/>
          </p:nvSpPr>
          <p:spPr>
            <a:xfrm>
              <a:off x="5619100" y="5194175"/>
              <a:ext cx="161850" cy="89775"/>
            </a:xfrm>
            <a:custGeom>
              <a:rect b="b" l="l" r="r" t="t"/>
              <a:pathLst>
                <a:path extrusionOk="0" h="3591" w="6474">
                  <a:moveTo>
                    <a:pt x="4592" y="0"/>
                  </a:moveTo>
                  <a:lnTo>
                    <a:pt x="4422" y="25"/>
                  </a:lnTo>
                  <a:lnTo>
                    <a:pt x="4251" y="73"/>
                  </a:lnTo>
                  <a:lnTo>
                    <a:pt x="4080" y="122"/>
                  </a:lnTo>
                  <a:lnTo>
                    <a:pt x="3884" y="196"/>
                  </a:lnTo>
                  <a:lnTo>
                    <a:pt x="3713" y="293"/>
                  </a:lnTo>
                  <a:lnTo>
                    <a:pt x="3567" y="391"/>
                  </a:lnTo>
                  <a:lnTo>
                    <a:pt x="3420" y="513"/>
                  </a:lnTo>
                  <a:lnTo>
                    <a:pt x="3298" y="660"/>
                  </a:lnTo>
                  <a:lnTo>
                    <a:pt x="3200" y="806"/>
                  </a:lnTo>
                  <a:lnTo>
                    <a:pt x="3103" y="953"/>
                  </a:lnTo>
                  <a:lnTo>
                    <a:pt x="3029" y="1124"/>
                  </a:lnTo>
                  <a:lnTo>
                    <a:pt x="99" y="757"/>
                  </a:lnTo>
                  <a:lnTo>
                    <a:pt x="74" y="1221"/>
                  </a:lnTo>
                  <a:lnTo>
                    <a:pt x="1" y="1661"/>
                  </a:lnTo>
                  <a:lnTo>
                    <a:pt x="2907" y="2027"/>
                  </a:lnTo>
                  <a:lnTo>
                    <a:pt x="2932" y="2223"/>
                  </a:lnTo>
                  <a:lnTo>
                    <a:pt x="3005" y="2418"/>
                  </a:lnTo>
                  <a:lnTo>
                    <a:pt x="3078" y="2565"/>
                  </a:lnTo>
                  <a:lnTo>
                    <a:pt x="3152" y="2736"/>
                  </a:lnTo>
                  <a:lnTo>
                    <a:pt x="3249" y="2882"/>
                  </a:lnTo>
                  <a:lnTo>
                    <a:pt x="3371" y="3004"/>
                  </a:lnTo>
                  <a:lnTo>
                    <a:pt x="3493" y="3126"/>
                  </a:lnTo>
                  <a:lnTo>
                    <a:pt x="3616" y="3248"/>
                  </a:lnTo>
                  <a:lnTo>
                    <a:pt x="3762" y="3346"/>
                  </a:lnTo>
                  <a:lnTo>
                    <a:pt x="3909" y="3419"/>
                  </a:lnTo>
                  <a:lnTo>
                    <a:pt x="4080" y="3493"/>
                  </a:lnTo>
                  <a:lnTo>
                    <a:pt x="4251" y="3541"/>
                  </a:lnTo>
                  <a:lnTo>
                    <a:pt x="4422" y="3566"/>
                  </a:lnTo>
                  <a:lnTo>
                    <a:pt x="4592" y="3590"/>
                  </a:lnTo>
                  <a:lnTo>
                    <a:pt x="4763" y="3590"/>
                  </a:lnTo>
                  <a:lnTo>
                    <a:pt x="4934" y="3566"/>
                  </a:lnTo>
                  <a:lnTo>
                    <a:pt x="5105" y="3541"/>
                  </a:lnTo>
                  <a:lnTo>
                    <a:pt x="5276" y="3468"/>
                  </a:lnTo>
                  <a:lnTo>
                    <a:pt x="5447" y="3419"/>
                  </a:lnTo>
                  <a:lnTo>
                    <a:pt x="5618" y="3322"/>
                  </a:lnTo>
                  <a:lnTo>
                    <a:pt x="5765" y="3224"/>
                  </a:lnTo>
                  <a:lnTo>
                    <a:pt x="5887" y="3102"/>
                  </a:lnTo>
                  <a:lnTo>
                    <a:pt x="6009" y="2980"/>
                  </a:lnTo>
                  <a:lnTo>
                    <a:pt x="6131" y="2858"/>
                  </a:lnTo>
                  <a:lnTo>
                    <a:pt x="6204" y="2711"/>
                  </a:lnTo>
                  <a:lnTo>
                    <a:pt x="6302" y="2565"/>
                  </a:lnTo>
                  <a:lnTo>
                    <a:pt x="6351" y="2394"/>
                  </a:lnTo>
                  <a:lnTo>
                    <a:pt x="6400" y="2223"/>
                  </a:lnTo>
                  <a:lnTo>
                    <a:pt x="6449" y="2076"/>
                  </a:lnTo>
                  <a:lnTo>
                    <a:pt x="6473" y="1881"/>
                  </a:lnTo>
                  <a:lnTo>
                    <a:pt x="6473" y="1710"/>
                  </a:lnTo>
                  <a:lnTo>
                    <a:pt x="6449" y="1539"/>
                  </a:lnTo>
                  <a:lnTo>
                    <a:pt x="6424" y="1368"/>
                  </a:lnTo>
                  <a:lnTo>
                    <a:pt x="6351" y="1197"/>
                  </a:lnTo>
                  <a:lnTo>
                    <a:pt x="6278" y="1026"/>
                  </a:lnTo>
                  <a:lnTo>
                    <a:pt x="6204" y="855"/>
                  </a:lnTo>
                  <a:lnTo>
                    <a:pt x="6107" y="708"/>
                  </a:lnTo>
                  <a:lnTo>
                    <a:pt x="5985" y="586"/>
                  </a:lnTo>
                  <a:lnTo>
                    <a:pt x="5862" y="464"/>
                  </a:lnTo>
                  <a:lnTo>
                    <a:pt x="5740" y="342"/>
                  </a:lnTo>
                  <a:lnTo>
                    <a:pt x="5594" y="269"/>
                  </a:lnTo>
                  <a:lnTo>
                    <a:pt x="5447" y="171"/>
                  </a:lnTo>
                  <a:lnTo>
                    <a:pt x="5276" y="122"/>
                  </a:lnTo>
                  <a:lnTo>
                    <a:pt x="5105" y="73"/>
                  </a:lnTo>
                  <a:lnTo>
                    <a:pt x="4934" y="25"/>
                  </a:lnTo>
                  <a:lnTo>
                    <a:pt x="4763" y="25"/>
                  </a:lnTo>
                  <a:lnTo>
                    <a:pt x="4592" y="0"/>
                  </a:lnTo>
                  <a:close/>
                </a:path>
              </a:pathLst>
            </a:custGeom>
            <a:solidFill>
              <a:srgbClr val="184769"/>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1402" name="Google Shape;1402;p10"/>
            <p:cNvSpPr/>
            <p:nvPr/>
          </p:nvSpPr>
          <p:spPr>
            <a:xfrm>
              <a:off x="5420075" y="5116000"/>
              <a:ext cx="189300" cy="189925"/>
            </a:xfrm>
            <a:custGeom>
              <a:rect b="b" l="l" r="r" t="t"/>
              <a:pathLst>
                <a:path extrusionOk="0" h="7597" w="7572">
                  <a:moveTo>
                    <a:pt x="3786" y="1"/>
                  </a:moveTo>
                  <a:lnTo>
                    <a:pt x="3395" y="25"/>
                  </a:lnTo>
                  <a:lnTo>
                    <a:pt x="3028" y="74"/>
                  </a:lnTo>
                  <a:lnTo>
                    <a:pt x="2662" y="172"/>
                  </a:lnTo>
                  <a:lnTo>
                    <a:pt x="2320" y="294"/>
                  </a:lnTo>
                  <a:lnTo>
                    <a:pt x="1978" y="465"/>
                  </a:lnTo>
                  <a:lnTo>
                    <a:pt x="1661" y="660"/>
                  </a:lnTo>
                  <a:lnTo>
                    <a:pt x="1392" y="880"/>
                  </a:lnTo>
                  <a:lnTo>
                    <a:pt x="1123" y="1124"/>
                  </a:lnTo>
                  <a:lnTo>
                    <a:pt x="879" y="1393"/>
                  </a:lnTo>
                  <a:lnTo>
                    <a:pt x="659" y="1686"/>
                  </a:lnTo>
                  <a:lnTo>
                    <a:pt x="464" y="1979"/>
                  </a:lnTo>
                  <a:lnTo>
                    <a:pt x="293" y="2321"/>
                  </a:lnTo>
                  <a:lnTo>
                    <a:pt x="171" y="2663"/>
                  </a:lnTo>
                  <a:lnTo>
                    <a:pt x="73" y="3029"/>
                  </a:lnTo>
                  <a:lnTo>
                    <a:pt x="24" y="3420"/>
                  </a:lnTo>
                  <a:lnTo>
                    <a:pt x="0" y="3787"/>
                  </a:lnTo>
                  <a:lnTo>
                    <a:pt x="24" y="4177"/>
                  </a:lnTo>
                  <a:lnTo>
                    <a:pt x="73" y="4568"/>
                  </a:lnTo>
                  <a:lnTo>
                    <a:pt x="171" y="4934"/>
                  </a:lnTo>
                  <a:lnTo>
                    <a:pt x="293" y="5276"/>
                  </a:lnTo>
                  <a:lnTo>
                    <a:pt x="464" y="5594"/>
                  </a:lnTo>
                  <a:lnTo>
                    <a:pt x="659" y="5911"/>
                  </a:lnTo>
                  <a:lnTo>
                    <a:pt x="879" y="6204"/>
                  </a:lnTo>
                  <a:lnTo>
                    <a:pt x="1123" y="6473"/>
                  </a:lnTo>
                  <a:lnTo>
                    <a:pt x="1392" y="6717"/>
                  </a:lnTo>
                  <a:lnTo>
                    <a:pt x="1661" y="6937"/>
                  </a:lnTo>
                  <a:lnTo>
                    <a:pt x="1978" y="7133"/>
                  </a:lnTo>
                  <a:lnTo>
                    <a:pt x="2320" y="7279"/>
                  </a:lnTo>
                  <a:lnTo>
                    <a:pt x="2662" y="7426"/>
                  </a:lnTo>
                  <a:lnTo>
                    <a:pt x="3028" y="7499"/>
                  </a:lnTo>
                  <a:lnTo>
                    <a:pt x="3395" y="7572"/>
                  </a:lnTo>
                  <a:lnTo>
                    <a:pt x="3786" y="7597"/>
                  </a:lnTo>
                  <a:lnTo>
                    <a:pt x="4176" y="7572"/>
                  </a:lnTo>
                  <a:lnTo>
                    <a:pt x="4567" y="7499"/>
                  </a:lnTo>
                  <a:lnTo>
                    <a:pt x="4909" y="7426"/>
                  </a:lnTo>
                  <a:lnTo>
                    <a:pt x="5275" y="7279"/>
                  </a:lnTo>
                  <a:lnTo>
                    <a:pt x="5593" y="7133"/>
                  </a:lnTo>
                  <a:lnTo>
                    <a:pt x="5910" y="6937"/>
                  </a:lnTo>
                  <a:lnTo>
                    <a:pt x="6203" y="6717"/>
                  </a:lnTo>
                  <a:lnTo>
                    <a:pt x="6472" y="6473"/>
                  </a:lnTo>
                  <a:lnTo>
                    <a:pt x="6716" y="6204"/>
                  </a:lnTo>
                  <a:lnTo>
                    <a:pt x="6936" y="5911"/>
                  </a:lnTo>
                  <a:lnTo>
                    <a:pt x="7132" y="5594"/>
                  </a:lnTo>
                  <a:lnTo>
                    <a:pt x="7278" y="5276"/>
                  </a:lnTo>
                  <a:lnTo>
                    <a:pt x="7425" y="4934"/>
                  </a:lnTo>
                  <a:lnTo>
                    <a:pt x="7498" y="4568"/>
                  </a:lnTo>
                  <a:lnTo>
                    <a:pt x="7571" y="4177"/>
                  </a:lnTo>
                  <a:lnTo>
                    <a:pt x="7571" y="3787"/>
                  </a:lnTo>
                  <a:lnTo>
                    <a:pt x="7571" y="3420"/>
                  </a:lnTo>
                  <a:lnTo>
                    <a:pt x="7498" y="3029"/>
                  </a:lnTo>
                  <a:lnTo>
                    <a:pt x="7425" y="2663"/>
                  </a:lnTo>
                  <a:lnTo>
                    <a:pt x="7278" y="2321"/>
                  </a:lnTo>
                  <a:lnTo>
                    <a:pt x="7132" y="1979"/>
                  </a:lnTo>
                  <a:lnTo>
                    <a:pt x="6936" y="1686"/>
                  </a:lnTo>
                  <a:lnTo>
                    <a:pt x="6716" y="1393"/>
                  </a:lnTo>
                  <a:lnTo>
                    <a:pt x="6472" y="1124"/>
                  </a:lnTo>
                  <a:lnTo>
                    <a:pt x="6203" y="880"/>
                  </a:lnTo>
                  <a:lnTo>
                    <a:pt x="5910" y="660"/>
                  </a:lnTo>
                  <a:lnTo>
                    <a:pt x="5593" y="465"/>
                  </a:lnTo>
                  <a:lnTo>
                    <a:pt x="5275" y="294"/>
                  </a:lnTo>
                  <a:lnTo>
                    <a:pt x="4909" y="172"/>
                  </a:lnTo>
                  <a:lnTo>
                    <a:pt x="4567" y="74"/>
                  </a:lnTo>
                  <a:lnTo>
                    <a:pt x="4176" y="25"/>
                  </a:lnTo>
                  <a:lnTo>
                    <a:pt x="3786" y="1"/>
                  </a:lnTo>
                  <a:close/>
                </a:path>
              </a:pathLst>
            </a:custGeom>
            <a:solidFill>
              <a:srgbClr val="184769"/>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grpSp>
      <p:sp>
        <p:nvSpPr>
          <p:cNvPr id="1403" name="Google Shape;1403;p10"/>
          <p:cNvSpPr/>
          <p:nvPr/>
        </p:nvSpPr>
        <p:spPr>
          <a:xfrm>
            <a:off x="8081326" y="3153875"/>
            <a:ext cx="299952" cy="272838"/>
          </a:xfrm>
          <a:custGeom>
            <a:rect b="b" l="l" r="r" t="t"/>
            <a:pathLst>
              <a:path extrusionOk="0" h="14752" w="16218">
                <a:moveTo>
                  <a:pt x="7694" y="0"/>
                </a:moveTo>
                <a:lnTo>
                  <a:pt x="7279" y="25"/>
                </a:lnTo>
                <a:lnTo>
                  <a:pt x="6863" y="74"/>
                </a:lnTo>
                <a:lnTo>
                  <a:pt x="6473" y="123"/>
                </a:lnTo>
                <a:lnTo>
                  <a:pt x="6082" y="196"/>
                </a:lnTo>
                <a:lnTo>
                  <a:pt x="5691" y="293"/>
                </a:lnTo>
                <a:lnTo>
                  <a:pt x="5325" y="416"/>
                </a:lnTo>
                <a:lnTo>
                  <a:pt x="4958" y="538"/>
                </a:lnTo>
                <a:lnTo>
                  <a:pt x="4592" y="660"/>
                </a:lnTo>
                <a:lnTo>
                  <a:pt x="4250" y="831"/>
                </a:lnTo>
                <a:lnTo>
                  <a:pt x="3908" y="977"/>
                </a:lnTo>
                <a:lnTo>
                  <a:pt x="3566" y="1173"/>
                </a:lnTo>
                <a:lnTo>
                  <a:pt x="3249" y="1368"/>
                </a:lnTo>
                <a:lnTo>
                  <a:pt x="2956" y="1563"/>
                </a:lnTo>
                <a:lnTo>
                  <a:pt x="2663" y="1783"/>
                </a:lnTo>
                <a:lnTo>
                  <a:pt x="2370" y="2003"/>
                </a:lnTo>
                <a:lnTo>
                  <a:pt x="2101" y="2247"/>
                </a:lnTo>
                <a:lnTo>
                  <a:pt x="1857" y="2492"/>
                </a:lnTo>
                <a:lnTo>
                  <a:pt x="1612" y="2760"/>
                </a:lnTo>
                <a:lnTo>
                  <a:pt x="1393" y="3029"/>
                </a:lnTo>
                <a:lnTo>
                  <a:pt x="1173" y="3298"/>
                </a:lnTo>
                <a:lnTo>
                  <a:pt x="977" y="3591"/>
                </a:lnTo>
                <a:lnTo>
                  <a:pt x="807" y="3884"/>
                </a:lnTo>
                <a:lnTo>
                  <a:pt x="636" y="4201"/>
                </a:lnTo>
                <a:lnTo>
                  <a:pt x="489" y="4519"/>
                </a:lnTo>
                <a:lnTo>
                  <a:pt x="367" y="4836"/>
                </a:lnTo>
                <a:lnTo>
                  <a:pt x="245" y="5154"/>
                </a:lnTo>
                <a:lnTo>
                  <a:pt x="172" y="5496"/>
                </a:lnTo>
                <a:lnTo>
                  <a:pt x="98" y="5838"/>
                </a:lnTo>
                <a:lnTo>
                  <a:pt x="49" y="6179"/>
                </a:lnTo>
                <a:lnTo>
                  <a:pt x="1" y="6521"/>
                </a:lnTo>
                <a:lnTo>
                  <a:pt x="1" y="6888"/>
                </a:lnTo>
                <a:lnTo>
                  <a:pt x="1" y="7254"/>
                </a:lnTo>
                <a:lnTo>
                  <a:pt x="49" y="7645"/>
                </a:lnTo>
                <a:lnTo>
                  <a:pt x="98" y="8011"/>
                </a:lnTo>
                <a:lnTo>
                  <a:pt x="196" y="8353"/>
                </a:lnTo>
                <a:lnTo>
                  <a:pt x="294" y="8719"/>
                </a:lnTo>
                <a:lnTo>
                  <a:pt x="416" y="9061"/>
                </a:lnTo>
                <a:lnTo>
                  <a:pt x="562" y="9403"/>
                </a:lnTo>
                <a:lnTo>
                  <a:pt x="733" y="9745"/>
                </a:lnTo>
                <a:lnTo>
                  <a:pt x="904" y="10063"/>
                </a:lnTo>
                <a:lnTo>
                  <a:pt x="1100" y="10356"/>
                </a:lnTo>
                <a:lnTo>
                  <a:pt x="1344" y="10673"/>
                </a:lnTo>
                <a:lnTo>
                  <a:pt x="1564" y="10966"/>
                </a:lnTo>
                <a:lnTo>
                  <a:pt x="1832" y="11235"/>
                </a:lnTo>
                <a:lnTo>
                  <a:pt x="2101" y="11504"/>
                </a:lnTo>
                <a:lnTo>
                  <a:pt x="2394" y="11772"/>
                </a:lnTo>
                <a:lnTo>
                  <a:pt x="2687" y="12017"/>
                </a:lnTo>
                <a:lnTo>
                  <a:pt x="2492" y="12383"/>
                </a:lnTo>
                <a:lnTo>
                  <a:pt x="2272" y="12749"/>
                </a:lnTo>
                <a:lnTo>
                  <a:pt x="2028" y="13140"/>
                </a:lnTo>
                <a:lnTo>
                  <a:pt x="1710" y="13506"/>
                </a:lnTo>
                <a:lnTo>
                  <a:pt x="1368" y="13873"/>
                </a:lnTo>
                <a:lnTo>
                  <a:pt x="1173" y="14044"/>
                </a:lnTo>
                <a:lnTo>
                  <a:pt x="953" y="14190"/>
                </a:lnTo>
                <a:lnTo>
                  <a:pt x="733" y="14337"/>
                </a:lnTo>
                <a:lnTo>
                  <a:pt x="513" y="14483"/>
                </a:lnTo>
                <a:lnTo>
                  <a:pt x="269" y="14581"/>
                </a:lnTo>
                <a:lnTo>
                  <a:pt x="1" y="14703"/>
                </a:lnTo>
                <a:lnTo>
                  <a:pt x="123" y="14703"/>
                </a:lnTo>
                <a:lnTo>
                  <a:pt x="489" y="14752"/>
                </a:lnTo>
                <a:lnTo>
                  <a:pt x="1368" y="14752"/>
                </a:lnTo>
                <a:lnTo>
                  <a:pt x="1710" y="14728"/>
                </a:lnTo>
                <a:lnTo>
                  <a:pt x="2101" y="14654"/>
                </a:lnTo>
                <a:lnTo>
                  <a:pt x="2492" y="14581"/>
                </a:lnTo>
                <a:lnTo>
                  <a:pt x="2907" y="14459"/>
                </a:lnTo>
                <a:lnTo>
                  <a:pt x="3322" y="14312"/>
                </a:lnTo>
                <a:lnTo>
                  <a:pt x="3762" y="14117"/>
                </a:lnTo>
                <a:lnTo>
                  <a:pt x="4177" y="13873"/>
                </a:lnTo>
                <a:lnTo>
                  <a:pt x="4592" y="13604"/>
                </a:lnTo>
                <a:lnTo>
                  <a:pt x="4983" y="13238"/>
                </a:lnTo>
                <a:lnTo>
                  <a:pt x="5349" y="13360"/>
                </a:lnTo>
                <a:lnTo>
                  <a:pt x="5716" y="13482"/>
                </a:lnTo>
                <a:lnTo>
                  <a:pt x="6106" y="13555"/>
                </a:lnTo>
                <a:lnTo>
                  <a:pt x="6497" y="13628"/>
                </a:lnTo>
                <a:lnTo>
                  <a:pt x="6888" y="13702"/>
                </a:lnTo>
                <a:lnTo>
                  <a:pt x="7279" y="13751"/>
                </a:lnTo>
                <a:lnTo>
                  <a:pt x="7694" y="13775"/>
                </a:lnTo>
                <a:lnTo>
                  <a:pt x="8524" y="13775"/>
                </a:lnTo>
                <a:lnTo>
                  <a:pt x="8939" y="13751"/>
                </a:lnTo>
                <a:lnTo>
                  <a:pt x="9355" y="13702"/>
                </a:lnTo>
                <a:lnTo>
                  <a:pt x="9745" y="13628"/>
                </a:lnTo>
                <a:lnTo>
                  <a:pt x="10136" y="13555"/>
                </a:lnTo>
                <a:lnTo>
                  <a:pt x="10527" y="13458"/>
                </a:lnTo>
                <a:lnTo>
                  <a:pt x="10893" y="13360"/>
                </a:lnTo>
                <a:lnTo>
                  <a:pt x="11260" y="13238"/>
                </a:lnTo>
                <a:lnTo>
                  <a:pt x="11626" y="13091"/>
                </a:lnTo>
                <a:lnTo>
                  <a:pt x="11968" y="12945"/>
                </a:lnTo>
                <a:lnTo>
                  <a:pt x="12310" y="12774"/>
                </a:lnTo>
                <a:lnTo>
                  <a:pt x="12652" y="12603"/>
                </a:lnTo>
                <a:lnTo>
                  <a:pt x="12969" y="12407"/>
                </a:lnTo>
                <a:lnTo>
                  <a:pt x="13262" y="12212"/>
                </a:lnTo>
                <a:lnTo>
                  <a:pt x="13555" y="11992"/>
                </a:lnTo>
                <a:lnTo>
                  <a:pt x="13848" y="11748"/>
                </a:lnTo>
                <a:lnTo>
                  <a:pt x="14117" y="11528"/>
                </a:lnTo>
                <a:lnTo>
                  <a:pt x="14361" y="11259"/>
                </a:lnTo>
                <a:lnTo>
                  <a:pt x="14606" y="11015"/>
                </a:lnTo>
                <a:lnTo>
                  <a:pt x="14825" y="10747"/>
                </a:lnTo>
                <a:lnTo>
                  <a:pt x="15045" y="10453"/>
                </a:lnTo>
                <a:lnTo>
                  <a:pt x="15241" y="10160"/>
                </a:lnTo>
                <a:lnTo>
                  <a:pt x="15412" y="9867"/>
                </a:lnTo>
                <a:lnTo>
                  <a:pt x="15582" y="9574"/>
                </a:lnTo>
                <a:lnTo>
                  <a:pt x="15729" y="9257"/>
                </a:lnTo>
                <a:lnTo>
                  <a:pt x="15851" y="8939"/>
                </a:lnTo>
                <a:lnTo>
                  <a:pt x="15973" y="8597"/>
                </a:lnTo>
                <a:lnTo>
                  <a:pt x="16047" y="8280"/>
                </a:lnTo>
                <a:lnTo>
                  <a:pt x="16120" y="7938"/>
                </a:lnTo>
                <a:lnTo>
                  <a:pt x="16169" y="7596"/>
                </a:lnTo>
                <a:lnTo>
                  <a:pt x="16217" y="7230"/>
                </a:lnTo>
                <a:lnTo>
                  <a:pt x="16217" y="6888"/>
                </a:lnTo>
                <a:lnTo>
                  <a:pt x="16217" y="6521"/>
                </a:lnTo>
                <a:lnTo>
                  <a:pt x="16169" y="6179"/>
                </a:lnTo>
                <a:lnTo>
                  <a:pt x="16120" y="5838"/>
                </a:lnTo>
                <a:lnTo>
                  <a:pt x="16047" y="5496"/>
                </a:lnTo>
                <a:lnTo>
                  <a:pt x="15973" y="5154"/>
                </a:lnTo>
                <a:lnTo>
                  <a:pt x="15851" y="4836"/>
                </a:lnTo>
                <a:lnTo>
                  <a:pt x="15729" y="4519"/>
                </a:lnTo>
                <a:lnTo>
                  <a:pt x="15582" y="4201"/>
                </a:lnTo>
                <a:lnTo>
                  <a:pt x="15412" y="3884"/>
                </a:lnTo>
                <a:lnTo>
                  <a:pt x="15241" y="3591"/>
                </a:lnTo>
                <a:lnTo>
                  <a:pt x="15045" y="3298"/>
                </a:lnTo>
                <a:lnTo>
                  <a:pt x="14825" y="3029"/>
                </a:lnTo>
                <a:lnTo>
                  <a:pt x="14606" y="2760"/>
                </a:lnTo>
                <a:lnTo>
                  <a:pt x="14361" y="2492"/>
                </a:lnTo>
                <a:lnTo>
                  <a:pt x="14117" y="2247"/>
                </a:lnTo>
                <a:lnTo>
                  <a:pt x="13848" y="2003"/>
                </a:lnTo>
                <a:lnTo>
                  <a:pt x="13555" y="1783"/>
                </a:lnTo>
                <a:lnTo>
                  <a:pt x="13262" y="1563"/>
                </a:lnTo>
                <a:lnTo>
                  <a:pt x="12969" y="1368"/>
                </a:lnTo>
                <a:lnTo>
                  <a:pt x="12652" y="1173"/>
                </a:lnTo>
                <a:lnTo>
                  <a:pt x="12310" y="977"/>
                </a:lnTo>
                <a:lnTo>
                  <a:pt x="11968" y="831"/>
                </a:lnTo>
                <a:lnTo>
                  <a:pt x="11626" y="660"/>
                </a:lnTo>
                <a:lnTo>
                  <a:pt x="11260" y="538"/>
                </a:lnTo>
                <a:lnTo>
                  <a:pt x="10893" y="416"/>
                </a:lnTo>
                <a:lnTo>
                  <a:pt x="10527" y="293"/>
                </a:lnTo>
                <a:lnTo>
                  <a:pt x="10136" y="196"/>
                </a:lnTo>
                <a:lnTo>
                  <a:pt x="9745" y="123"/>
                </a:lnTo>
                <a:lnTo>
                  <a:pt x="9355" y="74"/>
                </a:lnTo>
                <a:lnTo>
                  <a:pt x="8939" y="25"/>
                </a:lnTo>
                <a:lnTo>
                  <a:pt x="8524" y="0"/>
                </a:lnTo>
                <a:close/>
              </a:path>
            </a:pathLst>
          </a:custGeom>
          <a:solidFill>
            <a:srgbClr val="3292E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0"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
    <p:bg>
      <p:bgPr>
        <a:solidFill>
          <a:srgbClr val="0E293C"/>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1732700" y="1735600"/>
            <a:ext cx="4944300" cy="645300"/>
          </a:xfrm>
          <a:prstGeom prst="rect">
            <a:avLst/>
          </a:prstGeom>
          <a:noFill/>
          <a:ln>
            <a:noFill/>
          </a:ln>
        </p:spPr>
        <p:txBody>
          <a:bodyPr anchorCtr="0" anchor="b" bIns="91425" lIns="91425" spcFirstLastPara="1" rIns="91425" wrap="square" tIns="91425">
            <a:noAutofit/>
          </a:bodyPr>
          <a:lstStyle>
            <a:lvl1pPr lvl="0" marR="0" rtl="0" algn="l">
              <a:lnSpc>
                <a:spcPct val="100000"/>
              </a:lnSpc>
              <a:spcBef>
                <a:spcPts val="0"/>
              </a:spcBef>
              <a:spcAft>
                <a:spcPts val="0"/>
              </a:spcAft>
              <a:buClr>
                <a:srgbClr val="19BBD5"/>
              </a:buClr>
              <a:buSzPts val="4000"/>
              <a:buFont typeface="Nixie One"/>
              <a:buNone/>
              <a:defRPr b="0" i="0" spc="0" sz="4000" u="none" cap="none" strike="noStrike">
                <a:solidFill>
                  <a:srgbClr val="19BBD5"/>
                </a:solidFill>
                <a:latin typeface="Nixie One"/>
                <a:ea typeface="Nixie One"/>
                <a:cs typeface="Nixie One"/>
                <a:sym typeface="Nixie One"/>
              </a:defRPr>
            </a:lvl1pPr>
            <a:lvl2pPr lvl="1" marR="0" rtl="0" algn="l">
              <a:lnSpc>
                <a:spcPct val="100000"/>
              </a:lnSpc>
              <a:spcBef>
                <a:spcPts val="0"/>
              </a:spcBef>
              <a:spcAft>
                <a:spcPts val="0"/>
              </a:spcAft>
              <a:buClr>
                <a:srgbClr val="19BBD5"/>
              </a:buClr>
              <a:buSzPts val="4000"/>
              <a:buFont typeface="Nixie One"/>
              <a:buNone/>
              <a:defRPr b="0" i="0" spc="0" sz="4000" u="none" cap="none" strike="noStrike">
                <a:solidFill>
                  <a:srgbClr val="19BBD5"/>
                </a:solidFill>
                <a:latin typeface="Nixie One"/>
                <a:ea typeface="Nixie One"/>
                <a:cs typeface="Nixie One"/>
                <a:sym typeface="Nixie One"/>
              </a:defRPr>
            </a:lvl2pPr>
            <a:lvl3pPr lvl="2" marR="0" rtl="0" algn="l">
              <a:lnSpc>
                <a:spcPct val="100000"/>
              </a:lnSpc>
              <a:spcBef>
                <a:spcPts val="0"/>
              </a:spcBef>
              <a:spcAft>
                <a:spcPts val="0"/>
              </a:spcAft>
              <a:buClr>
                <a:srgbClr val="19BBD5"/>
              </a:buClr>
              <a:buSzPts val="4000"/>
              <a:buFont typeface="Nixie One"/>
              <a:buNone/>
              <a:defRPr b="0" i="0" spc="0" sz="4000" u="none" cap="none" strike="noStrike">
                <a:solidFill>
                  <a:srgbClr val="19BBD5"/>
                </a:solidFill>
                <a:latin typeface="Nixie One"/>
                <a:ea typeface="Nixie One"/>
                <a:cs typeface="Nixie One"/>
                <a:sym typeface="Nixie One"/>
              </a:defRPr>
            </a:lvl3pPr>
            <a:lvl4pPr lvl="3" marR="0" rtl="0" algn="l">
              <a:lnSpc>
                <a:spcPct val="100000"/>
              </a:lnSpc>
              <a:spcBef>
                <a:spcPts val="0"/>
              </a:spcBef>
              <a:spcAft>
                <a:spcPts val="0"/>
              </a:spcAft>
              <a:buClr>
                <a:srgbClr val="19BBD5"/>
              </a:buClr>
              <a:buSzPts val="4000"/>
              <a:buFont typeface="Nixie One"/>
              <a:buNone/>
              <a:defRPr b="0" i="0" spc="0" sz="4000" u="none" cap="none" strike="noStrike">
                <a:solidFill>
                  <a:srgbClr val="19BBD5"/>
                </a:solidFill>
                <a:latin typeface="Nixie One"/>
                <a:ea typeface="Nixie One"/>
                <a:cs typeface="Nixie One"/>
                <a:sym typeface="Nixie One"/>
              </a:defRPr>
            </a:lvl4pPr>
            <a:lvl5pPr lvl="4" marR="0" rtl="0" algn="l">
              <a:lnSpc>
                <a:spcPct val="100000"/>
              </a:lnSpc>
              <a:spcBef>
                <a:spcPts val="0"/>
              </a:spcBef>
              <a:spcAft>
                <a:spcPts val="0"/>
              </a:spcAft>
              <a:buClr>
                <a:srgbClr val="19BBD5"/>
              </a:buClr>
              <a:buSzPts val="4000"/>
              <a:buFont typeface="Nixie One"/>
              <a:buNone/>
              <a:defRPr b="0" i="0" spc="0" sz="4000" u="none" cap="none" strike="noStrike">
                <a:solidFill>
                  <a:srgbClr val="19BBD5"/>
                </a:solidFill>
                <a:latin typeface="Nixie One"/>
                <a:ea typeface="Nixie One"/>
                <a:cs typeface="Nixie One"/>
                <a:sym typeface="Nixie One"/>
              </a:defRPr>
            </a:lvl5pPr>
            <a:lvl6pPr lvl="5" marR="0" rtl="0" algn="l">
              <a:lnSpc>
                <a:spcPct val="100000"/>
              </a:lnSpc>
              <a:spcBef>
                <a:spcPts val="0"/>
              </a:spcBef>
              <a:spcAft>
                <a:spcPts val="0"/>
              </a:spcAft>
              <a:buClr>
                <a:srgbClr val="19BBD5"/>
              </a:buClr>
              <a:buSzPts val="4000"/>
              <a:buFont typeface="Nixie One"/>
              <a:buNone/>
              <a:defRPr b="0" i="0" spc="0" sz="4000" u="none" cap="none" strike="noStrike">
                <a:solidFill>
                  <a:srgbClr val="19BBD5"/>
                </a:solidFill>
                <a:latin typeface="Nixie One"/>
                <a:ea typeface="Nixie One"/>
                <a:cs typeface="Nixie One"/>
                <a:sym typeface="Nixie One"/>
              </a:defRPr>
            </a:lvl6pPr>
            <a:lvl7pPr lvl="6" marR="0" rtl="0" algn="l">
              <a:lnSpc>
                <a:spcPct val="100000"/>
              </a:lnSpc>
              <a:spcBef>
                <a:spcPts val="0"/>
              </a:spcBef>
              <a:spcAft>
                <a:spcPts val="0"/>
              </a:spcAft>
              <a:buClr>
                <a:srgbClr val="19BBD5"/>
              </a:buClr>
              <a:buSzPts val="4000"/>
              <a:buFont typeface="Nixie One"/>
              <a:buNone/>
              <a:defRPr b="0" i="0" spc="0" sz="4000" u="none" cap="none" strike="noStrike">
                <a:solidFill>
                  <a:srgbClr val="19BBD5"/>
                </a:solidFill>
                <a:latin typeface="Nixie One"/>
                <a:ea typeface="Nixie One"/>
                <a:cs typeface="Nixie One"/>
                <a:sym typeface="Nixie One"/>
              </a:defRPr>
            </a:lvl7pPr>
            <a:lvl8pPr lvl="7" marR="0" rtl="0" algn="l">
              <a:lnSpc>
                <a:spcPct val="100000"/>
              </a:lnSpc>
              <a:spcBef>
                <a:spcPts val="0"/>
              </a:spcBef>
              <a:spcAft>
                <a:spcPts val="0"/>
              </a:spcAft>
              <a:buClr>
                <a:srgbClr val="19BBD5"/>
              </a:buClr>
              <a:buSzPts val="4000"/>
              <a:buFont typeface="Nixie One"/>
              <a:buNone/>
              <a:defRPr b="0" i="0" spc="0" sz="4000" u="none" cap="none" strike="noStrike">
                <a:solidFill>
                  <a:srgbClr val="19BBD5"/>
                </a:solidFill>
                <a:latin typeface="Nixie One"/>
                <a:ea typeface="Nixie One"/>
                <a:cs typeface="Nixie One"/>
                <a:sym typeface="Nixie One"/>
              </a:defRPr>
            </a:lvl8pPr>
            <a:lvl9pPr lvl="8" marR="0" rtl="0" algn="l">
              <a:lnSpc>
                <a:spcPct val="100000"/>
              </a:lnSpc>
              <a:spcBef>
                <a:spcPts val="0"/>
              </a:spcBef>
              <a:spcAft>
                <a:spcPts val="0"/>
              </a:spcAft>
              <a:buClr>
                <a:srgbClr val="19BBD5"/>
              </a:buClr>
              <a:buSzPts val="4000"/>
              <a:buFont typeface="Nixie One"/>
              <a:buNone/>
              <a:defRPr b="0" i="0" spc="0" sz="4000" u="none" cap="none" strike="noStrike">
                <a:solidFill>
                  <a:srgbClr val="19BBD5"/>
                </a:solidFill>
                <a:latin typeface="Nixie One"/>
                <a:ea typeface="Nixie One"/>
                <a:cs typeface="Nixie One"/>
                <a:sym typeface="Nixie One"/>
              </a:defRPr>
            </a:lvl9pPr>
          </a:lstStyle>
          <a:p/>
        </p:txBody>
      </p:sp>
      <p:sp>
        <p:nvSpPr>
          <p:cNvPr id="7" name="Google Shape;7;p1"/>
          <p:cNvSpPr txBox="1"/>
          <p:nvPr>
            <p:ph idx="1" type="body"/>
          </p:nvPr>
        </p:nvSpPr>
        <p:spPr>
          <a:xfrm>
            <a:off x="1732700" y="2255125"/>
            <a:ext cx="4944300" cy="1659900"/>
          </a:xfrm>
          <a:prstGeom prst="rect">
            <a:avLst/>
          </a:prstGeom>
          <a:noFill/>
          <a:ln>
            <a:noFill/>
          </a:ln>
        </p:spPr>
        <p:txBody>
          <a:bodyPr anchorCtr="0" anchor="t" bIns="91425" lIns="91425" spcFirstLastPara="1" rIns="91425" wrap="square" tIns="91425">
            <a:noAutofit/>
          </a:bodyPr>
          <a:lstStyle>
            <a:lvl1pPr indent="-317500" lvl="0" marL="457200" marR="0" rtl="0" algn="l">
              <a:lnSpc>
                <a:spcPct val="100000"/>
              </a:lnSpc>
              <a:spcBef>
                <a:spcPts val="600"/>
              </a:spcBef>
              <a:spcAft>
                <a:spcPts val="0"/>
              </a:spcAft>
              <a:buClr>
                <a:srgbClr val="19BBD5"/>
              </a:buClr>
              <a:buSzPts val="1400"/>
              <a:buFont typeface="Mulish"/>
              <a:buChar char="◇"/>
              <a:defRPr b="0" i="0" spc="0" sz="1400" u="none" cap="none" strike="noStrike">
                <a:solidFill>
                  <a:srgbClr val="C6DAEC"/>
                </a:solidFill>
                <a:latin typeface="Mulish"/>
                <a:ea typeface="Mulish"/>
                <a:cs typeface="Mulish"/>
                <a:sym typeface="Mulish"/>
              </a:defRPr>
            </a:lvl1pPr>
            <a:lvl2pPr indent="-317500" lvl="1" marL="914400" marR="0" rtl="0" algn="l">
              <a:lnSpc>
                <a:spcPct val="100000"/>
              </a:lnSpc>
              <a:spcBef>
                <a:spcPts val="0"/>
              </a:spcBef>
              <a:spcAft>
                <a:spcPts val="0"/>
              </a:spcAft>
              <a:buClr>
                <a:srgbClr val="19BBD5"/>
              </a:buClr>
              <a:buSzPts val="1400"/>
              <a:buFont typeface="Mulish"/>
              <a:buChar char="￭"/>
              <a:defRPr b="0" i="0" spc="0" sz="1400" u="none" cap="none" strike="noStrike">
                <a:solidFill>
                  <a:srgbClr val="C6DAEC"/>
                </a:solidFill>
                <a:latin typeface="Mulish"/>
                <a:ea typeface="Mulish"/>
                <a:cs typeface="Mulish"/>
                <a:sym typeface="Mulish"/>
              </a:defRPr>
            </a:lvl2pPr>
            <a:lvl3pPr indent="-317500" lvl="2" marL="1371600" marR="0" rtl="0" algn="l">
              <a:lnSpc>
                <a:spcPct val="100000"/>
              </a:lnSpc>
              <a:spcBef>
                <a:spcPts val="0"/>
              </a:spcBef>
              <a:spcAft>
                <a:spcPts val="0"/>
              </a:spcAft>
              <a:buClr>
                <a:srgbClr val="19BBD5"/>
              </a:buClr>
              <a:buSzPts val="1400"/>
              <a:buFont typeface="Mulish"/>
              <a:buChar char="￮"/>
              <a:defRPr b="0" i="0" spc="0" sz="1400" u="none" cap="none" strike="noStrike">
                <a:solidFill>
                  <a:srgbClr val="C6DAEC"/>
                </a:solidFill>
                <a:latin typeface="Mulish"/>
                <a:ea typeface="Mulish"/>
                <a:cs typeface="Mulish"/>
                <a:sym typeface="Mulish"/>
              </a:defRPr>
            </a:lvl3pPr>
            <a:lvl4pPr indent="-317500" lvl="3" marL="1828800" marR="0" rtl="0" algn="l">
              <a:lnSpc>
                <a:spcPct val="100000"/>
              </a:lnSpc>
              <a:spcBef>
                <a:spcPts val="0"/>
              </a:spcBef>
              <a:spcAft>
                <a:spcPts val="0"/>
              </a:spcAft>
              <a:buClr>
                <a:srgbClr val="19BBD5"/>
              </a:buClr>
              <a:buSzPts val="1400"/>
              <a:buFont typeface="Mulish"/>
              <a:buChar char="●"/>
              <a:defRPr b="0" i="0" spc="0" sz="1400" u="none" cap="none" strike="noStrike">
                <a:solidFill>
                  <a:srgbClr val="C6DAEC"/>
                </a:solidFill>
                <a:latin typeface="Mulish"/>
                <a:ea typeface="Mulish"/>
                <a:cs typeface="Mulish"/>
                <a:sym typeface="Mulish"/>
              </a:defRPr>
            </a:lvl4pPr>
            <a:lvl5pPr indent="-317500" lvl="4" marL="2286000" marR="0" rtl="0" algn="l">
              <a:lnSpc>
                <a:spcPct val="100000"/>
              </a:lnSpc>
              <a:spcBef>
                <a:spcPts val="0"/>
              </a:spcBef>
              <a:spcAft>
                <a:spcPts val="0"/>
              </a:spcAft>
              <a:buClr>
                <a:srgbClr val="19BBD5"/>
              </a:buClr>
              <a:buSzPts val="1400"/>
              <a:buFont typeface="Mulish"/>
              <a:buChar char="○"/>
              <a:defRPr b="0" i="0" spc="0" sz="1400" u="none" cap="none" strike="noStrike">
                <a:solidFill>
                  <a:srgbClr val="C6DAEC"/>
                </a:solidFill>
                <a:latin typeface="Mulish"/>
                <a:ea typeface="Mulish"/>
                <a:cs typeface="Mulish"/>
                <a:sym typeface="Mulish"/>
              </a:defRPr>
            </a:lvl5pPr>
            <a:lvl6pPr indent="-317500" lvl="5" marL="2743200" marR="0" rtl="0" algn="l">
              <a:lnSpc>
                <a:spcPct val="100000"/>
              </a:lnSpc>
              <a:spcBef>
                <a:spcPts val="0"/>
              </a:spcBef>
              <a:spcAft>
                <a:spcPts val="0"/>
              </a:spcAft>
              <a:buClr>
                <a:srgbClr val="C6DAEC"/>
              </a:buClr>
              <a:buSzPts val="1400"/>
              <a:buFont typeface="Mulish"/>
              <a:buChar char="■"/>
              <a:defRPr b="0" i="0" spc="0" sz="1400" u="none" cap="none" strike="noStrike">
                <a:solidFill>
                  <a:srgbClr val="C6DAEC"/>
                </a:solidFill>
                <a:latin typeface="Mulish"/>
                <a:ea typeface="Mulish"/>
                <a:cs typeface="Mulish"/>
                <a:sym typeface="Mulish"/>
              </a:defRPr>
            </a:lvl6pPr>
            <a:lvl7pPr indent="-317500" lvl="6" marL="3200400" marR="0" rtl="0" algn="l">
              <a:lnSpc>
                <a:spcPct val="100000"/>
              </a:lnSpc>
              <a:spcBef>
                <a:spcPts val="0"/>
              </a:spcBef>
              <a:spcAft>
                <a:spcPts val="0"/>
              </a:spcAft>
              <a:buClr>
                <a:srgbClr val="C6DAEC"/>
              </a:buClr>
              <a:buSzPts val="1400"/>
              <a:buFont typeface="Mulish"/>
              <a:buChar char="●"/>
              <a:defRPr b="0" i="0" spc="0" sz="1400" u="none" cap="none" strike="noStrike">
                <a:solidFill>
                  <a:srgbClr val="C6DAEC"/>
                </a:solidFill>
                <a:latin typeface="Mulish"/>
                <a:ea typeface="Mulish"/>
                <a:cs typeface="Mulish"/>
                <a:sym typeface="Mulish"/>
              </a:defRPr>
            </a:lvl7pPr>
            <a:lvl8pPr indent="-317500" lvl="7" marL="3657600" marR="0" rtl="0" algn="l">
              <a:lnSpc>
                <a:spcPct val="100000"/>
              </a:lnSpc>
              <a:spcBef>
                <a:spcPts val="0"/>
              </a:spcBef>
              <a:spcAft>
                <a:spcPts val="0"/>
              </a:spcAft>
              <a:buClr>
                <a:srgbClr val="C6DAEC"/>
              </a:buClr>
              <a:buSzPts val="1400"/>
              <a:buFont typeface="Mulish"/>
              <a:buChar char="○"/>
              <a:defRPr b="0" i="0" spc="0" sz="1400" u="none" cap="none" strike="noStrike">
                <a:solidFill>
                  <a:srgbClr val="C6DAEC"/>
                </a:solidFill>
                <a:latin typeface="Mulish"/>
                <a:ea typeface="Mulish"/>
                <a:cs typeface="Mulish"/>
                <a:sym typeface="Mulish"/>
              </a:defRPr>
            </a:lvl8pPr>
            <a:lvl9pPr indent="-317500" lvl="8" marL="4114800" marR="0" rtl="0" algn="l">
              <a:lnSpc>
                <a:spcPct val="100000"/>
              </a:lnSpc>
              <a:spcBef>
                <a:spcPts val="0"/>
              </a:spcBef>
              <a:spcAft>
                <a:spcPts val="0"/>
              </a:spcAft>
              <a:buClr>
                <a:srgbClr val="C6DAEC"/>
              </a:buClr>
              <a:buSzPts val="1400"/>
              <a:buFont typeface="Mulish"/>
              <a:buChar char="■"/>
              <a:defRPr b="0" i="0" spc="0" sz="1400" u="none" cap="none" strike="noStrike">
                <a:solidFill>
                  <a:srgbClr val="C6DAEC"/>
                </a:solidFill>
                <a:latin typeface="Mulish"/>
                <a:ea typeface="Mulish"/>
                <a:cs typeface="Mulish"/>
                <a:sym typeface="Mulish"/>
              </a:defRPr>
            </a:lvl9pPr>
          </a:lstStyle>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Lst>
  <p:transition>
    <p:fade thruBlk="1"/>
  </p:transition>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2.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5.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9.xml"/><Relationship Id="rId3" Type="http://schemas.openxmlformats.org/officeDocument/2006/relationships/image" Target="../media/image6.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4.jp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1.xml"/><Relationship Id="rId3" Type="http://schemas.openxmlformats.org/officeDocument/2006/relationships/image" Target="../media/image3.jp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hyperlink" Target="https://oneredodd.github.io/scifi-timeline/" TargetMode="Externa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07" name="Shape 1407"/>
        <p:cNvGrpSpPr/>
        <p:nvPr/>
      </p:nvGrpSpPr>
      <p:grpSpPr>
        <a:xfrm>
          <a:off x="0" y="0"/>
          <a:ext cx="0" cy="0"/>
          <a:chOff x="0" y="0"/>
          <a:chExt cx="0" cy="0"/>
        </a:xfrm>
      </p:grpSpPr>
      <p:sp>
        <p:nvSpPr>
          <p:cNvPr id="1408" name="Google Shape;1408;p11"/>
          <p:cNvSpPr txBox="1"/>
          <p:nvPr>
            <p:ph type="ctrTitle"/>
          </p:nvPr>
        </p:nvSpPr>
        <p:spPr>
          <a:xfrm>
            <a:off x="457200" y="1764792"/>
            <a:ext cx="8229600" cy="868680"/>
          </a:xfrm>
          <a:prstGeom prst="rect">
            <a:avLst/>
          </a:prstGeom>
          <a:noFill/>
          <a:ln>
            <a:noFill/>
          </a:ln>
        </p:spPr>
        <p:txBody>
          <a:bodyPr anchorCtr="0" anchor="ctr" bIns="91425" lIns="91425" spcFirstLastPara="1" rIns="91425" wrap="square" tIns="91425">
            <a:noAutofit/>
          </a:bodyPr>
          <a:lstStyle/>
          <a:p>
            <a:pPr indent="0" lvl="0" marL="0" rtl="0" algn="ctr">
              <a:lnSpc>
                <a:spcPct val="100000"/>
              </a:lnSpc>
              <a:spcBef>
                <a:spcPts val="0"/>
              </a:spcBef>
              <a:spcAft>
                <a:spcPts val="0"/>
              </a:spcAft>
              <a:buSzPts val="4800"/>
              <a:buNone/>
            </a:pPr>
            <a:r>
              <a:rPr lang="en-GB" sz="4000"/>
              <a:t>Roads? Where We’re Going:</a:t>
            </a:r>
            <a:endParaRPr sz="4000"/>
          </a:p>
        </p:txBody>
      </p:sp>
      <p:sp>
        <p:nvSpPr>
          <p:cNvPr id="1409" name="Google Shape;1409;p11"/>
          <p:cNvSpPr txBox="1"/>
          <p:nvPr/>
        </p:nvSpPr>
        <p:spPr>
          <a:xfrm>
            <a:off x="457200" y="2633472"/>
            <a:ext cx="8229600" cy="4572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600"/>
              <a:buFont typeface="Arial"/>
              <a:buNone/>
            </a:pPr>
            <a:r>
              <a:rPr lang="en-GB" sz="2000">
                <a:solidFill>
                  <a:srgbClr val="C6DAEC"/>
                </a:solidFill>
                <a:latin typeface="Mulish"/>
                <a:ea typeface="Mulish"/>
                <a:cs typeface="Mulish"/>
                <a:sym typeface="Mulish"/>
              </a:rPr>
              <a:t>the movies promised me flying cars, so I kept score</a:t>
            </a:r>
            <a:endParaRPr sz="2000"/>
          </a:p>
        </p:txBody>
      </p:sp>
      <p:sp>
        <p:nvSpPr>
          <p:cNvPr id="1410" name="Google Shape;1410;p11"/>
          <p:cNvSpPr txBox="1"/>
          <p:nvPr/>
        </p:nvSpPr>
        <p:spPr>
          <a:xfrm>
            <a:off x="457200" y="3072384"/>
            <a:ext cx="8229600" cy="384048"/>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GB" spc="0" sz="1400" u="none" cap="none" strike="noStrike">
                <a:solidFill>
                  <a:srgbClr val="00E1C6"/>
                </a:solidFill>
                <a:latin typeface="Mulish"/>
                <a:ea typeface="Mulish"/>
                <a:cs typeface="Mulish"/>
                <a:sym typeface="Mulish"/>
              </a:rPr>
              <a:t>Andi Sharkey, October 2026</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14" name="Shape 1414"/>
        <p:cNvGrpSpPr/>
        <p:nvPr/>
      </p:nvGrpSpPr>
      <p:grpSpPr>
        <a:xfrm>
          <a:off x="0" y="0"/>
          <a:ext cx="0" cy="0"/>
          <a:chOff x="0" y="0"/>
          <a:chExt cx="0" cy="0"/>
        </a:xfrm>
      </p:grpSpPr>
      <p:sp>
        <p:nvSpPr>
          <p:cNvPr id="1415" name="Google Shape;1415;p12"/>
          <p:cNvSpPr txBox="1"/>
          <p:nvPr>
            <p:ph idx="4294967295" type="ctrTitle"/>
          </p:nvPr>
        </p:nvSpPr>
        <p:spPr>
          <a:xfrm>
            <a:off x="3829507" y="777240"/>
            <a:ext cx="5120640" cy="77724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19BBD5"/>
              </a:buClr>
              <a:buSzPts val="4000"/>
              <a:buFont typeface="Nixie One"/>
              <a:buNone/>
            </a:pPr>
            <a:r>
              <a:rPr b="0" i="0" lang="en-GB" spc="0" sz="4600" u="none" cap="none" strike="noStrike">
                <a:solidFill>
                  <a:srgbClr val="19BBD5"/>
                </a:solidFill>
                <a:latin typeface="Nixie One"/>
                <a:ea typeface="Nixie One"/>
                <a:cs typeface="Nixie One"/>
                <a:sym typeface="Nixie One"/>
              </a:rPr>
              <a:t>Two questions</a:t>
            </a:r>
            <a:endParaRPr/>
          </a:p>
        </p:txBody>
      </p:sp>
      <p:sp>
        <p:nvSpPr>
          <p:cNvPr id="1416" name="Google Shape;1416;p12"/>
          <p:cNvSpPr txBox="1"/>
          <p:nvPr>
            <p:ph idx="4294967295" type="subTitle"/>
          </p:nvPr>
        </p:nvSpPr>
        <p:spPr>
          <a:xfrm>
            <a:off x="3829507" y="1600200"/>
            <a:ext cx="4526280" cy="260604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19BBD5"/>
              </a:buClr>
              <a:buSzPts val="1400"/>
              <a:buFont typeface="Mulish"/>
              <a:buNone/>
            </a:pPr>
            <a:r>
              <a:rPr b="0" i="0" lang="en-GB" spc="0" sz="1800" u="none" cap="none" strike="noStrike">
                <a:solidFill>
                  <a:srgbClr val="C6DAEC"/>
                </a:solidFill>
                <a:latin typeface="Mulish"/>
                <a:ea typeface="Mulish"/>
                <a:cs typeface="Mulish"/>
                <a:sym typeface="Mulish"/>
              </a:rPr>
              <a:t>1.  How far ahead do sci-fi films set their stories?</a:t>
            </a:r>
            <a:endParaRPr/>
          </a:p>
          <a:p>
            <a:pPr indent="0" lvl="0" marL="0" marR="0" rtl="0" algn="l">
              <a:lnSpc>
                <a:spcPct val="100000"/>
              </a:lnSpc>
              <a:spcBef>
                <a:spcPts val="1000"/>
              </a:spcBef>
              <a:spcAft>
                <a:spcPts val="0"/>
              </a:spcAft>
              <a:buClr>
                <a:srgbClr val="19BBD5"/>
              </a:buClr>
              <a:buSzPts val="1400"/>
              <a:buFont typeface="Mulish"/>
              <a:buNone/>
            </a:pPr>
            <a:r>
              <a:rPr b="0" i="0" lang="en-GB" spc="0" sz="1800" u="none" cap="none" strike="noStrike">
                <a:solidFill>
                  <a:srgbClr val="C6DAEC"/>
                </a:solidFill>
                <a:latin typeface="Mulish"/>
                <a:ea typeface="Mulish"/>
                <a:cs typeface="Mulish"/>
                <a:sym typeface="Mulish"/>
              </a:rPr>
              <a:t>2.  Now that many of those futures have arrived, how often were they right?</a:t>
            </a:r>
            <a:endParaRPr/>
          </a:p>
          <a:p>
            <a:pPr indent="0" lvl="0" marL="0" marR="0" rtl="0" algn="l">
              <a:lnSpc>
                <a:spcPct val="100000"/>
              </a:lnSpc>
              <a:spcBef>
                <a:spcPts val="1600"/>
              </a:spcBef>
              <a:spcAft>
                <a:spcPts val="0"/>
              </a:spcAft>
              <a:buClr>
                <a:srgbClr val="19BBD5"/>
              </a:buClr>
              <a:buSzPts val="1400"/>
              <a:buFont typeface="Mulish"/>
              <a:buNone/>
            </a:pPr>
            <a:r>
              <a:rPr i="1" lang="en-GB" sz="1600">
                <a:solidFill>
                  <a:srgbClr val="00E1C6"/>
                </a:solidFill>
              </a:rPr>
              <a:t>I built and scored it all by hand, then checked my own work (twice).</a:t>
            </a:r>
            <a:endParaRPr/>
          </a:p>
        </p:txBody>
      </p:sp>
      <p:grpSp>
        <p:nvGrpSpPr>
          <p:cNvPr id="1417" name="Google Shape;1417;p12"/>
          <p:cNvGrpSpPr/>
          <p:nvPr/>
        </p:nvGrpSpPr>
        <p:grpSpPr>
          <a:xfrm flipH="1">
            <a:off x="659159" y="676999"/>
            <a:ext cx="3112544" cy="2696443"/>
            <a:chOff x="4088875" y="1431100"/>
            <a:chExt cx="3293000" cy="2852775"/>
          </a:xfrm>
        </p:grpSpPr>
        <p:sp>
          <p:nvSpPr>
            <p:cNvPr id="1418" name="Google Shape;1418;p12"/>
            <p:cNvSpPr/>
            <p:nvPr/>
          </p:nvSpPr>
          <p:spPr>
            <a:xfrm>
              <a:off x="4831475" y="4136025"/>
              <a:ext cx="157950" cy="147850"/>
            </a:xfrm>
            <a:custGeom>
              <a:rect b="b" l="l" r="r" t="t"/>
              <a:pathLst>
                <a:path extrusionOk="0" h="5914" w="6318">
                  <a:moveTo>
                    <a:pt x="404" y="0"/>
                  </a:moveTo>
                  <a:lnTo>
                    <a:pt x="1" y="269"/>
                  </a:lnTo>
                  <a:lnTo>
                    <a:pt x="3227" y="5914"/>
                  </a:lnTo>
                  <a:lnTo>
                    <a:pt x="6318" y="5914"/>
                  </a:lnTo>
                  <a:lnTo>
                    <a:pt x="404" y="0"/>
                  </a:lnTo>
                  <a:close/>
                </a:path>
              </a:pathLst>
            </a:custGeom>
            <a:solidFill>
              <a:srgbClr val="00E2C7"/>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1419" name="Google Shape;1419;p12"/>
            <p:cNvSpPr/>
            <p:nvPr/>
          </p:nvSpPr>
          <p:spPr>
            <a:xfrm>
              <a:off x="4697075" y="3907525"/>
              <a:ext cx="389800" cy="376350"/>
            </a:xfrm>
            <a:custGeom>
              <a:rect b="b" l="l" r="r" t="t"/>
              <a:pathLst>
                <a:path extrusionOk="0" h="15054" w="15592">
                  <a:moveTo>
                    <a:pt x="538" y="0"/>
                  </a:moveTo>
                  <a:lnTo>
                    <a:pt x="1" y="269"/>
                  </a:lnTo>
                  <a:lnTo>
                    <a:pt x="5377" y="9543"/>
                  </a:lnTo>
                  <a:lnTo>
                    <a:pt x="11022" y="15054"/>
                  </a:lnTo>
                  <a:lnTo>
                    <a:pt x="15592" y="15054"/>
                  </a:lnTo>
                  <a:lnTo>
                    <a:pt x="538" y="0"/>
                  </a:lnTo>
                  <a:close/>
                </a:path>
              </a:pathLst>
            </a:custGeom>
            <a:solidFill>
              <a:srgbClr val="01E0C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1420" name="Google Shape;1420;p12"/>
            <p:cNvSpPr/>
            <p:nvPr/>
          </p:nvSpPr>
          <p:spPr>
            <a:xfrm>
              <a:off x="4566025" y="3675675"/>
              <a:ext cx="618300" cy="608200"/>
            </a:xfrm>
            <a:custGeom>
              <a:rect b="b" l="l" r="r" t="t"/>
              <a:pathLst>
                <a:path extrusionOk="0" h="24328" w="24732">
                  <a:moveTo>
                    <a:pt x="404" y="0"/>
                  </a:moveTo>
                  <a:lnTo>
                    <a:pt x="1" y="404"/>
                  </a:lnTo>
                  <a:lnTo>
                    <a:pt x="5377" y="9543"/>
                  </a:lnTo>
                  <a:lnTo>
                    <a:pt x="20027" y="24328"/>
                  </a:lnTo>
                  <a:lnTo>
                    <a:pt x="24732" y="24328"/>
                  </a:lnTo>
                  <a:lnTo>
                    <a:pt x="404" y="0"/>
                  </a:lnTo>
                  <a:close/>
                </a:path>
              </a:pathLst>
            </a:custGeom>
            <a:solidFill>
              <a:srgbClr val="02DFC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1421" name="Google Shape;1421;p12"/>
            <p:cNvSpPr/>
            <p:nvPr/>
          </p:nvSpPr>
          <p:spPr>
            <a:xfrm>
              <a:off x="4434975" y="3447175"/>
              <a:ext cx="846800" cy="836700"/>
            </a:xfrm>
            <a:custGeom>
              <a:rect b="b" l="l" r="r" t="t"/>
              <a:pathLst>
                <a:path extrusionOk="0" h="33468" w="33872">
                  <a:moveTo>
                    <a:pt x="404" y="1"/>
                  </a:moveTo>
                  <a:lnTo>
                    <a:pt x="1" y="270"/>
                  </a:lnTo>
                  <a:lnTo>
                    <a:pt x="5243" y="9544"/>
                  </a:lnTo>
                  <a:lnTo>
                    <a:pt x="29167" y="33468"/>
                  </a:lnTo>
                  <a:lnTo>
                    <a:pt x="33871" y="33468"/>
                  </a:lnTo>
                  <a:lnTo>
                    <a:pt x="404" y="1"/>
                  </a:lnTo>
                  <a:close/>
                </a:path>
              </a:pathLst>
            </a:custGeom>
            <a:solidFill>
              <a:srgbClr val="03DDC9"/>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1422" name="Google Shape;1422;p12"/>
            <p:cNvSpPr/>
            <p:nvPr/>
          </p:nvSpPr>
          <p:spPr>
            <a:xfrm>
              <a:off x="4300575" y="3218700"/>
              <a:ext cx="1078650" cy="1065175"/>
            </a:xfrm>
            <a:custGeom>
              <a:rect b="b" l="l" r="r" t="t"/>
              <a:pathLst>
                <a:path extrusionOk="0" h="42607" w="43146">
                  <a:moveTo>
                    <a:pt x="404" y="0"/>
                  </a:moveTo>
                  <a:lnTo>
                    <a:pt x="0" y="269"/>
                  </a:lnTo>
                  <a:lnTo>
                    <a:pt x="5377" y="9543"/>
                  </a:lnTo>
                  <a:lnTo>
                    <a:pt x="38441" y="42607"/>
                  </a:lnTo>
                  <a:lnTo>
                    <a:pt x="43145" y="42607"/>
                  </a:lnTo>
                  <a:lnTo>
                    <a:pt x="404" y="0"/>
                  </a:lnTo>
                  <a:close/>
                </a:path>
              </a:pathLst>
            </a:custGeom>
            <a:solidFill>
              <a:srgbClr val="04DBC9"/>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1423" name="Google Shape;1423;p12"/>
            <p:cNvSpPr/>
            <p:nvPr/>
          </p:nvSpPr>
          <p:spPr>
            <a:xfrm>
              <a:off x="4169525" y="2990200"/>
              <a:ext cx="1307150" cy="1293675"/>
            </a:xfrm>
            <a:custGeom>
              <a:rect b="b" l="l" r="r" t="t"/>
              <a:pathLst>
                <a:path extrusionOk="0" h="51747" w="52286">
                  <a:moveTo>
                    <a:pt x="404" y="1"/>
                  </a:moveTo>
                  <a:lnTo>
                    <a:pt x="1" y="269"/>
                  </a:lnTo>
                  <a:lnTo>
                    <a:pt x="5242" y="9409"/>
                  </a:lnTo>
                  <a:lnTo>
                    <a:pt x="47581" y="51747"/>
                  </a:lnTo>
                  <a:lnTo>
                    <a:pt x="52285" y="51747"/>
                  </a:lnTo>
                  <a:lnTo>
                    <a:pt x="404" y="1"/>
                  </a:lnTo>
                  <a:close/>
                </a:path>
              </a:pathLst>
            </a:custGeom>
            <a:solidFill>
              <a:srgbClr val="06D9CA"/>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1424" name="Google Shape;1424;p12"/>
            <p:cNvSpPr/>
            <p:nvPr/>
          </p:nvSpPr>
          <p:spPr>
            <a:xfrm>
              <a:off x="4088875" y="2822200"/>
              <a:ext cx="1481875" cy="1461675"/>
            </a:xfrm>
            <a:custGeom>
              <a:rect b="b" l="l" r="r" t="t"/>
              <a:pathLst>
                <a:path extrusionOk="0" h="58467" w="59275">
                  <a:moveTo>
                    <a:pt x="807" y="0"/>
                  </a:moveTo>
                  <a:lnTo>
                    <a:pt x="1" y="1479"/>
                  </a:lnTo>
                  <a:lnTo>
                    <a:pt x="3227" y="6989"/>
                  </a:lnTo>
                  <a:lnTo>
                    <a:pt x="54705" y="58467"/>
                  </a:lnTo>
                  <a:lnTo>
                    <a:pt x="59274" y="58467"/>
                  </a:lnTo>
                  <a:lnTo>
                    <a:pt x="807" y="0"/>
                  </a:lnTo>
                  <a:close/>
                </a:path>
              </a:pathLst>
            </a:custGeom>
            <a:solidFill>
              <a:srgbClr val="07D8C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1425" name="Google Shape;1425;p12"/>
            <p:cNvSpPr/>
            <p:nvPr/>
          </p:nvSpPr>
          <p:spPr>
            <a:xfrm>
              <a:off x="4102325" y="2761700"/>
              <a:ext cx="1565875" cy="1522175"/>
            </a:xfrm>
            <a:custGeom>
              <a:rect b="b" l="l" r="r" t="t"/>
              <a:pathLst>
                <a:path extrusionOk="0" h="60887" w="62635">
                  <a:moveTo>
                    <a:pt x="1748" y="1"/>
                  </a:moveTo>
                  <a:lnTo>
                    <a:pt x="0" y="2823"/>
                  </a:lnTo>
                  <a:lnTo>
                    <a:pt x="58064" y="60887"/>
                  </a:lnTo>
                  <a:lnTo>
                    <a:pt x="62634" y="60887"/>
                  </a:lnTo>
                  <a:lnTo>
                    <a:pt x="1748" y="1"/>
                  </a:lnTo>
                  <a:close/>
                </a:path>
              </a:pathLst>
            </a:custGeom>
            <a:solidFill>
              <a:srgbClr val="08D6C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1426" name="Google Shape;1426;p12"/>
            <p:cNvSpPr/>
            <p:nvPr/>
          </p:nvSpPr>
          <p:spPr>
            <a:xfrm>
              <a:off x="4139275" y="2697875"/>
              <a:ext cx="1626375" cy="1586000"/>
            </a:xfrm>
            <a:custGeom>
              <a:rect b="b" l="l" r="r" t="t"/>
              <a:pathLst>
                <a:path extrusionOk="0" h="63440" w="65055">
                  <a:moveTo>
                    <a:pt x="1614" y="0"/>
                  </a:moveTo>
                  <a:lnTo>
                    <a:pt x="1" y="2957"/>
                  </a:lnTo>
                  <a:lnTo>
                    <a:pt x="60484" y="63440"/>
                  </a:lnTo>
                  <a:lnTo>
                    <a:pt x="65054" y="63440"/>
                  </a:lnTo>
                  <a:lnTo>
                    <a:pt x="1614" y="0"/>
                  </a:lnTo>
                  <a:close/>
                </a:path>
              </a:pathLst>
            </a:custGeom>
            <a:solidFill>
              <a:srgbClr val="09D4C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1427" name="Google Shape;1427;p12"/>
            <p:cNvSpPr/>
            <p:nvPr/>
          </p:nvSpPr>
          <p:spPr>
            <a:xfrm>
              <a:off x="4172900" y="2637375"/>
              <a:ext cx="1690175" cy="1646500"/>
            </a:xfrm>
            <a:custGeom>
              <a:rect b="b" l="l" r="r" t="t"/>
              <a:pathLst>
                <a:path extrusionOk="0" h="65860" w="67607">
                  <a:moveTo>
                    <a:pt x="1747" y="1"/>
                  </a:moveTo>
                  <a:lnTo>
                    <a:pt x="0" y="2958"/>
                  </a:lnTo>
                  <a:lnTo>
                    <a:pt x="62903" y="65860"/>
                  </a:lnTo>
                  <a:lnTo>
                    <a:pt x="67607" y="65860"/>
                  </a:lnTo>
                  <a:lnTo>
                    <a:pt x="1747" y="1"/>
                  </a:lnTo>
                  <a:close/>
                </a:path>
              </a:pathLst>
            </a:custGeom>
            <a:solidFill>
              <a:srgbClr val="0AD3C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1428" name="Google Shape;1428;p12"/>
            <p:cNvSpPr/>
            <p:nvPr/>
          </p:nvSpPr>
          <p:spPr>
            <a:xfrm>
              <a:off x="4209850" y="2576900"/>
              <a:ext cx="1750675" cy="1706975"/>
            </a:xfrm>
            <a:custGeom>
              <a:rect b="b" l="l" r="r" t="t"/>
              <a:pathLst>
                <a:path extrusionOk="0" h="68279" w="70027">
                  <a:moveTo>
                    <a:pt x="1613" y="1"/>
                  </a:moveTo>
                  <a:lnTo>
                    <a:pt x="0" y="2823"/>
                  </a:lnTo>
                  <a:lnTo>
                    <a:pt x="65322" y="68279"/>
                  </a:lnTo>
                  <a:lnTo>
                    <a:pt x="70027" y="68279"/>
                  </a:lnTo>
                  <a:lnTo>
                    <a:pt x="1613" y="1"/>
                  </a:lnTo>
                  <a:close/>
                </a:path>
              </a:pathLst>
            </a:custGeom>
            <a:solidFill>
              <a:srgbClr val="0BD1C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1429" name="Google Shape;1429;p12"/>
            <p:cNvSpPr/>
            <p:nvPr/>
          </p:nvSpPr>
          <p:spPr>
            <a:xfrm>
              <a:off x="4243450" y="2513050"/>
              <a:ext cx="1814525" cy="1770825"/>
            </a:xfrm>
            <a:custGeom>
              <a:rect b="b" l="l" r="r" t="t"/>
              <a:pathLst>
                <a:path extrusionOk="0" h="70833" w="72581">
                  <a:moveTo>
                    <a:pt x="1748" y="1"/>
                  </a:moveTo>
                  <a:lnTo>
                    <a:pt x="1" y="2958"/>
                  </a:lnTo>
                  <a:lnTo>
                    <a:pt x="67876" y="70833"/>
                  </a:lnTo>
                  <a:lnTo>
                    <a:pt x="72581" y="70833"/>
                  </a:lnTo>
                  <a:lnTo>
                    <a:pt x="1748" y="1"/>
                  </a:lnTo>
                  <a:close/>
                </a:path>
              </a:pathLst>
            </a:custGeom>
            <a:solidFill>
              <a:srgbClr val="0CCFC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1430" name="Google Shape;1430;p12"/>
            <p:cNvSpPr/>
            <p:nvPr/>
          </p:nvSpPr>
          <p:spPr>
            <a:xfrm>
              <a:off x="4280425" y="2452575"/>
              <a:ext cx="1875000" cy="1831300"/>
            </a:xfrm>
            <a:custGeom>
              <a:rect b="b" l="l" r="r" t="t"/>
              <a:pathLst>
                <a:path extrusionOk="0" h="73252" w="75000">
                  <a:moveTo>
                    <a:pt x="1613" y="1"/>
                  </a:moveTo>
                  <a:lnTo>
                    <a:pt x="0" y="2957"/>
                  </a:lnTo>
                  <a:lnTo>
                    <a:pt x="70295" y="73252"/>
                  </a:lnTo>
                  <a:lnTo>
                    <a:pt x="74999" y="73252"/>
                  </a:lnTo>
                  <a:lnTo>
                    <a:pt x="1613" y="1"/>
                  </a:lnTo>
                  <a:close/>
                </a:path>
              </a:pathLst>
            </a:custGeom>
            <a:solidFill>
              <a:srgbClr val="0DCDCE"/>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1431" name="Google Shape;1431;p12"/>
            <p:cNvSpPr/>
            <p:nvPr/>
          </p:nvSpPr>
          <p:spPr>
            <a:xfrm>
              <a:off x="4314025" y="2392100"/>
              <a:ext cx="1935475" cy="1891775"/>
            </a:xfrm>
            <a:custGeom>
              <a:rect b="b" l="l" r="r" t="t"/>
              <a:pathLst>
                <a:path extrusionOk="0" h="75671" w="77419">
                  <a:moveTo>
                    <a:pt x="1747" y="0"/>
                  </a:moveTo>
                  <a:lnTo>
                    <a:pt x="0" y="2957"/>
                  </a:lnTo>
                  <a:lnTo>
                    <a:pt x="72849" y="75671"/>
                  </a:lnTo>
                  <a:lnTo>
                    <a:pt x="77419" y="75671"/>
                  </a:lnTo>
                  <a:lnTo>
                    <a:pt x="1747" y="0"/>
                  </a:lnTo>
                  <a:close/>
                </a:path>
              </a:pathLst>
            </a:custGeom>
            <a:solidFill>
              <a:srgbClr val="0ECCC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1432" name="Google Shape;1432;p12"/>
            <p:cNvSpPr/>
            <p:nvPr/>
          </p:nvSpPr>
          <p:spPr>
            <a:xfrm>
              <a:off x="4350975" y="2328250"/>
              <a:ext cx="1995975" cy="1955625"/>
            </a:xfrm>
            <a:custGeom>
              <a:rect b="b" l="l" r="r" t="t"/>
              <a:pathLst>
                <a:path extrusionOk="0" h="78225" w="79839">
                  <a:moveTo>
                    <a:pt x="1748" y="1"/>
                  </a:moveTo>
                  <a:lnTo>
                    <a:pt x="1" y="2957"/>
                  </a:lnTo>
                  <a:lnTo>
                    <a:pt x="75269" y="78225"/>
                  </a:lnTo>
                  <a:lnTo>
                    <a:pt x="79839" y="78225"/>
                  </a:lnTo>
                  <a:lnTo>
                    <a:pt x="1748" y="1"/>
                  </a:lnTo>
                  <a:close/>
                </a:path>
              </a:pathLst>
            </a:custGeom>
            <a:solidFill>
              <a:srgbClr val="10CAC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1433" name="Google Shape;1433;p12"/>
            <p:cNvSpPr/>
            <p:nvPr/>
          </p:nvSpPr>
          <p:spPr>
            <a:xfrm>
              <a:off x="4384575" y="2267775"/>
              <a:ext cx="2059825" cy="2016100"/>
            </a:xfrm>
            <a:custGeom>
              <a:rect b="b" l="l" r="r" t="t"/>
              <a:pathLst>
                <a:path extrusionOk="0" h="80644" w="82393">
                  <a:moveTo>
                    <a:pt x="1748" y="0"/>
                  </a:moveTo>
                  <a:lnTo>
                    <a:pt x="1" y="2957"/>
                  </a:lnTo>
                  <a:lnTo>
                    <a:pt x="77823" y="80644"/>
                  </a:lnTo>
                  <a:lnTo>
                    <a:pt x="82392" y="80644"/>
                  </a:lnTo>
                  <a:lnTo>
                    <a:pt x="1748" y="0"/>
                  </a:lnTo>
                  <a:close/>
                </a:path>
              </a:pathLst>
            </a:custGeom>
            <a:solidFill>
              <a:srgbClr val="11C8D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1434" name="Google Shape;1434;p12"/>
            <p:cNvSpPr/>
            <p:nvPr/>
          </p:nvSpPr>
          <p:spPr>
            <a:xfrm>
              <a:off x="4421550" y="2207275"/>
              <a:ext cx="2120300" cy="2076600"/>
            </a:xfrm>
            <a:custGeom>
              <a:rect b="b" l="l" r="r" t="t"/>
              <a:pathLst>
                <a:path extrusionOk="0" h="83064" w="84812">
                  <a:moveTo>
                    <a:pt x="1747" y="1"/>
                  </a:moveTo>
                  <a:lnTo>
                    <a:pt x="0" y="2958"/>
                  </a:lnTo>
                  <a:lnTo>
                    <a:pt x="80107" y="83064"/>
                  </a:lnTo>
                  <a:lnTo>
                    <a:pt x="84811" y="83064"/>
                  </a:lnTo>
                  <a:lnTo>
                    <a:pt x="1747" y="1"/>
                  </a:lnTo>
                  <a:close/>
                </a:path>
              </a:pathLst>
            </a:custGeom>
            <a:solidFill>
              <a:srgbClr val="12C7D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1435" name="Google Shape;1435;p12"/>
            <p:cNvSpPr/>
            <p:nvPr/>
          </p:nvSpPr>
          <p:spPr>
            <a:xfrm>
              <a:off x="4458500" y="2146800"/>
              <a:ext cx="2130375" cy="2137075"/>
            </a:xfrm>
            <a:custGeom>
              <a:rect b="b" l="l" r="r" t="t"/>
              <a:pathLst>
                <a:path extrusionOk="0" h="85483" w="85215">
                  <a:moveTo>
                    <a:pt x="1614" y="1"/>
                  </a:moveTo>
                  <a:lnTo>
                    <a:pt x="1" y="2823"/>
                  </a:lnTo>
                  <a:lnTo>
                    <a:pt x="82527" y="85483"/>
                  </a:lnTo>
                  <a:lnTo>
                    <a:pt x="84005" y="85483"/>
                  </a:lnTo>
                  <a:lnTo>
                    <a:pt x="85215" y="83467"/>
                  </a:lnTo>
                  <a:lnTo>
                    <a:pt x="1614" y="1"/>
                  </a:lnTo>
                  <a:close/>
                </a:path>
              </a:pathLst>
            </a:custGeom>
            <a:solidFill>
              <a:srgbClr val="13C5D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1436" name="Google Shape;1436;p12"/>
            <p:cNvSpPr/>
            <p:nvPr/>
          </p:nvSpPr>
          <p:spPr>
            <a:xfrm>
              <a:off x="4492100" y="2082950"/>
              <a:ext cx="2133750" cy="2163975"/>
            </a:xfrm>
            <a:custGeom>
              <a:rect b="b" l="l" r="r" t="t"/>
              <a:pathLst>
                <a:path extrusionOk="0" h="86559" w="85350">
                  <a:moveTo>
                    <a:pt x="1748" y="1"/>
                  </a:moveTo>
                  <a:lnTo>
                    <a:pt x="1" y="2958"/>
                  </a:lnTo>
                  <a:lnTo>
                    <a:pt x="83602" y="86559"/>
                  </a:lnTo>
                  <a:lnTo>
                    <a:pt x="85349" y="83602"/>
                  </a:lnTo>
                  <a:lnTo>
                    <a:pt x="1748" y="1"/>
                  </a:lnTo>
                  <a:close/>
                </a:path>
              </a:pathLst>
            </a:custGeom>
            <a:solidFill>
              <a:srgbClr val="14C3D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1437" name="Google Shape;1437;p12"/>
            <p:cNvSpPr/>
            <p:nvPr/>
          </p:nvSpPr>
          <p:spPr>
            <a:xfrm>
              <a:off x="4529075" y="2022475"/>
              <a:ext cx="2130375" cy="2163975"/>
            </a:xfrm>
            <a:custGeom>
              <a:rect b="b" l="l" r="r" t="t"/>
              <a:pathLst>
                <a:path extrusionOk="0" h="86559" w="85215">
                  <a:moveTo>
                    <a:pt x="1613" y="1"/>
                  </a:moveTo>
                  <a:lnTo>
                    <a:pt x="0" y="2957"/>
                  </a:lnTo>
                  <a:lnTo>
                    <a:pt x="83467" y="86558"/>
                  </a:lnTo>
                  <a:lnTo>
                    <a:pt x="85214" y="83601"/>
                  </a:lnTo>
                  <a:lnTo>
                    <a:pt x="1613" y="1"/>
                  </a:lnTo>
                  <a:close/>
                </a:path>
              </a:pathLst>
            </a:custGeom>
            <a:solidFill>
              <a:srgbClr val="15C1D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1438" name="Google Shape;1438;p12"/>
            <p:cNvSpPr/>
            <p:nvPr/>
          </p:nvSpPr>
          <p:spPr>
            <a:xfrm>
              <a:off x="4562675" y="1962000"/>
              <a:ext cx="2133725" cy="2160600"/>
            </a:xfrm>
            <a:custGeom>
              <a:rect b="b" l="l" r="r" t="t"/>
              <a:pathLst>
                <a:path extrusionOk="0" h="86424" w="85349">
                  <a:moveTo>
                    <a:pt x="1748" y="0"/>
                  </a:moveTo>
                  <a:lnTo>
                    <a:pt x="0" y="2957"/>
                  </a:lnTo>
                  <a:lnTo>
                    <a:pt x="83602" y="86424"/>
                  </a:lnTo>
                  <a:lnTo>
                    <a:pt x="85349" y="83467"/>
                  </a:lnTo>
                  <a:lnTo>
                    <a:pt x="1748" y="0"/>
                  </a:lnTo>
                  <a:close/>
                </a:path>
              </a:pathLst>
            </a:custGeom>
            <a:solidFill>
              <a:srgbClr val="16C0D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1439" name="Google Shape;1439;p12"/>
            <p:cNvSpPr/>
            <p:nvPr/>
          </p:nvSpPr>
          <p:spPr>
            <a:xfrm>
              <a:off x="4599625" y="1898150"/>
              <a:ext cx="2130375" cy="2163975"/>
            </a:xfrm>
            <a:custGeom>
              <a:rect b="b" l="l" r="r" t="t"/>
              <a:pathLst>
                <a:path extrusionOk="0" h="86559" w="85215">
                  <a:moveTo>
                    <a:pt x="1614" y="0"/>
                  </a:moveTo>
                  <a:lnTo>
                    <a:pt x="1" y="2957"/>
                  </a:lnTo>
                  <a:lnTo>
                    <a:pt x="83602" y="86558"/>
                  </a:lnTo>
                  <a:lnTo>
                    <a:pt x="85215" y="83601"/>
                  </a:lnTo>
                  <a:lnTo>
                    <a:pt x="1614" y="0"/>
                  </a:lnTo>
                  <a:close/>
                </a:path>
              </a:pathLst>
            </a:custGeom>
            <a:solidFill>
              <a:srgbClr val="17BED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1440" name="Google Shape;1440;p12"/>
            <p:cNvSpPr/>
            <p:nvPr/>
          </p:nvSpPr>
          <p:spPr>
            <a:xfrm>
              <a:off x="4633225" y="1837675"/>
              <a:ext cx="2133750" cy="2163950"/>
            </a:xfrm>
            <a:custGeom>
              <a:rect b="b" l="l" r="r" t="t"/>
              <a:pathLst>
                <a:path extrusionOk="0" h="86558" w="85350">
                  <a:moveTo>
                    <a:pt x="1748" y="0"/>
                  </a:moveTo>
                  <a:lnTo>
                    <a:pt x="1" y="2957"/>
                  </a:lnTo>
                  <a:lnTo>
                    <a:pt x="83602" y="86558"/>
                  </a:lnTo>
                  <a:lnTo>
                    <a:pt x="85349" y="83601"/>
                  </a:lnTo>
                  <a:lnTo>
                    <a:pt x="1748" y="0"/>
                  </a:lnTo>
                  <a:close/>
                </a:path>
              </a:pathLst>
            </a:custGeom>
            <a:solidFill>
              <a:srgbClr val="18BCD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1441" name="Google Shape;1441;p12"/>
            <p:cNvSpPr/>
            <p:nvPr/>
          </p:nvSpPr>
          <p:spPr>
            <a:xfrm>
              <a:off x="4670200" y="1777175"/>
              <a:ext cx="2130375" cy="2160625"/>
            </a:xfrm>
            <a:custGeom>
              <a:rect b="b" l="l" r="r" t="t"/>
              <a:pathLst>
                <a:path extrusionOk="0" h="86425" w="85215">
                  <a:moveTo>
                    <a:pt x="1748" y="1"/>
                  </a:moveTo>
                  <a:lnTo>
                    <a:pt x="0" y="2958"/>
                  </a:lnTo>
                  <a:lnTo>
                    <a:pt x="83602" y="86424"/>
                  </a:lnTo>
                  <a:lnTo>
                    <a:pt x="85215" y="83467"/>
                  </a:lnTo>
                  <a:lnTo>
                    <a:pt x="1748" y="1"/>
                  </a:lnTo>
                  <a:close/>
                </a:path>
              </a:pathLst>
            </a:custGeom>
            <a:solidFill>
              <a:srgbClr val="19BBD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1442" name="Google Shape;1442;p12"/>
            <p:cNvSpPr/>
            <p:nvPr/>
          </p:nvSpPr>
          <p:spPr>
            <a:xfrm>
              <a:off x="4707150" y="1713350"/>
              <a:ext cx="2130375" cy="2163950"/>
            </a:xfrm>
            <a:custGeom>
              <a:rect b="b" l="l" r="r" t="t"/>
              <a:pathLst>
                <a:path extrusionOk="0" h="86558" w="85215">
                  <a:moveTo>
                    <a:pt x="1614" y="0"/>
                  </a:moveTo>
                  <a:lnTo>
                    <a:pt x="1" y="2957"/>
                  </a:lnTo>
                  <a:lnTo>
                    <a:pt x="83468" y="86558"/>
                  </a:lnTo>
                  <a:lnTo>
                    <a:pt x="85215" y="83601"/>
                  </a:lnTo>
                  <a:lnTo>
                    <a:pt x="1614" y="0"/>
                  </a:lnTo>
                  <a:close/>
                </a:path>
              </a:pathLst>
            </a:custGeom>
            <a:solidFill>
              <a:srgbClr val="1BB9D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1443" name="Google Shape;1443;p12"/>
            <p:cNvSpPr/>
            <p:nvPr/>
          </p:nvSpPr>
          <p:spPr>
            <a:xfrm>
              <a:off x="4740750" y="1652850"/>
              <a:ext cx="2130400" cy="2163975"/>
            </a:xfrm>
            <a:custGeom>
              <a:rect b="b" l="l" r="r" t="t"/>
              <a:pathLst>
                <a:path extrusionOk="0" h="86559" w="85216">
                  <a:moveTo>
                    <a:pt x="1748" y="1"/>
                  </a:moveTo>
                  <a:lnTo>
                    <a:pt x="1" y="2958"/>
                  </a:lnTo>
                  <a:lnTo>
                    <a:pt x="83602" y="86559"/>
                  </a:lnTo>
                  <a:lnTo>
                    <a:pt x="85215" y="83602"/>
                  </a:lnTo>
                  <a:lnTo>
                    <a:pt x="1748" y="1"/>
                  </a:lnTo>
                  <a:close/>
                </a:path>
              </a:pathLst>
            </a:custGeom>
            <a:solidFill>
              <a:srgbClr val="1CB7D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1444" name="Google Shape;1444;p12"/>
            <p:cNvSpPr/>
            <p:nvPr/>
          </p:nvSpPr>
          <p:spPr>
            <a:xfrm>
              <a:off x="4777725" y="1592375"/>
              <a:ext cx="2130375" cy="2160600"/>
            </a:xfrm>
            <a:custGeom>
              <a:rect b="b" l="l" r="r" t="t"/>
              <a:pathLst>
                <a:path extrusionOk="0" h="86424" w="85215">
                  <a:moveTo>
                    <a:pt x="1613" y="1"/>
                  </a:moveTo>
                  <a:lnTo>
                    <a:pt x="0" y="2957"/>
                  </a:lnTo>
                  <a:lnTo>
                    <a:pt x="83467" y="86424"/>
                  </a:lnTo>
                  <a:lnTo>
                    <a:pt x="85215" y="83601"/>
                  </a:lnTo>
                  <a:lnTo>
                    <a:pt x="1613" y="1"/>
                  </a:lnTo>
                  <a:close/>
                </a:path>
              </a:pathLst>
            </a:custGeom>
            <a:solidFill>
              <a:srgbClr val="1DB5D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1445" name="Google Shape;1445;p12"/>
            <p:cNvSpPr/>
            <p:nvPr/>
          </p:nvSpPr>
          <p:spPr>
            <a:xfrm>
              <a:off x="4811325" y="1531900"/>
              <a:ext cx="2133750" cy="2160600"/>
            </a:xfrm>
            <a:custGeom>
              <a:rect b="b" l="l" r="r" t="t"/>
              <a:pathLst>
                <a:path extrusionOk="0" h="86424" w="85350">
                  <a:moveTo>
                    <a:pt x="1748" y="0"/>
                  </a:moveTo>
                  <a:lnTo>
                    <a:pt x="0" y="2823"/>
                  </a:lnTo>
                  <a:lnTo>
                    <a:pt x="83602" y="86423"/>
                  </a:lnTo>
                  <a:lnTo>
                    <a:pt x="85349" y="83467"/>
                  </a:lnTo>
                  <a:lnTo>
                    <a:pt x="1748" y="0"/>
                  </a:lnTo>
                  <a:close/>
                </a:path>
              </a:pathLst>
            </a:custGeom>
            <a:solidFill>
              <a:srgbClr val="1EB4D7"/>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1446" name="Google Shape;1446;p12"/>
            <p:cNvSpPr/>
            <p:nvPr/>
          </p:nvSpPr>
          <p:spPr>
            <a:xfrm>
              <a:off x="4848275" y="1468050"/>
              <a:ext cx="2130400" cy="2163975"/>
            </a:xfrm>
            <a:custGeom>
              <a:rect b="b" l="l" r="r" t="t"/>
              <a:pathLst>
                <a:path extrusionOk="0" h="86559" w="85216">
                  <a:moveTo>
                    <a:pt x="1614" y="0"/>
                  </a:moveTo>
                  <a:lnTo>
                    <a:pt x="1" y="2957"/>
                  </a:lnTo>
                  <a:lnTo>
                    <a:pt x="83602" y="86558"/>
                  </a:lnTo>
                  <a:lnTo>
                    <a:pt x="85215" y="83601"/>
                  </a:lnTo>
                  <a:lnTo>
                    <a:pt x="1614" y="0"/>
                  </a:lnTo>
                  <a:close/>
                </a:path>
              </a:pathLst>
            </a:custGeom>
            <a:solidFill>
              <a:srgbClr val="1FB2D7"/>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1447" name="Google Shape;1447;p12"/>
            <p:cNvSpPr/>
            <p:nvPr/>
          </p:nvSpPr>
          <p:spPr>
            <a:xfrm>
              <a:off x="4881875" y="1431100"/>
              <a:ext cx="2133750" cy="2140425"/>
            </a:xfrm>
            <a:custGeom>
              <a:rect b="b" l="l" r="r" t="t"/>
              <a:pathLst>
                <a:path extrusionOk="0" h="85617" w="85350">
                  <a:moveTo>
                    <a:pt x="1211" y="0"/>
                  </a:moveTo>
                  <a:lnTo>
                    <a:pt x="1" y="2016"/>
                  </a:lnTo>
                  <a:lnTo>
                    <a:pt x="83602" y="85617"/>
                  </a:lnTo>
                  <a:lnTo>
                    <a:pt x="85350" y="82660"/>
                  </a:lnTo>
                  <a:lnTo>
                    <a:pt x="2689" y="0"/>
                  </a:lnTo>
                  <a:close/>
                </a:path>
              </a:pathLst>
            </a:custGeom>
            <a:solidFill>
              <a:srgbClr val="20B0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1448" name="Google Shape;1448;p12"/>
            <p:cNvSpPr/>
            <p:nvPr/>
          </p:nvSpPr>
          <p:spPr>
            <a:xfrm>
              <a:off x="4928925" y="1431100"/>
              <a:ext cx="2120300" cy="2076600"/>
            </a:xfrm>
            <a:custGeom>
              <a:rect b="b" l="l" r="r" t="t"/>
              <a:pathLst>
                <a:path extrusionOk="0" h="83064" w="84812">
                  <a:moveTo>
                    <a:pt x="1" y="0"/>
                  </a:moveTo>
                  <a:lnTo>
                    <a:pt x="83199" y="83063"/>
                  </a:lnTo>
                  <a:lnTo>
                    <a:pt x="84812" y="80106"/>
                  </a:lnTo>
                  <a:lnTo>
                    <a:pt x="4705" y="0"/>
                  </a:lnTo>
                  <a:close/>
                </a:path>
              </a:pathLst>
            </a:custGeom>
            <a:solidFill>
              <a:srgbClr val="21AED9"/>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1449" name="Google Shape;1449;p12"/>
            <p:cNvSpPr/>
            <p:nvPr/>
          </p:nvSpPr>
          <p:spPr>
            <a:xfrm>
              <a:off x="5026375" y="1431100"/>
              <a:ext cx="2059825" cy="2016100"/>
            </a:xfrm>
            <a:custGeom>
              <a:rect b="b" l="l" r="r" t="t"/>
              <a:pathLst>
                <a:path extrusionOk="0" h="80644" w="82393">
                  <a:moveTo>
                    <a:pt x="0" y="0"/>
                  </a:moveTo>
                  <a:lnTo>
                    <a:pt x="80645" y="80644"/>
                  </a:lnTo>
                  <a:lnTo>
                    <a:pt x="82392" y="77687"/>
                  </a:lnTo>
                  <a:lnTo>
                    <a:pt x="4705" y="0"/>
                  </a:lnTo>
                  <a:close/>
                </a:path>
              </a:pathLst>
            </a:custGeom>
            <a:solidFill>
              <a:srgbClr val="22ADD9"/>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1450" name="Google Shape;1450;p12"/>
            <p:cNvSpPr/>
            <p:nvPr/>
          </p:nvSpPr>
          <p:spPr>
            <a:xfrm>
              <a:off x="5123825" y="1431100"/>
              <a:ext cx="1995975" cy="1955625"/>
            </a:xfrm>
            <a:custGeom>
              <a:rect b="b" l="l" r="r" t="t"/>
              <a:pathLst>
                <a:path extrusionOk="0" h="78225" w="79839">
                  <a:moveTo>
                    <a:pt x="0" y="0"/>
                  </a:moveTo>
                  <a:lnTo>
                    <a:pt x="78225" y="78225"/>
                  </a:lnTo>
                  <a:lnTo>
                    <a:pt x="79838" y="75268"/>
                  </a:lnTo>
                  <a:lnTo>
                    <a:pt x="4705" y="0"/>
                  </a:lnTo>
                  <a:close/>
                </a:path>
              </a:pathLst>
            </a:custGeom>
            <a:solidFill>
              <a:srgbClr val="23ABDA"/>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1451" name="Google Shape;1451;p12"/>
            <p:cNvSpPr/>
            <p:nvPr/>
          </p:nvSpPr>
          <p:spPr>
            <a:xfrm>
              <a:off x="5221275" y="1431100"/>
              <a:ext cx="1935475" cy="1891775"/>
            </a:xfrm>
            <a:custGeom>
              <a:rect b="b" l="l" r="r" t="t"/>
              <a:pathLst>
                <a:path extrusionOk="0" h="75671" w="77419">
                  <a:moveTo>
                    <a:pt x="0" y="0"/>
                  </a:moveTo>
                  <a:lnTo>
                    <a:pt x="75671" y="75671"/>
                  </a:lnTo>
                  <a:lnTo>
                    <a:pt x="77419" y="72714"/>
                  </a:lnTo>
                  <a:lnTo>
                    <a:pt x="4570" y="0"/>
                  </a:lnTo>
                  <a:close/>
                </a:path>
              </a:pathLst>
            </a:custGeom>
            <a:solidFill>
              <a:srgbClr val="25A9DA"/>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1452" name="Google Shape;1452;p12"/>
            <p:cNvSpPr/>
            <p:nvPr/>
          </p:nvSpPr>
          <p:spPr>
            <a:xfrm>
              <a:off x="5318700" y="1431100"/>
              <a:ext cx="1875025" cy="1831300"/>
            </a:xfrm>
            <a:custGeom>
              <a:rect b="b" l="l" r="r" t="t"/>
              <a:pathLst>
                <a:path extrusionOk="0" h="73252" w="75001">
                  <a:moveTo>
                    <a:pt x="1" y="0"/>
                  </a:moveTo>
                  <a:lnTo>
                    <a:pt x="73253" y="73251"/>
                  </a:lnTo>
                  <a:lnTo>
                    <a:pt x="75000" y="70295"/>
                  </a:lnTo>
                  <a:lnTo>
                    <a:pt x="4571" y="0"/>
                  </a:lnTo>
                  <a:close/>
                </a:path>
              </a:pathLst>
            </a:custGeom>
            <a:solidFill>
              <a:srgbClr val="26A8D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1453" name="Google Shape;1453;p12"/>
            <p:cNvSpPr/>
            <p:nvPr/>
          </p:nvSpPr>
          <p:spPr>
            <a:xfrm>
              <a:off x="5416150" y="1431100"/>
              <a:ext cx="1811175" cy="1770825"/>
            </a:xfrm>
            <a:custGeom>
              <a:rect b="b" l="l" r="r" t="t"/>
              <a:pathLst>
                <a:path extrusionOk="0" h="70833" w="72447">
                  <a:moveTo>
                    <a:pt x="1" y="0"/>
                  </a:moveTo>
                  <a:lnTo>
                    <a:pt x="70699" y="70832"/>
                  </a:lnTo>
                  <a:lnTo>
                    <a:pt x="72446" y="67875"/>
                  </a:lnTo>
                  <a:lnTo>
                    <a:pt x="4571" y="0"/>
                  </a:lnTo>
                  <a:close/>
                </a:path>
              </a:pathLst>
            </a:custGeom>
            <a:solidFill>
              <a:srgbClr val="27A6D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1454" name="Google Shape;1454;p12"/>
            <p:cNvSpPr/>
            <p:nvPr/>
          </p:nvSpPr>
          <p:spPr>
            <a:xfrm>
              <a:off x="5510250" y="1431100"/>
              <a:ext cx="1754025" cy="1706975"/>
            </a:xfrm>
            <a:custGeom>
              <a:rect b="b" l="l" r="r" t="t"/>
              <a:pathLst>
                <a:path extrusionOk="0" h="68279" w="70161">
                  <a:moveTo>
                    <a:pt x="0" y="0"/>
                  </a:moveTo>
                  <a:lnTo>
                    <a:pt x="68413" y="68278"/>
                  </a:lnTo>
                  <a:lnTo>
                    <a:pt x="70161" y="65456"/>
                  </a:lnTo>
                  <a:lnTo>
                    <a:pt x="4704" y="0"/>
                  </a:lnTo>
                  <a:close/>
                </a:path>
              </a:pathLst>
            </a:custGeom>
            <a:solidFill>
              <a:srgbClr val="28A4D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1455" name="Google Shape;1455;p12"/>
            <p:cNvSpPr/>
            <p:nvPr/>
          </p:nvSpPr>
          <p:spPr>
            <a:xfrm>
              <a:off x="5607675" y="1431100"/>
              <a:ext cx="1690200" cy="1646500"/>
            </a:xfrm>
            <a:custGeom>
              <a:rect b="b" l="l" r="r" t="t"/>
              <a:pathLst>
                <a:path extrusionOk="0" h="65860" w="67608">
                  <a:moveTo>
                    <a:pt x="1" y="0"/>
                  </a:moveTo>
                  <a:lnTo>
                    <a:pt x="65995" y="65859"/>
                  </a:lnTo>
                  <a:lnTo>
                    <a:pt x="67608" y="62902"/>
                  </a:lnTo>
                  <a:lnTo>
                    <a:pt x="4705" y="0"/>
                  </a:lnTo>
                  <a:close/>
                </a:path>
              </a:pathLst>
            </a:custGeom>
            <a:solidFill>
              <a:srgbClr val="29A2D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1456" name="Google Shape;1456;p12"/>
            <p:cNvSpPr/>
            <p:nvPr/>
          </p:nvSpPr>
          <p:spPr>
            <a:xfrm>
              <a:off x="5705125" y="1431100"/>
              <a:ext cx="1629725" cy="1586000"/>
            </a:xfrm>
            <a:custGeom>
              <a:rect b="b" l="l" r="r" t="t"/>
              <a:pathLst>
                <a:path extrusionOk="0" h="63440" w="65189">
                  <a:moveTo>
                    <a:pt x="1" y="0"/>
                  </a:moveTo>
                  <a:lnTo>
                    <a:pt x="63441" y="63440"/>
                  </a:lnTo>
                  <a:lnTo>
                    <a:pt x="65188" y="60483"/>
                  </a:lnTo>
                  <a:lnTo>
                    <a:pt x="4705" y="0"/>
                  </a:lnTo>
                  <a:close/>
                </a:path>
              </a:pathLst>
            </a:custGeom>
            <a:solidFill>
              <a:srgbClr val="2AA1D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1457" name="Google Shape;1457;p12"/>
            <p:cNvSpPr/>
            <p:nvPr/>
          </p:nvSpPr>
          <p:spPr>
            <a:xfrm>
              <a:off x="5802575" y="1431100"/>
              <a:ext cx="1565875" cy="1525525"/>
            </a:xfrm>
            <a:custGeom>
              <a:rect b="b" l="l" r="r" t="t"/>
              <a:pathLst>
                <a:path extrusionOk="0" h="61021" w="62635">
                  <a:moveTo>
                    <a:pt x="1" y="0"/>
                  </a:moveTo>
                  <a:lnTo>
                    <a:pt x="61021" y="61020"/>
                  </a:lnTo>
                  <a:lnTo>
                    <a:pt x="62634" y="58064"/>
                  </a:lnTo>
                  <a:lnTo>
                    <a:pt x="4705" y="0"/>
                  </a:lnTo>
                  <a:close/>
                </a:path>
              </a:pathLst>
            </a:custGeom>
            <a:solidFill>
              <a:srgbClr val="2B9FDE"/>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1458" name="Google Shape;1458;p12"/>
            <p:cNvSpPr/>
            <p:nvPr/>
          </p:nvSpPr>
          <p:spPr>
            <a:xfrm>
              <a:off x="5900025" y="1431100"/>
              <a:ext cx="1481850" cy="1461675"/>
            </a:xfrm>
            <a:custGeom>
              <a:rect b="b" l="l" r="r" t="t"/>
              <a:pathLst>
                <a:path extrusionOk="0" h="58467" w="59274">
                  <a:moveTo>
                    <a:pt x="0" y="0"/>
                  </a:moveTo>
                  <a:lnTo>
                    <a:pt x="58468" y="58467"/>
                  </a:lnTo>
                  <a:lnTo>
                    <a:pt x="59274" y="57123"/>
                  </a:lnTo>
                  <a:lnTo>
                    <a:pt x="56048" y="51478"/>
                  </a:lnTo>
                  <a:lnTo>
                    <a:pt x="4570" y="0"/>
                  </a:lnTo>
                  <a:close/>
                </a:path>
              </a:pathLst>
            </a:custGeom>
            <a:solidFill>
              <a:srgbClr val="2C9DDE"/>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1459" name="Google Shape;1459;p12"/>
            <p:cNvSpPr/>
            <p:nvPr/>
          </p:nvSpPr>
          <p:spPr>
            <a:xfrm>
              <a:off x="5997475" y="1431100"/>
              <a:ext cx="1307125" cy="1297025"/>
            </a:xfrm>
            <a:custGeom>
              <a:rect b="b" l="l" r="r" t="t"/>
              <a:pathLst>
                <a:path extrusionOk="0" h="51881" w="52285">
                  <a:moveTo>
                    <a:pt x="0" y="0"/>
                  </a:moveTo>
                  <a:lnTo>
                    <a:pt x="51747" y="51881"/>
                  </a:lnTo>
                  <a:lnTo>
                    <a:pt x="52285" y="51478"/>
                  </a:lnTo>
                  <a:lnTo>
                    <a:pt x="46908" y="42338"/>
                  </a:lnTo>
                  <a:lnTo>
                    <a:pt x="4570" y="0"/>
                  </a:lnTo>
                  <a:close/>
                </a:path>
              </a:pathLst>
            </a:custGeom>
            <a:solidFill>
              <a:srgbClr val="2D9CD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1460" name="Google Shape;1460;p12"/>
            <p:cNvSpPr/>
            <p:nvPr/>
          </p:nvSpPr>
          <p:spPr>
            <a:xfrm>
              <a:off x="6094900" y="1431100"/>
              <a:ext cx="1075300" cy="1065175"/>
            </a:xfrm>
            <a:custGeom>
              <a:rect b="b" l="l" r="r" t="t"/>
              <a:pathLst>
                <a:path extrusionOk="0" h="42607" w="43012">
                  <a:moveTo>
                    <a:pt x="1" y="0"/>
                  </a:moveTo>
                  <a:lnTo>
                    <a:pt x="42608" y="42607"/>
                  </a:lnTo>
                  <a:lnTo>
                    <a:pt x="43011" y="42338"/>
                  </a:lnTo>
                  <a:lnTo>
                    <a:pt x="37769" y="33064"/>
                  </a:lnTo>
                  <a:lnTo>
                    <a:pt x="4571" y="0"/>
                  </a:lnTo>
                  <a:close/>
                </a:path>
              </a:pathLst>
            </a:custGeom>
            <a:solidFill>
              <a:srgbClr val="2F9AE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1461" name="Google Shape;1461;p12"/>
            <p:cNvSpPr/>
            <p:nvPr/>
          </p:nvSpPr>
          <p:spPr>
            <a:xfrm>
              <a:off x="6189000" y="1431100"/>
              <a:ext cx="850150" cy="836700"/>
            </a:xfrm>
            <a:custGeom>
              <a:rect b="b" l="l" r="r" t="t"/>
              <a:pathLst>
                <a:path extrusionOk="0" h="33468" w="34006">
                  <a:moveTo>
                    <a:pt x="0" y="0"/>
                  </a:moveTo>
                  <a:lnTo>
                    <a:pt x="33602" y="33467"/>
                  </a:lnTo>
                  <a:lnTo>
                    <a:pt x="34005" y="33198"/>
                  </a:lnTo>
                  <a:lnTo>
                    <a:pt x="28629" y="23924"/>
                  </a:lnTo>
                  <a:lnTo>
                    <a:pt x="4705" y="0"/>
                  </a:lnTo>
                  <a:close/>
                </a:path>
              </a:pathLst>
            </a:custGeom>
            <a:solidFill>
              <a:srgbClr val="3098E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1462" name="Google Shape;1462;p12"/>
            <p:cNvSpPr/>
            <p:nvPr/>
          </p:nvSpPr>
          <p:spPr>
            <a:xfrm>
              <a:off x="6286450" y="1431100"/>
              <a:ext cx="618300" cy="608200"/>
            </a:xfrm>
            <a:custGeom>
              <a:rect b="b" l="l" r="r" t="t"/>
              <a:pathLst>
                <a:path extrusionOk="0" h="24328" w="24732">
                  <a:moveTo>
                    <a:pt x="0" y="0"/>
                  </a:moveTo>
                  <a:lnTo>
                    <a:pt x="24328" y="24328"/>
                  </a:lnTo>
                  <a:lnTo>
                    <a:pt x="24731" y="23924"/>
                  </a:lnTo>
                  <a:lnTo>
                    <a:pt x="19489" y="14785"/>
                  </a:lnTo>
                  <a:lnTo>
                    <a:pt x="4704" y="0"/>
                  </a:lnTo>
                  <a:close/>
                </a:path>
              </a:pathLst>
            </a:custGeom>
            <a:solidFill>
              <a:srgbClr val="3196E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1463" name="Google Shape;1463;p12"/>
            <p:cNvSpPr/>
            <p:nvPr/>
          </p:nvSpPr>
          <p:spPr>
            <a:xfrm>
              <a:off x="6383900" y="1431100"/>
              <a:ext cx="389800" cy="376350"/>
            </a:xfrm>
            <a:custGeom>
              <a:rect b="b" l="l" r="r" t="t"/>
              <a:pathLst>
                <a:path extrusionOk="0" h="15054" w="15592">
                  <a:moveTo>
                    <a:pt x="0" y="0"/>
                  </a:moveTo>
                  <a:lnTo>
                    <a:pt x="15188" y="15054"/>
                  </a:lnTo>
                  <a:lnTo>
                    <a:pt x="15591" y="14785"/>
                  </a:lnTo>
                  <a:lnTo>
                    <a:pt x="10215" y="5645"/>
                  </a:lnTo>
                  <a:lnTo>
                    <a:pt x="4704" y="0"/>
                  </a:lnTo>
                  <a:close/>
                </a:path>
              </a:pathLst>
            </a:custGeom>
            <a:solidFill>
              <a:srgbClr val="3295E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1464" name="Google Shape;1464;p12"/>
            <p:cNvSpPr/>
            <p:nvPr/>
          </p:nvSpPr>
          <p:spPr>
            <a:xfrm>
              <a:off x="6481325" y="1431100"/>
              <a:ext cx="157950" cy="147850"/>
            </a:xfrm>
            <a:custGeom>
              <a:rect b="b" l="l" r="r" t="t"/>
              <a:pathLst>
                <a:path extrusionOk="0" h="5914" w="6318">
                  <a:moveTo>
                    <a:pt x="1" y="0"/>
                  </a:moveTo>
                  <a:lnTo>
                    <a:pt x="5915" y="5914"/>
                  </a:lnTo>
                  <a:lnTo>
                    <a:pt x="6318" y="5645"/>
                  </a:lnTo>
                  <a:lnTo>
                    <a:pt x="3092" y="0"/>
                  </a:lnTo>
                  <a:close/>
                </a:path>
              </a:pathLst>
            </a:custGeom>
            <a:solidFill>
              <a:srgbClr val="3393E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grpSp>
      <p:grpSp>
        <p:nvGrpSpPr>
          <p:cNvPr id="1465" name="Google Shape;1465;p12"/>
          <p:cNvGrpSpPr/>
          <p:nvPr/>
        </p:nvGrpSpPr>
        <p:grpSpPr>
          <a:xfrm>
            <a:off x="1885571" y="952450"/>
            <a:ext cx="1032405" cy="1032468"/>
            <a:chOff x="6654650" y="3665275"/>
            <a:chExt cx="409100" cy="409125"/>
          </a:xfrm>
        </p:grpSpPr>
        <p:sp>
          <p:nvSpPr>
            <p:cNvPr id="1466" name="Google Shape;1466;p12"/>
            <p:cNvSpPr/>
            <p:nvPr/>
          </p:nvSpPr>
          <p:spPr>
            <a:xfrm>
              <a:off x="6808525" y="3819150"/>
              <a:ext cx="211875" cy="211900"/>
            </a:xfrm>
            <a:custGeom>
              <a:rect b="b" l="l" r="r" t="t"/>
              <a:pathLst>
                <a:path extrusionOk="0" h="8476" w="8475">
                  <a:moveTo>
                    <a:pt x="8157" y="0"/>
                  </a:moveTo>
                  <a:lnTo>
                    <a:pt x="7327" y="1075"/>
                  </a:lnTo>
                  <a:lnTo>
                    <a:pt x="6399" y="2150"/>
                  </a:lnTo>
                  <a:lnTo>
                    <a:pt x="5422" y="3249"/>
                  </a:lnTo>
                  <a:lnTo>
                    <a:pt x="4347" y="4348"/>
                  </a:lnTo>
                  <a:lnTo>
                    <a:pt x="3248" y="5422"/>
                  </a:lnTo>
                  <a:lnTo>
                    <a:pt x="2149" y="6399"/>
                  </a:lnTo>
                  <a:lnTo>
                    <a:pt x="1075" y="7327"/>
                  </a:lnTo>
                  <a:lnTo>
                    <a:pt x="0" y="8158"/>
                  </a:lnTo>
                  <a:lnTo>
                    <a:pt x="440" y="8280"/>
                  </a:lnTo>
                  <a:lnTo>
                    <a:pt x="855" y="8377"/>
                  </a:lnTo>
                  <a:lnTo>
                    <a:pt x="1294" y="8426"/>
                  </a:lnTo>
                  <a:lnTo>
                    <a:pt x="1734" y="8475"/>
                  </a:lnTo>
                  <a:lnTo>
                    <a:pt x="2174" y="8475"/>
                  </a:lnTo>
                  <a:lnTo>
                    <a:pt x="2613" y="8451"/>
                  </a:lnTo>
                  <a:lnTo>
                    <a:pt x="3028" y="8402"/>
                  </a:lnTo>
                  <a:lnTo>
                    <a:pt x="3468" y="8304"/>
                  </a:lnTo>
                  <a:lnTo>
                    <a:pt x="3883" y="8207"/>
                  </a:lnTo>
                  <a:lnTo>
                    <a:pt x="4323" y="8060"/>
                  </a:lnTo>
                  <a:lnTo>
                    <a:pt x="4714" y="7889"/>
                  </a:lnTo>
                  <a:lnTo>
                    <a:pt x="5129" y="7694"/>
                  </a:lnTo>
                  <a:lnTo>
                    <a:pt x="5520" y="7449"/>
                  </a:lnTo>
                  <a:lnTo>
                    <a:pt x="5886" y="7205"/>
                  </a:lnTo>
                  <a:lnTo>
                    <a:pt x="6252" y="6912"/>
                  </a:lnTo>
                  <a:lnTo>
                    <a:pt x="6594" y="6595"/>
                  </a:lnTo>
                  <a:lnTo>
                    <a:pt x="6912" y="6253"/>
                  </a:lnTo>
                  <a:lnTo>
                    <a:pt x="7205" y="5886"/>
                  </a:lnTo>
                  <a:lnTo>
                    <a:pt x="7449" y="5520"/>
                  </a:lnTo>
                  <a:lnTo>
                    <a:pt x="7693" y="5129"/>
                  </a:lnTo>
                  <a:lnTo>
                    <a:pt x="7889" y="4714"/>
                  </a:lnTo>
                  <a:lnTo>
                    <a:pt x="8060" y="4323"/>
                  </a:lnTo>
                  <a:lnTo>
                    <a:pt x="8206" y="3884"/>
                  </a:lnTo>
                  <a:lnTo>
                    <a:pt x="8304" y="3468"/>
                  </a:lnTo>
                  <a:lnTo>
                    <a:pt x="8402" y="3029"/>
                  </a:lnTo>
                  <a:lnTo>
                    <a:pt x="8450" y="2614"/>
                  </a:lnTo>
                  <a:lnTo>
                    <a:pt x="8475" y="2174"/>
                  </a:lnTo>
                  <a:lnTo>
                    <a:pt x="8475" y="1734"/>
                  </a:lnTo>
                  <a:lnTo>
                    <a:pt x="8426" y="1295"/>
                  </a:lnTo>
                  <a:lnTo>
                    <a:pt x="8377" y="855"/>
                  </a:lnTo>
                  <a:lnTo>
                    <a:pt x="8279" y="440"/>
                  </a:lnTo>
                  <a:lnTo>
                    <a:pt x="8157" y="0"/>
                  </a:ln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1467" name="Google Shape;1467;p12"/>
            <p:cNvSpPr/>
            <p:nvPr/>
          </p:nvSpPr>
          <p:spPr>
            <a:xfrm>
              <a:off x="6654650" y="3665275"/>
              <a:ext cx="409100" cy="409125"/>
            </a:xfrm>
            <a:custGeom>
              <a:rect b="b" l="l" r="r" t="t"/>
              <a:pathLst>
                <a:path extrusionOk="0" h="16365" w="16364">
                  <a:moveTo>
                    <a:pt x="13580" y="1686"/>
                  </a:moveTo>
                  <a:lnTo>
                    <a:pt x="13677" y="1735"/>
                  </a:lnTo>
                  <a:lnTo>
                    <a:pt x="13775" y="1759"/>
                  </a:lnTo>
                  <a:lnTo>
                    <a:pt x="13848" y="1832"/>
                  </a:lnTo>
                  <a:lnTo>
                    <a:pt x="13897" y="1906"/>
                  </a:lnTo>
                  <a:lnTo>
                    <a:pt x="13946" y="1979"/>
                  </a:lnTo>
                  <a:lnTo>
                    <a:pt x="13970" y="2077"/>
                  </a:lnTo>
                  <a:lnTo>
                    <a:pt x="13995" y="2174"/>
                  </a:lnTo>
                  <a:lnTo>
                    <a:pt x="13995" y="2419"/>
                  </a:lnTo>
                  <a:lnTo>
                    <a:pt x="13922" y="2687"/>
                  </a:lnTo>
                  <a:lnTo>
                    <a:pt x="13824" y="3029"/>
                  </a:lnTo>
                  <a:lnTo>
                    <a:pt x="13677" y="3371"/>
                  </a:lnTo>
                  <a:lnTo>
                    <a:pt x="13482" y="3762"/>
                  </a:lnTo>
                  <a:lnTo>
                    <a:pt x="13238" y="4177"/>
                  </a:lnTo>
                  <a:lnTo>
                    <a:pt x="12993" y="3908"/>
                  </a:lnTo>
                  <a:lnTo>
                    <a:pt x="12749" y="3615"/>
                  </a:lnTo>
                  <a:lnTo>
                    <a:pt x="12407" y="3298"/>
                  </a:lnTo>
                  <a:lnTo>
                    <a:pt x="12041" y="3029"/>
                  </a:lnTo>
                  <a:lnTo>
                    <a:pt x="11675" y="2761"/>
                  </a:lnTo>
                  <a:lnTo>
                    <a:pt x="11308" y="2541"/>
                  </a:lnTo>
                  <a:lnTo>
                    <a:pt x="11748" y="2272"/>
                  </a:lnTo>
                  <a:lnTo>
                    <a:pt x="12187" y="2052"/>
                  </a:lnTo>
                  <a:lnTo>
                    <a:pt x="12554" y="1881"/>
                  </a:lnTo>
                  <a:lnTo>
                    <a:pt x="12920" y="1759"/>
                  </a:lnTo>
                  <a:lnTo>
                    <a:pt x="13213" y="1686"/>
                  </a:lnTo>
                  <a:close/>
                  <a:moveTo>
                    <a:pt x="9721" y="3591"/>
                  </a:moveTo>
                  <a:lnTo>
                    <a:pt x="9794" y="3615"/>
                  </a:lnTo>
                  <a:lnTo>
                    <a:pt x="9916" y="3713"/>
                  </a:lnTo>
                  <a:lnTo>
                    <a:pt x="10014" y="3835"/>
                  </a:lnTo>
                  <a:lnTo>
                    <a:pt x="10038" y="3908"/>
                  </a:lnTo>
                  <a:lnTo>
                    <a:pt x="10038" y="3982"/>
                  </a:lnTo>
                  <a:lnTo>
                    <a:pt x="10038" y="4055"/>
                  </a:lnTo>
                  <a:lnTo>
                    <a:pt x="10014" y="4128"/>
                  </a:lnTo>
                  <a:lnTo>
                    <a:pt x="9916" y="4250"/>
                  </a:lnTo>
                  <a:lnTo>
                    <a:pt x="9794" y="4348"/>
                  </a:lnTo>
                  <a:lnTo>
                    <a:pt x="9721" y="4372"/>
                  </a:lnTo>
                  <a:lnTo>
                    <a:pt x="9574" y="4372"/>
                  </a:lnTo>
                  <a:lnTo>
                    <a:pt x="9501" y="4348"/>
                  </a:lnTo>
                  <a:lnTo>
                    <a:pt x="9379" y="4250"/>
                  </a:lnTo>
                  <a:lnTo>
                    <a:pt x="9281" y="4128"/>
                  </a:lnTo>
                  <a:lnTo>
                    <a:pt x="9257" y="4055"/>
                  </a:lnTo>
                  <a:lnTo>
                    <a:pt x="9257" y="3982"/>
                  </a:lnTo>
                  <a:lnTo>
                    <a:pt x="9257" y="3908"/>
                  </a:lnTo>
                  <a:lnTo>
                    <a:pt x="9281" y="3835"/>
                  </a:lnTo>
                  <a:lnTo>
                    <a:pt x="9379" y="3713"/>
                  </a:lnTo>
                  <a:lnTo>
                    <a:pt x="9501" y="3615"/>
                  </a:lnTo>
                  <a:lnTo>
                    <a:pt x="9574" y="3591"/>
                  </a:lnTo>
                  <a:close/>
                  <a:moveTo>
                    <a:pt x="8182" y="3322"/>
                  </a:moveTo>
                  <a:lnTo>
                    <a:pt x="8304" y="3347"/>
                  </a:lnTo>
                  <a:lnTo>
                    <a:pt x="8402" y="3371"/>
                  </a:lnTo>
                  <a:lnTo>
                    <a:pt x="8500" y="3420"/>
                  </a:lnTo>
                  <a:lnTo>
                    <a:pt x="8597" y="3493"/>
                  </a:lnTo>
                  <a:lnTo>
                    <a:pt x="8671" y="3591"/>
                  </a:lnTo>
                  <a:lnTo>
                    <a:pt x="8719" y="3689"/>
                  </a:lnTo>
                  <a:lnTo>
                    <a:pt x="8768" y="3786"/>
                  </a:lnTo>
                  <a:lnTo>
                    <a:pt x="8768" y="3908"/>
                  </a:lnTo>
                  <a:lnTo>
                    <a:pt x="8768" y="4031"/>
                  </a:lnTo>
                  <a:lnTo>
                    <a:pt x="8719" y="4153"/>
                  </a:lnTo>
                  <a:lnTo>
                    <a:pt x="8671" y="4250"/>
                  </a:lnTo>
                  <a:lnTo>
                    <a:pt x="8597" y="4324"/>
                  </a:lnTo>
                  <a:lnTo>
                    <a:pt x="8500" y="4397"/>
                  </a:lnTo>
                  <a:lnTo>
                    <a:pt x="8402" y="4446"/>
                  </a:lnTo>
                  <a:lnTo>
                    <a:pt x="8304" y="4495"/>
                  </a:lnTo>
                  <a:lnTo>
                    <a:pt x="8060" y="4495"/>
                  </a:lnTo>
                  <a:lnTo>
                    <a:pt x="7962" y="4446"/>
                  </a:lnTo>
                  <a:lnTo>
                    <a:pt x="7865" y="4397"/>
                  </a:lnTo>
                  <a:lnTo>
                    <a:pt x="7767" y="4324"/>
                  </a:lnTo>
                  <a:lnTo>
                    <a:pt x="7694" y="4250"/>
                  </a:lnTo>
                  <a:lnTo>
                    <a:pt x="7645" y="4153"/>
                  </a:lnTo>
                  <a:lnTo>
                    <a:pt x="7596" y="4031"/>
                  </a:lnTo>
                  <a:lnTo>
                    <a:pt x="7596" y="3908"/>
                  </a:lnTo>
                  <a:lnTo>
                    <a:pt x="7596" y="3786"/>
                  </a:lnTo>
                  <a:lnTo>
                    <a:pt x="7645" y="3689"/>
                  </a:lnTo>
                  <a:lnTo>
                    <a:pt x="7694" y="3591"/>
                  </a:lnTo>
                  <a:lnTo>
                    <a:pt x="7767" y="3493"/>
                  </a:lnTo>
                  <a:lnTo>
                    <a:pt x="7865" y="3420"/>
                  </a:lnTo>
                  <a:lnTo>
                    <a:pt x="7962" y="3371"/>
                  </a:lnTo>
                  <a:lnTo>
                    <a:pt x="8060" y="3347"/>
                  </a:lnTo>
                  <a:lnTo>
                    <a:pt x="8182" y="3322"/>
                  </a:lnTo>
                  <a:close/>
                  <a:moveTo>
                    <a:pt x="9086" y="4763"/>
                  </a:moveTo>
                  <a:lnTo>
                    <a:pt x="9159" y="4788"/>
                  </a:lnTo>
                  <a:lnTo>
                    <a:pt x="9281" y="4885"/>
                  </a:lnTo>
                  <a:lnTo>
                    <a:pt x="9354" y="5007"/>
                  </a:lnTo>
                  <a:lnTo>
                    <a:pt x="9379" y="5081"/>
                  </a:lnTo>
                  <a:lnTo>
                    <a:pt x="9379" y="5154"/>
                  </a:lnTo>
                  <a:lnTo>
                    <a:pt x="9379" y="5227"/>
                  </a:lnTo>
                  <a:lnTo>
                    <a:pt x="9354" y="5301"/>
                  </a:lnTo>
                  <a:lnTo>
                    <a:pt x="9281" y="5423"/>
                  </a:lnTo>
                  <a:lnTo>
                    <a:pt x="9159" y="5520"/>
                  </a:lnTo>
                  <a:lnTo>
                    <a:pt x="9086" y="5545"/>
                  </a:lnTo>
                  <a:lnTo>
                    <a:pt x="8915" y="5545"/>
                  </a:lnTo>
                  <a:lnTo>
                    <a:pt x="8842" y="5520"/>
                  </a:lnTo>
                  <a:lnTo>
                    <a:pt x="8719" y="5423"/>
                  </a:lnTo>
                  <a:lnTo>
                    <a:pt x="8646" y="5301"/>
                  </a:lnTo>
                  <a:lnTo>
                    <a:pt x="8622" y="5227"/>
                  </a:lnTo>
                  <a:lnTo>
                    <a:pt x="8597" y="5154"/>
                  </a:lnTo>
                  <a:lnTo>
                    <a:pt x="8622" y="5081"/>
                  </a:lnTo>
                  <a:lnTo>
                    <a:pt x="8646" y="5007"/>
                  </a:lnTo>
                  <a:lnTo>
                    <a:pt x="8719" y="4885"/>
                  </a:lnTo>
                  <a:lnTo>
                    <a:pt x="8842" y="4788"/>
                  </a:lnTo>
                  <a:lnTo>
                    <a:pt x="8915" y="4763"/>
                  </a:lnTo>
                  <a:close/>
                  <a:moveTo>
                    <a:pt x="2540" y="11309"/>
                  </a:moveTo>
                  <a:lnTo>
                    <a:pt x="2760" y="11675"/>
                  </a:lnTo>
                  <a:lnTo>
                    <a:pt x="3029" y="12041"/>
                  </a:lnTo>
                  <a:lnTo>
                    <a:pt x="3298" y="12408"/>
                  </a:lnTo>
                  <a:lnTo>
                    <a:pt x="3615" y="12750"/>
                  </a:lnTo>
                  <a:lnTo>
                    <a:pt x="3908" y="12994"/>
                  </a:lnTo>
                  <a:lnTo>
                    <a:pt x="4177" y="13238"/>
                  </a:lnTo>
                  <a:lnTo>
                    <a:pt x="3762" y="13482"/>
                  </a:lnTo>
                  <a:lnTo>
                    <a:pt x="3371" y="13678"/>
                  </a:lnTo>
                  <a:lnTo>
                    <a:pt x="3029" y="13824"/>
                  </a:lnTo>
                  <a:lnTo>
                    <a:pt x="2687" y="13922"/>
                  </a:lnTo>
                  <a:lnTo>
                    <a:pt x="2418" y="13995"/>
                  </a:lnTo>
                  <a:lnTo>
                    <a:pt x="2174" y="13995"/>
                  </a:lnTo>
                  <a:lnTo>
                    <a:pt x="2076" y="13971"/>
                  </a:lnTo>
                  <a:lnTo>
                    <a:pt x="1979" y="13946"/>
                  </a:lnTo>
                  <a:lnTo>
                    <a:pt x="1905" y="13897"/>
                  </a:lnTo>
                  <a:lnTo>
                    <a:pt x="1832" y="13849"/>
                  </a:lnTo>
                  <a:lnTo>
                    <a:pt x="1759" y="13775"/>
                  </a:lnTo>
                  <a:lnTo>
                    <a:pt x="1734" y="13678"/>
                  </a:lnTo>
                  <a:lnTo>
                    <a:pt x="1686" y="13580"/>
                  </a:lnTo>
                  <a:lnTo>
                    <a:pt x="1686" y="13482"/>
                  </a:lnTo>
                  <a:lnTo>
                    <a:pt x="1686" y="13214"/>
                  </a:lnTo>
                  <a:lnTo>
                    <a:pt x="1759" y="12921"/>
                  </a:lnTo>
                  <a:lnTo>
                    <a:pt x="1881" y="12554"/>
                  </a:lnTo>
                  <a:lnTo>
                    <a:pt x="2052" y="12188"/>
                  </a:lnTo>
                  <a:lnTo>
                    <a:pt x="2272" y="11748"/>
                  </a:lnTo>
                  <a:lnTo>
                    <a:pt x="2540" y="11309"/>
                  </a:lnTo>
                  <a:close/>
                  <a:moveTo>
                    <a:pt x="15362" y="1"/>
                  </a:moveTo>
                  <a:lnTo>
                    <a:pt x="15094" y="25"/>
                  </a:lnTo>
                  <a:lnTo>
                    <a:pt x="14801" y="74"/>
                  </a:lnTo>
                  <a:lnTo>
                    <a:pt x="14483" y="172"/>
                  </a:lnTo>
                  <a:lnTo>
                    <a:pt x="14141" y="294"/>
                  </a:lnTo>
                  <a:lnTo>
                    <a:pt x="13775" y="440"/>
                  </a:lnTo>
                  <a:lnTo>
                    <a:pt x="13384" y="611"/>
                  </a:lnTo>
                  <a:lnTo>
                    <a:pt x="12993" y="831"/>
                  </a:lnTo>
                  <a:lnTo>
                    <a:pt x="12578" y="1051"/>
                  </a:lnTo>
                  <a:lnTo>
                    <a:pt x="11699" y="1613"/>
                  </a:lnTo>
                  <a:lnTo>
                    <a:pt x="10747" y="2272"/>
                  </a:lnTo>
                  <a:lnTo>
                    <a:pt x="10307" y="2101"/>
                  </a:lnTo>
                  <a:lnTo>
                    <a:pt x="9843" y="1955"/>
                  </a:lnTo>
                  <a:lnTo>
                    <a:pt x="9379" y="1857"/>
                  </a:lnTo>
                  <a:lnTo>
                    <a:pt x="8915" y="1784"/>
                  </a:lnTo>
                  <a:lnTo>
                    <a:pt x="8451" y="1735"/>
                  </a:lnTo>
                  <a:lnTo>
                    <a:pt x="7962" y="1735"/>
                  </a:lnTo>
                  <a:lnTo>
                    <a:pt x="7498" y="1784"/>
                  </a:lnTo>
                  <a:lnTo>
                    <a:pt x="7034" y="1832"/>
                  </a:lnTo>
                  <a:lnTo>
                    <a:pt x="6570" y="1930"/>
                  </a:lnTo>
                  <a:lnTo>
                    <a:pt x="6106" y="2077"/>
                  </a:lnTo>
                  <a:lnTo>
                    <a:pt x="5667" y="2248"/>
                  </a:lnTo>
                  <a:lnTo>
                    <a:pt x="5227" y="2443"/>
                  </a:lnTo>
                  <a:lnTo>
                    <a:pt x="4787" y="2687"/>
                  </a:lnTo>
                  <a:lnTo>
                    <a:pt x="4397" y="2980"/>
                  </a:lnTo>
                  <a:lnTo>
                    <a:pt x="4006" y="3273"/>
                  </a:lnTo>
                  <a:lnTo>
                    <a:pt x="3615" y="3615"/>
                  </a:lnTo>
                  <a:lnTo>
                    <a:pt x="3273" y="4006"/>
                  </a:lnTo>
                  <a:lnTo>
                    <a:pt x="2980" y="4397"/>
                  </a:lnTo>
                  <a:lnTo>
                    <a:pt x="2687" y="4788"/>
                  </a:lnTo>
                  <a:lnTo>
                    <a:pt x="2443" y="5227"/>
                  </a:lnTo>
                  <a:lnTo>
                    <a:pt x="2247" y="5667"/>
                  </a:lnTo>
                  <a:lnTo>
                    <a:pt x="2076" y="6107"/>
                  </a:lnTo>
                  <a:lnTo>
                    <a:pt x="1930" y="6571"/>
                  </a:lnTo>
                  <a:lnTo>
                    <a:pt x="1832" y="7035"/>
                  </a:lnTo>
                  <a:lnTo>
                    <a:pt x="1783" y="7499"/>
                  </a:lnTo>
                  <a:lnTo>
                    <a:pt x="1734" y="7963"/>
                  </a:lnTo>
                  <a:lnTo>
                    <a:pt x="1734" y="8451"/>
                  </a:lnTo>
                  <a:lnTo>
                    <a:pt x="1783" y="8915"/>
                  </a:lnTo>
                  <a:lnTo>
                    <a:pt x="1857" y="9379"/>
                  </a:lnTo>
                  <a:lnTo>
                    <a:pt x="1954" y="9843"/>
                  </a:lnTo>
                  <a:lnTo>
                    <a:pt x="2101" y="10307"/>
                  </a:lnTo>
                  <a:lnTo>
                    <a:pt x="2272" y="10747"/>
                  </a:lnTo>
                  <a:lnTo>
                    <a:pt x="1612" y="11699"/>
                  </a:lnTo>
                  <a:lnTo>
                    <a:pt x="1051" y="12579"/>
                  </a:lnTo>
                  <a:lnTo>
                    <a:pt x="831" y="12994"/>
                  </a:lnTo>
                  <a:lnTo>
                    <a:pt x="611" y="13385"/>
                  </a:lnTo>
                  <a:lnTo>
                    <a:pt x="440" y="13775"/>
                  </a:lnTo>
                  <a:lnTo>
                    <a:pt x="293" y="14142"/>
                  </a:lnTo>
                  <a:lnTo>
                    <a:pt x="171" y="14484"/>
                  </a:lnTo>
                  <a:lnTo>
                    <a:pt x="74" y="14801"/>
                  </a:lnTo>
                  <a:lnTo>
                    <a:pt x="25" y="15094"/>
                  </a:lnTo>
                  <a:lnTo>
                    <a:pt x="0" y="15363"/>
                  </a:lnTo>
                  <a:lnTo>
                    <a:pt x="0" y="15583"/>
                  </a:lnTo>
                  <a:lnTo>
                    <a:pt x="49" y="15802"/>
                  </a:lnTo>
                  <a:lnTo>
                    <a:pt x="123" y="15973"/>
                  </a:lnTo>
                  <a:lnTo>
                    <a:pt x="245" y="16120"/>
                  </a:lnTo>
                  <a:lnTo>
                    <a:pt x="342" y="16218"/>
                  </a:lnTo>
                  <a:lnTo>
                    <a:pt x="489" y="16291"/>
                  </a:lnTo>
                  <a:lnTo>
                    <a:pt x="635" y="16340"/>
                  </a:lnTo>
                  <a:lnTo>
                    <a:pt x="806" y="16364"/>
                  </a:lnTo>
                  <a:lnTo>
                    <a:pt x="1173" y="16364"/>
                  </a:lnTo>
                  <a:lnTo>
                    <a:pt x="1393" y="16315"/>
                  </a:lnTo>
                  <a:lnTo>
                    <a:pt x="1637" y="16267"/>
                  </a:lnTo>
                  <a:lnTo>
                    <a:pt x="2150" y="16120"/>
                  </a:lnTo>
                  <a:lnTo>
                    <a:pt x="2711" y="15876"/>
                  </a:lnTo>
                  <a:lnTo>
                    <a:pt x="3322" y="15583"/>
                  </a:lnTo>
                  <a:lnTo>
                    <a:pt x="3957" y="15192"/>
                  </a:lnTo>
                  <a:lnTo>
                    <a:pt x="4665" y="14752"/>
                  </a:lnTo>
                  <a:lnTo>
                    <a:pt x="5373" y="14264"/>
                  </a:lnTo>
                  <a:lnTo>
                    <a:pt x="6131" y="13702"/>
                  </a:lnTo>
                  <a:lnTo>
                    <a:pt x="6912" y="13092"/>
                  </a:lnTo>
                  <a:lnTo>
                    <a:pt x="7718" y="12432"/>
                  </a:lnTo>
                  <a:lnTo>
                    <a:pt x="8524" y="11724"/>
                  </a:lnTo>
                  <a:lnTo>
                    <a:pt x="9330" y="10967"/>
                  </a:lnTo>
                  <a:lnTo>
                    <a:pt x="10160" y="10161"/>
                  </a:lnTo>
                  <a:lnTo>
                    <a:pt x="10966" y="9330"/>
                  </a:lnTo>
                  <a:lnTo>
                    <a:pt x="11723" y="8524"/>
                  </a:lnTo>
                  <a:lnTo>
                    <a:pt x="12432" y="7718"/>
                  </a:lnTo>
                  <a:lnTo>
                    <a:pt x="13091" y="6912"/>
                  </a:lnTo>
                  <a:lnTo>
                    <a:pt x="13702" y="6131"/>
                  </a:lnTo>
                  <a:lnTo>
                    <a:pt x="14263" y="5374"/>
                  </a:lnTo>
                  <a:lnTo>
                    <a:pt x="14752" y="4666"/>
                  </a:lnTo>
                  <a:lnTo>
                    <a:pt x="15192" y="3957"/>
                  </a:lnTo>
                  <a:lnTo>
                    <a:pt x="15582" y="3322"/>
                  </a:lnTo>
                  <a:lnTo>
                    <a:pt x="15875" y="2712"/>
                  </a:lnTo>
                  <a:lnTo>
                    <a:pt x="16120" y="2150"/>
                  </a:lnTo>
                  <a:lnTo>
                    <a:pt x="16266" y="1637"/>
                  </a:lnTo>
                  <a:lnTo>
                    <a:pt x="16315" y="1393"/>
                  </a:lnTo>
                  <a:lnTo>
                    <a:pt x="16364" y="1173"/>
                  </a:lnTo>
                  <a:lnTo>
                    <a:pt x="16364" y="978"/>
                  </a:lnTo>
                  <a:lnTo>
                    <a:pt x="16364" y="807"/>
                  </a:lnTo>
                  <a:lnTo>
                    <a:pt x="16339" y="636"/>
                  </a:lnTo>
                  <a:lnTo>
                    <a:pt x="16291" y="489"/>
                  </a:lnTo>
                  <a:lnTo>
                    <a:pt x="16217" y="343"/>
                  </a:lnTo>
                  <a:lnTo>
                    <a:pt x="16120" y="245"/>
                  </a:lnTo>
                  <a:lnTo>
                    <a:pt x="15973" y="123"/>
                  </a:lnTo>
                  <a:lnTo>
                    <a:pt x="15802" y="50"/>
                  </a:lnTo>
                  <a:lnTo>
                    <a:pt x="15582" y="1"/>
                  </a:ln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grpSp>
      <p:grpSp>
        <p:nvGrpSpPr>
          <p:cNvPr id="1468" name="Google Shape;1468;p12"/>
          <p:cNvGrpSpPr/>
          <p:nvPr/>
        </p:nvGrpSpPr>
        <p:grpSpPr>
          <a:xfrm rot="-731900">
            <a:off x="1604965" y="2201851"/>
            <a:ext cx="688564" cy="688681"/>
            <a:chOff x="570875" y="4322250"/>
            <a:chExt cx="443300" cy="443325"/>
          </a:xfrm>
        </p:grpSpPr>
        <p:sp>
          <p:nvSpPr>
            <p:cNvPr id="1469" name="Google Shape;1469;p12"/>
            <p:cNvSpPr/>
            <p:nvPr/>
          </p:nvSpPr>
          <p:spPr>
            <a:xfrm>
              <a:off x="570875" y="4322250"/>
              <a:ext cx="443300" cy="443325"/>
            </a:xfrm>
            <a:custGeom>
              <a:rect b="b" l="l" r="r" t="t"/>
              <a:pathLst>
                <a:path extrusionOk="0" h="17733" w="17732">
                  <a:moveTo>
                    <a:pt x="13091" y="2712"/>
                  </a:moveTo>
                  <a:lnTo>
                    <a:pt x="13286" y="2736"/>
                  </a:lnTo>
                  <a:lnTo>
                    <a:pt x="13506" y="2785"/>
                  </a:lnTo>
                  <a:lnTo>
                    <a:pt x="13702" y="2858"/>
                  </a:lnTo>
                  <a:lnTo>
                    <a:pt x="13873" y="2956"/>
                  </a:lnTo>
                  <a:lnTo>
                    <a:pt x="14068" y="3054"/>
                  </a:lnTo>
                  <a:lnTo>
                    <a:pt x="14239" y="3176"/>
                  </a:lnTo>
                  <a:lnTo>
                    <a:pt x="14410" y="3323"/>
                  </a:lnTo>
                  <a:lnTo>
                    <a:pt x="14556" y="3493"/>
                  </a:lnTo>
                  <a:lnTo>
                    <a:pt x="14679" y="3664"/>
                  </a:lnTo>
                  <a:lnTo>
                    <a:pt x="14776" y="3860"/>
                  </a:lnTo>
                  <a:lnTo>
                    <a:pt x="14874" y="4031"/>
                  </a:lnTo>
                  <a:lnTo>
                    <a:pt x="14947" y="4226"/>
                  </a:lnTo>
                  <a:lnTo>
                    <a:pt x="14996" y="4446"/>
                  </a:lnTo>
                  <a:lnTo>
                    <a:pt x="15021" y="4641"/>
                  </a:lnTo>
                  <a:lnTo>
                    <a:pt x="15021" y="4861"/>
                  </a:lnTo>
                  <a:lnTo>
                    <a:pt x="15021" y="5057"/>
                  </a:lnTo>
                  <a:lnTo>
                    <a:pt x="14996" y="5252"/>
                  </a:lnTo>
                  <a:lnTo>
                    <a:pt x="14947" y="5472"/>
                  </a:lnTo>
                  <a:lnTo>
                    <a:pt x="14874" y="5667"/>
                  </a:lnTo>
                  <a:lnTo>
                    <a:pt x="14776" y="5838"/>
                  </a:lnTo>
                  <a:lnTo>
                    <a:pt x="14679" y="6033"/>
                  </a:lnTo>
                  <a:lnTo>
                    <a:pt x="14556" y="6204"/>
                  </a:lnTo>
                  <a:lnTo>
                    <a:pt x="14410" y="6375"/>
                  </a:lnTo>
                  <a:lnTo>
                    <a:pt x="13433" y="7328"/>
                  </a:lnTo>
                  <a:lnTo>
                    <a:pt x="13311" y="7426"/>
                  </a:lnTo>
                  <a:lnTo>
                    <a:pt x="13189" y="7499"/>
                  </a:lnTo>
                  <a:lnTo>
                    <a:pt x="13042" y="7548"/>
                  </a:lnTo>
                  <a:lnTo>
                    <a:pt x="12871" y="7572"/>
                  </a:lnTo>
                  <a:lnTo>
                    <a:pt x="12725" y="7548"/>
                  </a:lnTo>
                  <a:lnTo>
                    <a:pt x="12578" y="7499"/>
                  </a:lnTo>
                  <a:lnTo>
                    <a:pt x="12456" y="7426"/>
                  </a:lnTo>
                  <a:lnTo>
                    <a:pt x="12334" y="7328"/>
                  </a:lnTo>
                  <a:lnTo>
                    <a:pt x="10405" y="5398"/>
                  </a:lnTo>
                  <a:lnTo>
                    <a:pt x="10307" y="5276"/>
                  </a:lnTo>
                  <a:lnTo>
                    <a:pt x="10234" y="5154"/>
                  </a:lnTo>
                  <a:lnTo>
                    <a:pt x="10185" y="5008"/>
                  </a:lnTo>
                  <a:lnTo>
                    <a:pt x="10160" y="4861"/>
                  </a:lnTo>
                  <a:lnTo>
                    <a:pt x="10185" y="4690"/>
                  </a:lnTo>
                  <a:lnTo>
                    <a:pt x="10234" y="4544"/>
                  </a:lnTo>
                  <a:lnTo>
                    <a:pt x="10307" y="4422"/>
                  </a:lnTo>
                  <a:lnTo>
                    <a:pt x="10405" y="4299"/>
                  </a:lnTo>
                  <a:lnTo>
                    <a:pt x="11357" y="3323"/>
                  </a:lnTo>
                  <a:lnTo>
                    <a:pt x="11528" y="3176"/>
                  </a:lnTo>
                  <a:lnTo>
                    <a:pt x="11699" y="3054"/>
                  </a:lnTo>
                  <a:lnTo>
                    <a:pt x="11894" y="2956"/>
                  </a:lnTo>
                  <a:lnTo>
                    <a:pt x="12065" y="2858"/>
                  </a:lnTo>
                  <a:lnTo>
                    <a:pt x="12261" y="2785"/>
                  </a:lnTo>
                  <a:lnTo>
                    <a:pt x="12481" y="2736"/>
                  </a:lnTo>
                  <a:lnTo>
                    <a:pt x="12676" y="2712"/>
                  </a:lnTo>
                  <a:close/>
                  <a:moveTo>
                    <a:pt x="8377" y="8867"/>
                  </a:moveTo>
                  <a:lnTo>
                    <a:pt x="8475" y="8891"/>
                  </a:lnTo>
                  <a:lnTo>
                    <a:pt x="8548" y="8915"/>
                  </a:lnTo>
                  <a:lnTo>
                    <a:pt x="8646" y="8964"/>
                  </a:lnTo>
                  <a:lnTo>
                    <a:pt x="8719" y="9013"/>
                  </a:lnTo>
                  <a:lnTo>
                    <a:pt x="8768" y="9086"/>
                  </a:lnTo>
                  <a:lnTo>
                    <a:pt x="8817" y="9184"/>
                  </a:lnTo>
                  <a:lnTo>
                    <a:pt x="8841" y="9257"/>
                  </a:lnTo>
                  <a:lnTo>
                    <a:pt x="8866" y="9355"/>
                  </a:lnTo>
                  <a:lnTo>
                    <a:pt x="8841" y="9453"/>
                  </a:lnTo>
                  <a:lnTo>
                    <a:pt x="8817" y="9550"/>
                  </a:lnTo>
                  <a:lnTo>
                    <a:pt x="8768" y="9624"/>
                  </a:lnTo>
                  <a:lnTo>
                    <a:pt x="8719" y="9697"/>
                  </a:lnTo>
                  <a:lnTo>
                    <a:pt x="6179" y="12237"/>
                  </a:lnTo>
                  <a:lnTo>
                    <a:pt x="6106" y="12310"/>
                  </a:lnTo>
                  <a:lnTo>
                    <a:pt x="6033" y="12359"/>
                  </a:lnTo>
                  <a:lnTo>
                    <a:pt x="5935" y="12383"/>
                  </a:lnTo>
                  <a:lnTo>
                    <a:pt x="5740" y="12383"/>
                  </a:lnTo>
                  <a:lnTo>
                    <a:pt x="5642" y="12359"/>
                  </a:lnTo>
                  <a:lnTo>
                    <a:pt x="5569" y="12310"/>
                  </a:lnTo>
                  <a:lnTo>
                    <a:pt x="5496" y="12237"/>
                  </a:lnTo>
                  <a:lnTo>
                    <a:pt x="5422" y="12164"/>
                  </a:lnTo>
                  <a:lnTo>
                    <a:pt x="5373" y="12090"/>
                  </a:lnTo>
                  <a:lnTo>
                    <a:pt x="5349" y="11993"/>
                  </a:lnTo>
                  <a:lnTo>
                    <a:pt x="5349" y="11895"/>
                  </a:lnTo>
                  <a:lnTo>
                    <a:pt x="5349" y="11797"/>
                  </a:lnTo>
                  <a:lnTo>
                    <a:pt x="5373" y="11700"/>
                  </a:lnTo>
                  <a:lnTo>
                    <a:pt x="5422" y="11626"/>
                  </a:lnTo>
                  <a:lnTo>
                    <a:pt x="5496" y="11553"/>
                  </a:lnTo>
                  <a:lnTo>
                    <a:pt x="8036" y="9013"/>
                  </a:lnTo>
                  <a:lnTo>
                    <a:pt x="8109" y="8964"/>
                  </a:lnTo>
                  <a:lnTo>
                    <a:pt x="8182" y="8915"/>
                  </a:lnTo>
                  <a:lnTo>
                    <a:pt x="8280" y="8891"/>
                  </a:lnTo>
                  <a:lnTo>
                    <a:pt x="8377" y="8867"/>
                  </a:lnTo>
                  <a:close/>
                  <a:moveTo>
                    <a:pt x="14825" y="1"/>
                  </a:moveTo>
                  <a:lnTo>
                    <a:pt x="14288" y="25"/>
                  </a:lnTo>
                  <a:lnTo>
                    <a:pt x="13751" y="50"/>
                  </a:lnTo>
                  <a:lnTo>
                    <a:pt x="13213" y="123"/>
                  </a:lnTo>
                  <a:lnTo>
                    <a:pt x="12676" y="245"/>
                  </a:lnTo>
                  <a:lnTo>
                    <a:pt x="12163" y="367"/>
                  </a:lnTo>
                  <a:lnTo>
                    <a:pt x="11675" y="538"/>
                  </a:lnTo>
                  <a:lnTo>
                    <a:pt x="11235" y="758"/>
                  </a:lnTo>
                  <a:lnTo>
                    <a:pt x="11015" y="856"/>
                  </a:lnTo>
                  <a:lnTo>
                    <a:pt x="10844" y="1002"/>
                  </a:lnTo>
                  <a:lnTo>
                    <a:pt x="10649" y="1124"/>
                  </a:lnTo>
                  <a:lnTo>
                    <a:pt x="10502" y="1271"/>
                  </a:lnTo>
                  <a:lnTo>
                    <a:pt x="5544" y="6229"/>
                  </a:lnTo>
                  <a:lnTo>
                    <a:pt x="391" y="6229"/>
                  </a:lnTo>
                  <a:lnTo>
                    <a:pt x="245" y="6253"/>
                  </a:lnTo>
                  <a:lnTo>
                    <a:pt x="147" y="6278"/>
                  </a:lnTo>
                  <a:lnTo>
                    <a:pt x="49" y="6327"/>
                  </a:lnTo>
                  <a:lnTo>
                    <a:pt x="0" y="6400"/>
                  </a:lnTo>
                  <a:lnTo>
                    <a:pt x="0" y="6473"/>
                  </a:lnTo>
                  <a:lnTo>
                    <a:pt x="25" y="6571"/>
                  </a:lnTo>
                  <a:lnTo>
                    <a:pt x="74" y="6668"/>
                  </a:lnTo>
                  <a:lnTo>
                    <a:pt x="171" y="6791"/>
                  </a:lnTo>
                  <a:lnTo>
                    <a:pt x="2589" y="9184"/>
                  </a:lnTo>
                  <a:lnTo>
                    <a:pt x="2272" y="9502"/>
                  </a:lnTo>
                  <a:lnTo>
                    <a:pt x="953" y="9746"/>
                  </a:lnTo>
                  <a:lnTo>
                    <a:pt x="806" y="9795"/>
                  </a:lnTo>
                  <a:lnTo>
                    <a:pt x="684" y="9843"/>
                  </a:lnTo>
                  <a:lnTo>
                    <a:pt x="611" y="9941"/>
                  </a:lnTo>
                  <a:lnTo>
                    <a:pt x="562" y="10014"/>
                  </a:lnTo>
                  <a:lnTo>
                    <a:pt x="562" y="10112"/>
                  </a:lnTo>
                  <a:lnTo>
                    <a:pt x="586" y="10234"/>
                  </a:lnTo>
                  <a:lnTo>
                    <a:pt x="635" y="10332"/>
                  </a:lnTo>
                  <a:lnTo>
                    <a:pt x="733" y="10454"/>
                  </a:lnTo>
                  <a:lnTo>
                    <a:pt x="7278" y="16999"/>
                  </a:lnTo>
                  <a:lnTo>
                    <a:pt x="7401" y="17097"/>
                  </a:lnTo>
                  <a:lnTo>
                    <a:pt x="7498" y="17146"/>
                  </a:lnTo>
                  <a:lnTo>
                    <a:pt x="7620" y="17170"/>
                  </a:lnTo>
                  <a:lnTo>
                    <a:pt x="7718" y="17170"/>
                  </a:lnTo>
                  <a:lnTo>
                    <a:pt x="7791" y="17122"/>
                  </a:lnTo>
                  <a:lnTo>
                    <a:pt x="7889" y="17048"/>
                  </a:lnTo>
                  <a:lnTo>
                    <a:pt x="7938" y="16926"/>
                  </a:lnTo>
                  <a:lnTo>
                    <a:pt x="7987" y="16780"/>
                  </a:lnTo>
                  <a:lnTo>
                    <a:pt x="8231" y="15461"/>
                  </a:lnTo>
                  <a:lnTo>
                    <a:pt x="8548" y="15143"/>
                  </a:lnTo>
                  <a:lnTo>
                    <a:pt x="10942" y="17561"/>
                  </a:lnTo>
                  <a:lnTo>
                    <a:pt x="11064" y="17659"/>
                  </a:lnTo>
                  <a:lnTo>
                    <a:pt x="11162" y="17708"/>
                  </a:lnTo>
                  <a:lnTo>
                    <a:pt x="11259" y="17732"/>
                  </a:lnTo>
                  <a:lnTo>
                    <a:pt x="11333" y="17732"/>
                  </a:lnTo>
                  <a:lnTo>
                    <a:pt x="11406" y="17683"/>
                  </a:lnTo>
                  <a:lnTo>
                    <a:pt x="11455" y="17586"/>
                  </a:lnTo>
                  <a:lnTo>
                    <a:pt x="11479" y="17488"/>
                  </a:lnTo>
                  <a:lnTo>
                    <a:pt x="11504" y="17341"/>
                  </a:lnTo>
                  <a:lnTo>
                    <a:pt x="11504" y="12188"/>
                  </a:lnTo>
                  <a:lnTo>
                    <a:pt x="16461" y="7230"/>
                  </a:lnTo>
                  <a:lnTo>
                    <a:pt x="16608" y="7084"/>
                  </a:lnTo>
                  <a:lnTo>
                    <a:pt x="16730" y="6888"/>
                  </a:lnTo>
                  <a:lnTo>
                    <a:pt x="16877" y="6693"/>
                  </a:lnTo>
                  <a:lnTo>
                    <a:pt x="16974" y="6498"/>
                  </a:lnTo>
                  <a:lnTo>
                    <a:pt x="17194" y="6058"/>
                  </a:lnTo>
                  <a:lnTo>
                    <a:pt x="17365" y="5569"/>
                  </a:lnTo>
                  <a:lnTo>
                    <a:pt x="17487" y="5057"/>
                  </a:lnTo>
                  <a:lnTo>
                    <a:pt x="17609" y="4519"/>
                  </a:lnTo>
                  <a:lnTo>
                    <a:pt x="17683" y="3982"/>
                  </a:lnTo>
                  <a:lnTo>
                    <a:pt x="17707" y="3445"/>
                  </a:lnTo>
                  <a:lnTo>
                    <a:pt x="17731" y="2907"/>
                  </a:lnTo>
                  <a:lnTo>
                    <a:pt x="17731" y="2419"/>
                  </a:lnTo>
                  <a:lnTo>
                    <a:pt x="17707" y="1955"/>
                  </a:lnTo>
                  <a:lnTo>
                    <a:pt x="17658" y="1515"/>
                  </a:lnTo>
                  <a:lnTo>
                    <a:pt x="17585" y="1149"/>
                  </a:lnTo>
                  <a:lnTo>
                    <a:pt x="17512" y="831"/>
                  </a:lnTo>
                  <a:lnTo>
                    <a:pt x="17414" y="587"/>
                  </a:lnTo>
                  <a:lnTo>
                    <a:pt x="17341" y="489"/>
                  </a:lnTo>
                  <a:lnTo>
                    <a:pt x="17292" y="441"/>
                  </a:lnTo>
                  <a:lnTo>
                    <a:pt x="17243" y="392"/>
                  </a:lnTo>
                  <a:lnTo>
                    <a:pt x="17145" y="318"/>
                  </a:lnTo>
                  <a:lnTo>
                    <a:pt x="16901" y="221"/>
                  </a:lnTo>
                  <a:lnTo>
                    <a:pt x="16584" y="148"/>
                  </a:lnTo>
                  <a:lnTo>
                    <a:pt x="16217" y="74"/>
                  </a:lnTo>
                  <a:lnTo>
                    <a:pt x="15778" y="25"/>
                  </a:lnTo>
                  <a:lnTo>
                    <a:pt x="15314" y="1"/>
                  </a:lnTo>
                  <a:close/>
                </a:path>
              </a:pathLst>
            </a:custGeom>
            <a:solidFill>
              <a:srgbClr val="0E293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1470" name="Google Shape;1470;p12"/>
            <p:cNvSpPr/>
            <p:nvPr/>
          </p:nvSpPr>
          <p:spPr>
            <a:xfrm>
              <a:off x="597725" y="4665400"/>
              <a:ext cx="73300" cy="73300"/>
            </a:xfrm>
            <a:custGeom>
              <a:rect b="b" l="l" r="r" t="t"/>
              <a:pathLst>
                <a:path extrusionOk="0" h="2932" w="2932">
                  <a:moveTo>
                    <a:pt x="2028" y="1"/>
                  </a:moveTo>
                  <a:lnTo>
                    <a:pt x="1857" y="25"/>
                  </a:lnTo>
                  <a:lnTo>
                    <a:pt x="1686" y="74"/>
                  </a:lnTo>
                  <a:lnTo>
                    <a:pt x="1515" y="147"/>
                  </a:lnTo>
                  <a:lnTo>
                    <a:pt x="1369" y="269"/>
                  </a:lnTo>
                  <a:lnTo>
                    <a:pt x="1222" y="489"/>
                  </a:lnTo>
                  <a:lnTo>
                    <a:pt x="1002" y="831"/>
                  </a:lnTo>
                  <a:lnTo>
                    <a:pt x="563" y="1735"/>
                  </a:lnTo>
                  <a:lnTo>
                    <a:pt x="172" y="2565"/>
                  </a:lnTo>
                  <a:lnTo>
                    <a:pt x="1" y="2932"/>
                  </a:lnTo>
                  <a:lnTo>
                    <a:pt x="1" y="2932"/>
                  </a:lnTo>
                  <a:lnTo>
                    <a:pt x="367" y="2761"/>
                  </a:lnTo>
                  <a:lnTo>
                    <a:pt x="1198" y="2370"/>
                  </a:lnTo>
                  <a:lnTo>
                    <a:pt x="2101" y="1930"/>
                  </a:lnTo>
                  <a:lnTo>
                    <a:pt x="2443" y="1710"/>
                  </a:lnTo>
                  <a:lnTo>
                    <a:pt x="2663" y="1564"/>
                  </a:lnTo>
                  <a:lnTo>
                    <a:pt x="2785" y="1417"/>
                  </a:lnTo>
                  <a:lnTo>
                    <a:pt x="2858" y="1246"/>
                  </a:lnTo>
                  <a:lnTo>
                    <a:pt x="2907" y="1075"/>
                  </a:lnTo>
                  <a:lnTo>
                    <a:pt x="2932" y="904"/>
                  </a:lnTo>
                  <a:lnTo>
                    <a:pt x="2907" y="733"/>
                  </a:lnTo>
                  <a:lnTo>
                    <a:pt x="2858" y="562"/>
                  </a:lnTo>
                  <a:lnTo>
                    <a:pt x="2785" y="416"/>
                  </a:lnTo>
                  <a:lnTo>
                    <a:pt x="2663" y="269"/>
                  </a:lnTo>
                  <a:lnTo>
                    <a:pt x="2517" y="147"/>
                  </a:lnTo>
                  <a:lnTo>
                    <a:pt x="2370" y="74"/>
                  </a:lnTo>
                  <a:lnTo>
                    <a:pt x="2199" y="25"/>
                  </a:lnTo>
                  <a:lnTo>
                    <a:pt x="2028" y="1"/>
                  </a:lnTo>
                  <a:close/>
                </a:path>
              </a:pathLst>
            </a:custGeom>
            <a:solidFill>
              <a:srgbClr val="0E293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1471" name="Google Shape;1471;p12"/>
            <p:cNvSpPr/>
            <p:nvPr/>
          </p:nvSpPr>
          <p:spPr>
            <a:xfrm>
              <a:off x="654525" y="4708150"/>
              <a:ext cx="47025" cy="47025"/>
            </a:xfrm>
            <a:custGeom>
              <a:rect b="b" l="l" r="r" t="t"/>
              <a:pathLst>
                <a:path extrusionOk="0" h="1881" w="1881">
                  <a:moveTo>
                    <a:pt x="1124" y="0"/>
                  </a:moveTo>
                  <a:lnTo>
                    <a:pt x="977" y="25"/>
                  </a:lnTo>
                  <a:lnTo>
                    <a:pt x="831" y="74"/>
                  </a:lnTo>
                  <a:lnTo>
                    <a:pt x="709" y="147"/>
                  </a:lnTo>
                  <a:lnTo>
                    <a:pt x="586" y="245"/>
                  </a:lnTo>
                  <a:lnTo>
                    <a:pt x="464" y="391"/>
                  </a:lnTo>
                  <a:lnTo>
                    <a:pt x="367" y="611"/>
                  </a:lnTo>
                  <a:lnTo>
                    <a:pt x="269" y="880"/>
                  </a:lnTo>
                  <a:lnTo>
                    <a:pt x="171" y="1173"/>
                  </a:lnTo>
                  <a:lnTo>
                    <a:pt x="49" y="1686"/>
                  </a:lnTo>
                  <a:lnTo>
                    <a:pt x="0" y="1881"/>
                  </a:lnTo>
                  <a:lnTo>
                    <a:pt x="0" y="1881"/>
                  </a:lnTo>
                  <a:lnTo>
                    <a:pt x="220" y="1857"/>
                  </a:lnTo>
                  <a:lnTo>
                    <a:pt x="733" y="1710"/>
                  </a:lnTo>
                  <a:lnTo>
                    <a:pt x="1002" y="1637"/>
                  </a:lnTo>
                  <a:lnTo>
                    <a:pt x="1270" y="1539"/>
                  </a:lnTo>
                  <a:lnTo>
                    <a:pt x="1515" y="1417"/>
                  </a:lnTo>
                  <a:lnTo>
                    <a:pt x="1661" y="1319"/>
                  </a:lnTo>
                  <a:lnTo>
                    <a:pt x="1759" y="1197"/>
                  </a:lnTo>
                  <a:lnTo>
                    <a:pt x="1832" y="1051"/>
                  </a:lnTo>
                  <a:lnTo>
                    <a:pt x="1881" y="928"/>
                  </a:lnTo>
                  <a:lnTo>
                    <a:pt x="1881" y="782"/>
                  </a:lnTo>
                  <a:lnTo>
                    <a:pt x="1881" y="635"/>
                  </a:lnTo>
                  <a:lnTo>
                    <a:pt x="1832" y="489"/>
                  </a:lnTo>
                  <a:lnTo>
                    <a:pt x="1759" y="367"/>
                  </a:lnTo>
                  <a:lnTo>
                    <a:pt x="1661" y="245"/>
                  </a:lnTo>
                  <a:lnTo>
                    <a:pt x="1539" y="147"/>
                  </a:lnTo>
                  <a:lnTo>
                    <a:pt x="1417" y="74"/>
                  </a:lnTo>
                  <a:lnTo>
                    <a:pt x="1270" y="25"/>
                  </a:lnTo>
                  <a:lnTo>
                    <a:pt x="1124" y="0"/>
                  </a:lnTo>
                  <a:close/>
                </a:path>
              </a:pathLst>
            </a:custGeom>
            <a:solidFill>
              <a:srgbClr val="0E293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1472" name="Google Shape;1472;p12"/>
            <p:cNvSpPr/>
            <p:nvPr/>
          </p:nvSpPr>
          <p:spPr>
            <a:xfrm>
              <a:off x="581250" y="4634875"/>
              <a:ext cx="47050" cy="47050"/>
            </a:xfrm>
            <a:custGeom>
              <a:rect b="b" l="l" r="r" t="t"/>
              <a:pathLst>
                <a:path extrusionOk="0" h="1882" w="1882">
                  <a:moveTo>
                    <a:pt x="953" y="1"/>
                  </a:moveTo>
                  <a:lnTo>
                    <a:pt x="831" y="49"/>
                  </a:lnTo>
                  <a:lnTo>
                    <a:pt x="684" y="123"/>
                  </a:lnTo>
                  <a:lnTo>
                    <a:pt x="562" y="220"/>
                  </a:lnTo>
                  <a:lnTo>
                    <a:pt x="465" y="367"/>
                  </a:lnTo>
                  <a:lnTo>
                    <a:pt x="342" y="611"/>
                  </a:lnTo>
                  <a:lnTo>
                    <a:pt x="245" y="880"/>
                  </a:lnTo>
                  <a:lnTo>
                    <a:pt x="171" y="1148"/>
                  </a:lnTo>
                  <a:lnTo>
                    <a:pt x="25" y="1661"/>
                  </a:lnTo>
                  <a:lnTo>
                    <a:pt x="1" y="1881"/>
                  </a:lnTo>
                  <a:lnTo>
                    <a:pt x="196" y="1832"/>
                  </a:lnTo>
                  <a:lnTo>
                    <a:pt x="709" y="1710"/>
                  </a:lnTo>
                  <a:lnTo>
                    <a:pt x="1002" y="1613"/>
                  </a:lnTo>
                  <a:lnTo>
                    <a:pt x="1271" y="1515"/>
                  </a:lnTo>
                  <a:lnTo>
                    <a:pt x="1490" y="1417"/>
                  </a:lnTo>
                  <a:lnTo>
                    <a:pt x="1637" y="1295"/>
                  </a:lnTo>
                  <a:lnTo>
                    <a:pt x="1735" y="1173"/>
                  </a:lnTo>
                  <a:lnTo>
                    <a:pt x="1808" y="1051"/>
                  </a:lnTo>
                  <a:lnTo>
                    <a:pt x="1857" y="904"/>
                  </a:lnTo>
                  <a:lnTo>
                    <a:pt x="1881" y="758"/>
                  </a:lnTo>
                  <a:lnTo>
                    <a:pt x="1857" y="611"/>
                  </a:lnTo>
                  <a:lnTo>
                    <a:pt x="1808" y="465"/>
                  </a:lnTo>
                  <a:lnTo>
                    <a:pt x="1735" y="343"/>
                  </a:lnTo>
                  <a:lnTo>
                    <a:pt x="1637" y="220"/>
                  </a:lnTo>
                  <a:lnTo>
                    <a:pt x="1515" y="123"/>
                  </a:lnTo>
                  <a:lnTo>
                    <a:pt x="1393" y="49"/>
                  </a:lnTo>
                  <a:lnTo>
                    <a:pt x="1246" y="1"/>
                  </a:lnTo>
                  <a:close/>
                </a:path>
              </a:pathLst>
            </a:custGeom>
            <a:solidFill>
              <a:srgbClr val="0E293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grpSp>
      <p:sp>
        <p:nvSpPr>
          <p:cNvPr id="1473" name="Google Shape;1473;p12"/>
          <p:cNvSpPr/>
          <p:nvPr/>
        </p:nvSpPr>
        <p:spPr>
          <a:xfrm>
            <a:off x="2657037" y="2114501"/>
            <a:ext cx="260931" cy="249146"/>
          </a:xfrm>
          <a:custGeom>
            <a:rect b="b" l="l" r="r" t="t"/>
            <a:pathLst>
              <a:path extrusionOk="0" h="14460" w="15144">
                <a:moveTo>
                  <a:pt x="7572" y="1"/>
                </a:moveTo>
                <a:lnTo>
                  <a:pt x="7499" y="25"/>
                </a:lnTo>
                <a:lnTo>
                  <a:pt x="7401" y="74"/>
                </a:lnTo>
                <a:lnTo>
                  <a:pt x="7328" y="172"/>
                </a:lnTo>
                <a:lnTo>
                  <a:pt x="7255" y="294"/>
                </a:lnTo>
                <a:lnTo>
                  <a:pt x="5594" y="4104"/>
                </a:lnTo>
                <a:lnTo>
                  <a:pt x="5521" y="4226"/>
                </a:lnTo>
                <a:lnTo>
                  <a:pt x="5398" y="4373"/>
                </a:lnTo>
                <a:lnTo>
                  <a:pt x="5276" y="4495"/>
                </a:lnTo>
                <a:lnTo>
                  <a:pt x="5130" y="4617"/>
                </a:lnTo>
                <a:lnTo>
                  <a:pt x="4983" y="4715"/>
                </a:lnTo>
                <a:lnTo>
                  <a:pt x="4812" y="4788"/>
                </a:lnTo>
                <a:lnTo>
                  <a:pt x="4666" y="4861"/>
                </a:lnTo>
                <a:lnTo>
                  <a:pt x="4495" y="4886"/>
                </a:lnTo>
                <a:lnTo>
                  <a:pt x="392" y="5301"/>
                </a:lnTo>
                <a:lnTo>
                  <a:pt x="245" y="5325"/>
                </a:lnTo>
                <a:lnTo>
                  <a:pt x="123" y="5374"/>
                </a:lnTo>
                <a:lnTo>
                  <a:pt x="50" y="5423"/>
                </a:lnTo>
                <a:lnTo>
                  <a:pt x="1" y="5521"/>
                </a:lnTo>
                <a:lnTo>
                  <a:pt x="1" y="5594"/>
                </a:lnTo>
                <a:lnTo>
                  <a:pt x="25" y="5692"/>
                </a:lnTo>
                <a:lnTo>
                  <a:pt x="74" y="5789"/>
                </a:lnTo>
                <a:lnTo>
                  <a:pt x="196" y="5911"/>
                </a:lnTo>
                <a:lnTo>
                  <a:pt x="3274" y="8647"/>
                </a:lnTo>
                <a:lnTo>
                  <a:pt x="3396" y="8769"/>
                </a:lnTo>
                <a:lnTo>
                  <a:pt x="3493" y="8915"/>
                </a:lnTo>
                <a:lnTo>
                  <a:pt x="3567" y="9086"/>
                </a:lnTo>
                <a:lnTo>
                  <a:pt x="3640" y="9257"/>
                </a:lnTo>
                <a:lnTo>
                  <a:pt x="3689" y="9428"/>
                </a:lnTo>
                <a:lnTo>
                  <a:pt x="3713" y="9599"/>
                </a:lnTo>
                <a:lnTo>
                  <a:pt x="3713" y="9770"/>
                </a:lnTo>
                <a:lnTo>
                  <a:pt x="3689" y="9941"/>
                </a:lnTo>
                <a:lnTo>
                  <a:pt x="2810" y="13995"/>
                </a:lnTo>
                <a:lnTo>
                  <a:pt x="2785" y="14142"/>
                </a:lnTo>
                <a:lnTo>
                  <a:pt x="2810" y="14240"/>
                </a:lnTo>
                <a:lnTo>
                  <a:pt x="2834" y="14337"/>
                </a:lnTo>
                <a:lnTo>
                  <a:pt x="2883" y="14411"/>
                </a:lnTo>
                <a:lnTo>
                  <a:pt x="2981" y="14435"/>
                </a:lnTo>
                <a:lnTo>
                  <a:pt x="3078" y="14459"/>
                </a:lnTo>
                <a:lnTo>
                  <a:pt x="3200" y="14411"/>
                </a:lnTo>
                <a:lnTo>
                  <a:pt x="3322" y="14362"/>
                </a:lnTo>
                <a:lnTo>
                  <a:pt x="6888" y="12261"/>
                </a:lnTo>
                <a:lnTo>
                  <a:pt x="7035" y="12188"/>
                </a:lnTo>
                <a:lnTo>
                  <a:pt x="7206" y="12139"/>
                </a:lnTo>
                <a:lnTo>
                  <a:pt x="7401" y="12115"/>
                </a:lnTo>
                <a:lnTo>
                  <a:pt x="7743" y="12115"/>
                </a:lnTo>
                <a:lnTo>
                  <a:pt x="7938" y="12139"/>
                </a:lnTo>
                <a:lnTo>
                  <a:pt x="8109" y="12188"/>
                </a:lnTo>
                <a:lnTo>
                  <a:pt x="8256" y="12261"/>
                </a:lnTo>
                <a:lnTo>
                  <a:pt x="11822" y="14362"/>
                </a:lnTo>
                <a:lnTo>
                  <a:pt x="11944" y="14411"/>
                </a:lnTo>
                <a:lnTo>
                  <a:pt x="12066" y="14459"/>
                </a:lnTo>
                <a:lnTo>
                  <a:pt x="12164" y="14435"/>
                </a:lnTo>
                <a:lnTo>
                  <a:pt x="12261" y="14411"/>
                </a:lnTo>
                <a:lnTo>
                  <a:pt x="12310" y="14337"/>
                </a:lnTo>
                <a:lnTo>
                  <a:pt x="12335" y="14240"/>
                </a:lnTo>
                <a:lnTo>
                  <a:pt x="12359" y="14142"/>
                </a:lnTo>
                <a:lnTo>
                  <a:pt x="12335" y="13995"/>
                </a:lnTo>
                <a:lnTo>
                  <a:pt x="11455" y="9941"/>
                </a:lnTo>
                <a:lnTo>
                  <a:pt x="11431" y="9770"/>
                </a:lnTo>
                <a:lnTo>
                  <a:pt x="11431" y="9599"/>
                </a:lnTo>
                <a:lnTo>
                  <a:pt x="11455" y="9428"/>
                </a:lnTo>
                <a:lnTo>
                  <a:pt x="11504" y="9257"/>
                </a:lnTo>
                <a:lnTo>
                  <a:pt x="11577" y="9086"/>
                </a:lnTo>
                <a:lnTo>
                  <a:pt x="11651" y="8915"/>
                </a:lnTo>
                <a:lnTo>
                  <a:pt x="11748" y="8769"/>
                </a:lnTo>
                <a:lnTo>
                  <a:pt x="11870" y="8647"/>
                </a:lnTo>
                <a:lnTo>
                  <a:pt x="14948" y="5911"/>
                </a:lnTo>
                <a:lnTo>
                  <a:pt x="15070" y="5789"/>
                </a:lnTo>
                <a:lnTo>
                  <a:pt x="15119" y="5692"/>
                </a:lnTo>
                <a:lnTo>
                  <a:pt x="15143" y="5594"/>
                </a:lnTo>
                <a:lnTo>
                  <a:pt x="15143" y="5521"/>
                </a:lnTo>
                <a:lnTo>
                  <a:pt x="15094" y="5423"/>
                </a:lnTo>
                <a:lnTo>
                  <a:pt x="15021" y="5374"/>
                </a:lnTo>
                <a:lnTo>
                  <a:pt x="14899" y="5325"/>
                </a:lnTo>
                <a:lnTo>
                  <a:pt x="14752" y="5301"/>
                </a:lnTo>
                <a:lnTo>
                  <a:pt x="10649" y="4886"/>
                </a:lnTo>
                <a:lnTo>
                  <a:pt x="10478" y="4861"/>
                </a:lnTo>
                <a:lnTo>
                  <a:pt x="10332" y="4788"/>
                </a:lnTo>
                <a:lnTo>
                  <a:pt x="10161" y="4715"/>
                </a:lnTo>
                <a:lnTo>
                  <a:pt x="10014" y="4617"/>
                </a:lnTo>
                <a:lnTo>
                  <a:pt x="9868" y="4495"/>
                </a:lnTo>
                <a:lnTo>
                  <a:pt x="9746" y="4373"/>
                </a:lnTo>
                <a:lnTo>
                  <a:pt x="9624" y="4226"/>
                </a:lnTo>
                <a:lnTo>
                  <a:pt x="9550" y="4104"/>
                </a:lnTo>
                <a:lnTo>
                  <a:pt x="7890" y="294"/>
                </a:lnTo>
                <a:lnTo>
                  <a:pt x="7816" y="172"/>
                </a:lnTo>
                <a:lnTo>
                  <a:pt x="7743" y="74"/>
                </a:lnTo>
                <a:lnTo>
                  <a:pt x="7645" y="25"/>
                </a:lnTo>
                <a:lnTo>
                  <a:pt x="7572" y="1"/>
                </a:ln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1474" name="Google Shape;1474;p12"/>
          <p:cNvSpPr/>
          <p:nvPr/>
        </p:nvSpPr>
        <p:spPr>
          <a:xfrm rot="2327381">
            <a:off x="1220786" y="1598881"/>
            <a:ext cx="443468" cy="423388"/>
          </a:xfrm>
          <a:custGeom>
            <a:rect b="b" l="l" r="r" t="t"/>
            <a:pathLst>
              <a:path extrusionOk="0" h="14460" w="15144">
                <a:moveTo>
                  <a:pt x="7572" y="1"/>
                </a:moveTo>
                <a:lnTo>
                  <a:pt x="7499" y="25"/>
                </a:lnTo>
                <a:lnTo>
                  <a:pt x="7401" y="74"/>
                </a:lnTo>
                <a:lnTo>
                  <a:pt x="7328" y="172"/>
                </a:lnTo>
                <a:lnTo>
                  <a:pt x="7255" y="294"/>
                </a:lnTo>
                <a:lnTo>
                  <a:pt x="5594" y="4104"/>
                </a:lnTo>
                <a:lnTo>
                  <a:pt x="5521" y="4226"/>
                </a:lnTo>
                <a:lnTo>
                  <a:pt x="5398" y="4373"/>
                </a:lnTo>
                <a:lnTo>
                  <a:pt x="5276" y="4495"/>
                </a:lnTo>
                <a:lnTo>
                  <a:pt x="5130" y="4617"/>
                </a:lnTo>
                <a:lnTo>
                  <a:pt x="4983" y="4715"/>
                </a:lnTo>
                <a:lnTo>
                  <a:pt x="4812" y="4788"/>
                </a:lnTo>
                <a:lnTo>
                  <a:pt x="4666" y="4861"/>
                </a:lnTo>
                <a:lnTo>
                  <a:pt x="4495" y="4886"/>
                </a:lnTo>
                <a:lnTo>
                  <a:pt x="392" y="5301"/>
                </a:lnTo>
                <a:lnTo>
                  <a:pt x="245" y="5325"/>
                </a:lnTo>
                <a:lnTo>
                  <a:pt x="123" y="5374"/>
                </a:lnTo>
                <a:lnTo>
                  <a:pt x="50" y="5423"/>
                </a:lnTo>
                <a:lnTo>
                  <a:pt x="1" y="5521"/>
                </a:lnTo>
                <a:lnTo>
                  <a:pt x="1" y="5594"/>
                </a:lnTo>
                <a:lnTo>
                  <a:pt x="25" y="5692"/>
                </a:lnTo>
                <a:lnTo>
                  <a:pt x="74" y="5789"/>
                </a:lnTo>
                <a:lnTo>
                  <a:pt x="196" y="5911"/>
                </a:lnTo>
                <a:lnTo>
                  <a:pt x="3274" y="8647"/>
                </a:lnTo>
                <a:lnTo>
                  <a:pt x="3396" y="8769"/>
                </a:lnTo>
                <a:lnTo>
                  <a:pt x="3493" y="8915"/>
                </a:lnTo>
                <a:lnTo>
                  <a:pt x="3567" y="9086"/>
                </a:lnTo>
                <a:lnTo>
                  <a:pt x="3640" y="9257"/>
                </a:lnTo>
                <a:lnTo>
                  <a:pt x="3689" y="9428"/>
                </a:lnTo>
                <a:lnTo>
                  <a:pt x="3713" y="9599"/>
                </a:lnTo>
                <a:lnTo>
                  <a:pt x="3713" y="9770"/>
                </a:lnTo>
                <a:lnTo>
                  <a:pt x="3689" y="9941"/>
                </a:lnTo>
                <a:lnTo>
                  <a:pt x="2810" y="13995"/>
                </a:lnTo>
                <a:lnTo>
                  <a:pt x="2785" y="14142"/>
                </a:lnTo>
                <a:lnTo>
                  <a:pt x="2810" y="14240"/>
                </a:lnTo>
                <a:lnTo>
                  <a:pt x="2834" y="14337"/>
                </a:lnTo>
                <a:lnTo>
                  <a:pt x="2883" y="14411"/>
                </a:lnTo>
                <a:lnTo>
                  <a:pt x="2981" y="14435"/>
                </a:lnTo>
                <a:lnTo>
                  <a:pt x="3078" y="14459"/>
                </a:lnTo>
                <a:lnTo>
                  <a:pt x="3200" y="14411"/>
                </a:lnTo>
                <a:lnTo>
                  <a:pt x="3322" y="14362"/>
                </a:lnTo>
                <a:lnTo>
                  <a:pt x="6888" y="12261"/>
                </a:lnTo>
                <a:lnTo>
                  <a:pt x="7035" y="12188"/>
                </a:lnTo>
                <a:lnTo>
                  <a:pt x="7206" y="12139"/>
                </a:lnTo>
                <a:lnTo>
                  <a:pt x="7401" y="12115"/>
                </a:lnTo>
                <a:lnTo>
                  <a:pt x="7743" y="12115"/>
                </a:lnTo>
                <a:lnTo>
                  <a:pt x="7938" y="12139"/>
                </a:lnTo>
                <a:lnTo>
                  <a:pt x="8109" y="12188"/>
                </a:lnTo>
                <a:lnTo>
                  <a:pt x="8256" y="12261"/>
                </a:lnTo>
                <a:lnTo>
                  <a:pt x="11822" y="14362"/>
                </a:lnTo>
                <a:lnTo>
                  <a:pt x="11944" y="14411"/>
                </a:lnTo>
                <a:lnTo>
                  <a:pt x="12066" y="14459"/>
                </a:lnTo>
                <a:lnTo>
                  <a:pt x="12164" y="14435"/>
                </a:lnTo>
                <a:lnTo>
                  <a:pt x="12261" y="14411"/>
                </a:lnTo>
                <a:lnTo>
                  <a:pt x="12310" y="14337"/>
                </a:lnTo>
                <a:lnTo>
                  <a:pt x="12335" y="14240"/>
                </a:lnTo>
                <a:lnTo>
                  <a:pt x="12359" y="14142"/>
                </a:lnTo>
                <a:lnTo>
                  <a:pt x="12335" y="13995"/>
                </a:lnTo>
                <a:lnTo>
                  <a:pt x="11455" y="9941"/>
                </a:lnTo>
                <a:lnTo>
                  <a:pt x="11431" y="9770"/>
                </a:lnTo>
                <a:lnTo>
                  <a:pt x="11431" y="9599"/>
                </a:lnTo>
                <a:lnTo>
                  <a:pt x="11455" y="9428"/>
                </a:lnTo>
                <a:lnTo>
                  <a:pt x="11504" y="9257"/>
                </a:lnTo>
                <a:lnTo>
                  <a:pt x="11577" y="9086"/>
                </a:lnTo>
                <a:lnTo>
                  <a:pt x="11651" y="8915"/>
                </a:lnTo>
                <a:lnTo>
                  <a:pt x="11748" y="8769"/>
                </a:lnTo>
                <a:lnTo>
                  <a:pt x="11870" y="8647"/>
                </a:lnTo>
                <a:lnTo>
                  <a:pt x="14948" y="5911"/>
                </a:lnTo>
                <a:lnTo>
                  <a:pt x="15070" y="5789"/>
                </a:lnTo>
                <a:lnTo>
                  <a:pt x="15119" y="5692"/>
                </a:lnTo>
                <a:lnTo>
                  <a:pt x="15143" y="5594"/>
                </a:lnTo>
                <a:lnTo>
                  <a:pt x="15143" y="5521"/>
                </a:lnTo>
                <a:lnTo>
                  <a:pt x="15094" y="5423"/>
                </a:lnTo>
                <a:lnTo>
                  <a:pt x="15021" y="5374"/>
                </a:lnTo>
                <a:lnTo>
                  <a:pt x="14899" y="5325"/>
                </a:lnTo>
                <a:lnTo>
                  <a:pt x="14752" y="5301"/>
                </a:lnTo>
                <a:lnTo>
                  <a:pt x="10649" y="4886"/>
                </a:lnTo>
                <a:lnTo>
                  <a:pt x="10478" y="4861"/>
                </a:lnTo>
                <a:lnTo>
                  <a:pt x="10332" y="4788"/>
                </a:lnTo>
                <a:lnTo>
                  <a:pt x="10161" y="4715"/>
                </a:lnTo>
                <a:lnTo>
                  <a:pt x="10014" y="4617"/>
                </a:lnTo>
                <a:lnTo>
                  <a:pt x="9868" y="4495"/>
                </a:lnTo>
                <a:lnTo>
                  <a:pt x="9746" y="4373"/>
                </a:lnTo>
                <a:lnTo>
                  <a:pt x="9624" y="4226"/>
                </a:lnTo>
                <a:lnTo>
                  <a:pt x="9550" y="4104"/>
                </a:lnTo>
                <a:lnTo>
                  <a:pt x="7890" y="294"/>
                </a:lnTo>
                <a:lnTo>
                  <a:pt x="7816" y="172"/>
                </a:lnTo>
                <a:lnTo>
                  <a:pt x="7743" y="74"/>
                </a:lnTo>
                <a:lnTo>
                  <a:pt x="7645" y="25"/>
                </a:lnTo>
                <a:lnTo>
                  <a:pt x="7572" y="1"/>
                </a:ln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1475" name="Google Shape;1475;p12"/>
          <p:cNvSpPr/>
          <p:nvPr/>
        </p:nvSpPr>
        <p:spPr>
          <a:xfrm rot="2327012">
            <a:off x="2870273" y="1771645"/>
            <a:ext cx="183443" cy="175130"/>
          </a:xfrm>
          <a:custGeom>
            <a:rect b="b" l="l" r="r" t="t"/>
            <a:pathLst>
              <a:path extrusionOk="0" h="14460" w="15144">
                <a:moveTo>
                  <a:pt x="7572" y="1"/>
                </a:moveTo>
                <a:lnTo>
                  <a:pt x="7499" y="25"/>
                </a:lnTo>
                <a:lnTo>
                  <a:pt x="7401" y="74"/>
                </a:lnTo>
                <a:lnTo>
                  <a:pt x="7328" y="172"/>
                </a:lnTo>
                <a:lnTo>
                  <a:pt x="7255" y="294"/>
                </a:lnTo>
                <a:lnTo>
                  <a:pt x="5594" y="4104"/>
                </a:lnTo>
                <a:lnTo>
                  <a:pt x="5521" y="4226"/>
                </a:lnTo>
                <a:lnTo>
                  <a:pt x="5398" y="4373"/>
                </a:lnTo>
                <a:lnTo>
                  <a:pt x="5276" y="4495"/>
                </a:lnTo>
                <a:lnTo>
                  <a:pt x="5130" y="4617"/>
                </a:lnTo>
                <a:lnTo>
                  <a:pt x="4983" y="4715"/>
                </a:lnTo>
                <a:lnTo>
                  <a:pt x="4812" y="4788"/>
                </a:lnTo>
                <a:lnTo>
                  <a:pt x="4666" y="4861"/>
                </a:lnTo>
                <a:lnTo>
                  <a:pt x="4495" y="4886"/>
                </a:lnTo>
                <a:lnTo>
                  <a:pt x="392" y="5301"/>
                </a:lnTo>
                <a:lnTo>
                  <a:pt x="245" y="5325"/>
                </a:lnTo>
                <a:lnTo>
                  <a:pt x="123" y="5374"/>
                </a:lnTo>
                <a:lnTo>
                  <a:pt x="50" y="5423"/>
                </a:lnTo>
                <a:lnTo>
                  <a:pt x="1" y="5521"/>
                </a:lnTo>
                <a:lnTo>
                  <a:pt x="1" y="5594"/>
                </a:lnTo>
                <a:lnTo>
                  <a:pt x="25" y="5692"/>
                </a:lnTo>
                <a:lnTo>
                  <a:pt x="74" y="5789"/>
                </a:lnTo>
                <a:lnTo>
                  <a:pt x="196" y="5911"/>
                </a:lnTo>
                <a:lnTo>
                  <a:pt x="3274" y="8647"/>
                </a:lnTo>
                <a:lnTo>
                  <a:pt x="3396" y="8769"/>
                </a:lnTo>
                <a:lnTo>
                  <a:pt x="3493" y="8915"/>
                </a:lnTo>
                <a:lnTo>
                  <a:pt x="3567" y="9086"/>
                </a:lnTo>
                <a:lnTo>
                  <a:pt x="3640" y="9257"/>
                </a:lnTo>
                <a:lnTo>
                  <a:pt x="3689" y="9428"/>
                </a:lnTo>
                <a:lnTo>
                  <a:pt x="3713" y="9599"/>
                </a:lnTo>
                <a:lnTo>
                  <a:pt x="3713" y="9770"/>
                </a:lnTo>
                <a:lnTo>
                  <a:pt x="3689" y="9941"/>
                </a:lnTo>
                <a:lnTo>
                  <a:pt x="2810" y="13995"/>
                </a:lnTo>
                <a:lnTo>
                  <a:pt x="2785" y="14142"/>
                </a:lnTo>
                <a:lnTo>
                  <a:pt x="2810" y="14240"/>
                </a:lnTo>
                <a:lnTo>
                  <a:pt x="2834" y="14337"/>
                </a:lnTo>
                <a:lnTo>
                  <a:pt x="2883" y="14411"/>
                </a:lnTo>
                <a:lnTo>
                  <a:pt x="2981" y="14435"/>
                </a:lnTo>
                <a:lnTo>
                  <a:pt x="3078" y="14459"/>
                </a:lnTo>
                <a:lnTo>
                  <a:pt x="3200" y="14411"/>
                </a:lnTo>
                <a:lnTo>
                  <a:pt x="3322" y="14362"/>
                </a:lnTo>
                <a:lnTo>
                  <a:pt x="6888" y="12261"/>
                </a:lnTo>
                <a:lnTo>
                  <a:pt x="7035" y="12188"/>
                </a:lnTo>
                <a:lnTo>
                  <a:pt x="7206" y="12139"/>
                </a:lnTo>
                <a:lnTo>
                  <a:pt x="7401" y="12115"/>
                </a:lnTo>
                <a:lnTo>
                  <a:pt x="7743" y="12115"/>
                </a:lnTo>
                <a:lnTo>
                  <a:pt x="7938" y="12139"/>
                </a:lnTo>
                <a:lnTo>
                  <a:pt x="8109" y="12188"/>
                </a:lnTo>
                <a:lnTo>
                  <a:pt x="8256" y="12261"/>
                </a:lnTo>
                <a:lnTo>
                  <a:pt x="11822" y="14362"/>
                </a:lnTo>
                <a:lnTo>
                  <a:pt x="11944" y="14411"/>
                </a:lnTo>
                <a:lnTo>
                  <a:pt x="12066" y="14459"/>
                </a:lnTo>
                <a:lnTo>
                  <a:pt x="12164" y="14435"/>
                </a:lnTo>
                <a:lnTo>
                  <a:pt x="12261" y="14411"/>
                </a:lnTo>
                <a:lnTo>
                  <a:pt x="12310" y="14337"/>
                </a:lnTo>
                <a:lnTo>
                  <a:pt x="12335" y="14240"/>
                </a:lnTo>
                <a:lnTo>
                  <a:pt x="12359" y="14142"/>
                </a:lnTo>
                <a:lnTo>
                  <a:pt x="12335" y="13995"/>
                </a:lnTo>
                <a:lnTo>
                  <a:pt x="11455" y="9941"/>
                </a:lnTo>
                <a:lnTo>
                  <a:pt x="11431" y="9770"/>
                </a:lnTo>
                <a:lnTo>
                  <a:pt x="11431" y="9599"/>
                </a:lnTo>
                <a:lnTo>
                  <a:pt x="11455" y="9428"/>
                </a:lnTo>
                <a:lnTo>
                  <a:pt x="11504" y="9257"/>
                </a:lnTo>
                <a:lnTo>
                  <a:pt x="11577" y="9086"/>
                </a:lnTo>
                <a:lnTo>
                  <a:pt x="11651" y="8915"/>
                </a:lnTo>
                <a:lnTo>
                  <a:pt x="11748" y="8769"/>
                </a:lnTo>
                <a:lnTo>
                  <a:pt x="11870" y="8647"/>
                </a:lnTo>
                <a:lnTo>
                  <a:pt x="14948" y="5911"/>
                </a:lnTo>
                <a:lnTo>
                  <a:pt x="15070" y="5789"/>
                </a:lnTo>
                <a:lnTo>
                  <a:pt x="15119" y="5692"/>
                </a:lnTo>
                <a:lnTo>
                  <a:pt x="15143" y="5594"/>
                </a:lnTo>
                <a:lnTo>
                  <a:pt x="15143" y="5521"/>
                </a:lnTo>
                <a:lnTo>
                  <a:pt x="15094" y="5423"/>
                </a:lnTo>
                <a:lnTo>
                  <a:pt x="15021" y="5374"/>
                </a:lnTo>
                <a:lnTo>
                  <a:pt x="14899" y="5325"/>
                </a:lnTo>
                <a:lnTo>
                  <a:pt x="14752" y="5301"/>
                </a:lnTo>
                <a:lnTo>
                  <a:pt x="10649" y="4886"/>
                </a:lnTo>
                <a:lnTo>
                  <a:pt x="10478" y="4861"/>
                </a:lnTo>
                <a:lnTo>
                  <a:pt x="10332" y="4788"/>
                </a:lnTo>
                <a:lnTo>
                  <a:pt x="10161" y="4715"/>
                </a:lnTo>
                <a:lnTo>
                  <a:pt x="10014" y="4617"/>
                </a:lnTo>
                <a:lnTo>
                  <a:pt x="9868" y="4495"/>
                </a:lnTo>
                <a:lnTo>
                  <a:pt x="9746" y="4373"/>
                </a:lnTo>
                <a:lnTo>
                  <a:pt x="9624" y="4226"/>
                </a:lnTo>
                <a:lnTo>
                  <a:pt x="9550" y="4104"/>
                </a:lnTo>
                <a:lnTo>
                  <a:pt x="7890" y="294"/>
                </a:lnTo>
                <a:lnTo>
                  <a:pt x="7816" y="172"/>
                </a:lnTo>
                <a:lnTo>
                  <a:pt x="7743" y="74"/>
                </a:lnTo>
                <a:lnTo>
                  <a:pt x="7645" y="25"/>
                </a:lnTo>
                <a:lnTo>
                  <a:pt x="7572" y="1"/>
                </a:ln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79" name="Shape 1479"/>
        <p:cNvGrpSpPr/>
        <p:nvPr/>
      </p:nvGrpSpPr>
      <p:grpSpPr>
        <a:xfrm>
          <a:off x="0" y="0"/>
          <a:ext cx="0" cy="0"/>
          <a:chOff x="0" y="0"/>
          <a:chExt cx="0" cy="0"/>
        </a:xfrm>
      </p:grpSpPr>
      <p:sp>
        <p:nvSpPr>
          <p:cNvPr id="1480" name="Google Shape;1480;p13"/>
          <p:cNvSpPr txBox="1"/>
          <p:nvPr>
            <p:ph idx="4294967295" type="title"/>
          </p:nvPr>
        </p:nvSpPr>
        <p:spPr>
          <a:xfrm>
            <a:off x="3933748" y="1005840"/>
            <a:ext cx="4251960" cy="64008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SzPts val="4000"/>
              <a:buNone/>
            </a:pPr>
            <a:r>
              <a:rPr lang="en-GB" sz="3000"/>
              <a:t>What I collected</a:t>
            </a:r>
            <a:endParaRPr/>
          </a:p>
        </p:txBody>
      </p:sp>
      <p:sp>
        <p:nvSpPr>
          <p:cNvPr id="1481" name="Google Shape;1481;p13"/>
          <p:cNvSpPr txBox="1"/>
          <p:nvPr>
            <p:ph idx="4294967295" type="body"/>
          </p:nvPr>
        </p:nvSpPr>
        <p:spPr>
          <a:xfrm>
            <a:off x="3933748" y="1645920"/>
            <a:ext cx="4251960" cy="301752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400"/>
              <a:buNone/>
            </a:pPr>
            <a:r>
              <a:rPr lang="en-GB" sz="1500"/>
              <a:t>233 released films, 1910–2026, each set in a named future year </a:t>
            </a:r>
            <a:r>
              <a:rPr lang="en-GB" sz="1500"/>
              <a:t>on humanity’s current calendar</a:t>
            </a:r>
            <a:r>
              <a:rPr lang="en-GB" sz="1500"/>
              <a:t>. Every year is sourced.</a:t>
            </a:r>
            <a:endParaRPr/>
          </a:p>
          <a:p>
            <a:pPr indent="-228600" lvl="0" marL="228600" rtl="0" algn="l">
              <a:lnSpc>
                <a:spcPct val="100000"/>
              </a:lnSpc>
              <a:spcBef>
                <a:spcPts val="1000"/>
              </a:spcBef>
              <a:spcAft>
                <a:spcPts val="0"/>
              </a:spcAft>
              <a:buClr>
                <a:srgbClr val="00E1C6"/>
              </a:buClr>
              <a:buSzPts val="1500"/>
              <a:buChar char="•"/>
            </a:pPr>
            <a:r>
              <a:rPr lang="en-GB" sz="1500"/>
              <a:t>Released films only: cinema or streaming</a:t>
            </a:r>
            <a:endParaRPr/>
          </a:p>
          <a:p>
            <a:pPr indent="-228600" lvl="0" marL="228600" rtl="0" algn="l">
              <a:lnSpc>
                <a:spcPct val="100000"/>
              </a:lnSpc>
              <a:spcBef>
                <a:spcPts val="600"/>
              </a:spcBef>
              <a:spcAft>
                <a:spcPts val="0"/>
              </a:spcAft>
              <a:buClr>
                <a:srgbClr val="00E1C6"/>
              </a:buClr>
              <a:buSzPts val="1500"/>
              <a:buChar char="•"/>
            </a:pPr>
            <a:r>
              <a:rPr lang="en-GB" sz="1500"/>
              <a:t>No invented calendars or alternate histories</a:t>
            </a:r>
            <a:endParaRPr/>
          </a:p>
          <a:p>
            <a:pPr indent="-228600" lvl="0" marL="228600" rtl="0" algn="l">
              <a:lnSpc>
                <a:spcPct val="100000"/>
              </a:lnSpc>
              <a:spcBef>
                <a:spcPts val="600"/>
              </a:spcBef>
              <a:spcAft>
                <a:spcPts val="0"/>
              </a:spcAft>
              <a:buClr>
                <a:srgbClr val="00E1C6"/>
              </a:buClr>
              <a:buSzPts val="1500"/>
              <a:buChar char="•"/>
            </a:pPr>
            <a:r>
              <a:rPr lang="en-GB" sz="1500"/>
              <a:t>Ambiguous years flagged, never guessed</a:t>
            </a:r>
            <a:endParaRPr/>
          </a:p>
          <a:p>
            <a:pPr indent="-228600" lvl="0" marL="228600" rtl="0" algn="l">
              <a:lnSpc>
                <a:spcPct val="100000"/>
              </a:lnSpc>
              <a:spcBef>
                <a:spcPts val="600"/>
              </a:spcBef>
              <a:spcAft>
                <a:spcPts val="0"/>
              </a:spcAft>
              <a:buClr>
                <a:srgbClr val="00E1C6"/>
              </a:buClr>
              <a:buSzPts val="1500"/>
              <a:buChar char="•"/>
            </a:pPr>
            <a:r>
              <a:rPr lang="en-GB" sz="1500"/>
              <a:t>Gap = setting year minus release year</a:t>
            </a:r>
            <a:endParaRPr/>
          </a:p>
        </p:txBody>
      </p:sp>
      <p:pic>
        <p:nvPicPr>
          <p:cNvPr descr="Set photograph of the city street in Metropolis (1927)" id="1482" name="Google Shape;1482;p13"/>
          <p:cNvPicPr preferRelativeResize="0"/>
          <p:nvPr/>
        </p:nvPicPr>
        <p:blipFill rotWithShape="1">
          <a:blip r:embed="rId3">
            <a:alphaModFix/>
          </a:blip>
          <a:srcRect b="0" l="0" r="0" t="0"/>
          <a:stretch/>
        </p:blipFill>
        <p:spPr>
          <a:xfrm>
            <a:off x="-438150" y="1162050"/>
            <a:ext cx="4152900" cy="3601200"/>
          </a:xfrm>
          <a:prstGeom prst="hexagon">
            <a:avLst>
              <a:gd fmla="val 28504" name="adj"/>
              <a:gd fmla="val 115470" name="vf"/>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86" name="Shape 1486"/>
        <p:cNvGrpSpPr/>
        <p:nvPr/>
      </p:nvGrpSpPr>
      <p:grpSpPr>
        <a:xfrm>
          <a:off x="0" y="0"/>
          <a:ext cx="0" cy="0"/>
          <a:chOff x="0" y="0"/>
          <a:chExt cx="0" cy="0"/>
        </a:xfrm>
      </p:grpSpPr>
      <p:sp>
        <p:nvSpPr>
          <p:cNvPr id="1487" name="Google Shape;1487;p14"/>
          <p:cNvSpPr/>
          <p:nvPr/>
        </p:nvSpPr>
        <p:spPr>
          <a:xfrm>
            <a:off x="3619500" y="358925"/>
            <a:ext cx="4927316" cy="3835972"/>
          </a:xfrm>
          <a:custGeom>
            <a:rect b="b" l="l" r="r" t="t"/>
            <a:pathLst>
              <a:path extrusionOk="0" h="111665" w="143434">
                <a:moveTo>
                  <a:pt x="71751" y="2308"/>
                </a:moveTo>
                <a:lnTo>
                  <a:pt x="71887" y="2376"/>
                </a:lnTo>
                <a:lnTo>
                  <a:pt x="72091" y="2444"/>
                </a:lnTo>
                <a:lnTo>
                  <a:pt x="72159" y="2647"/>
                </a:lnTo>
                <a:lnTo>
                  <a:pt x="72226" y="2783"/>
                </a:lnTo>
                <a:lnTo>
                  <a:pt x="72159" y="2987"/>
                </a:lnTo>
                <a:lnTo>
                  <a:pt x="72091" y="3190"/>
                </a:lnTo>
                <a:lnTo>
                  <a:pt x="71887" y="3258"/>
                </a:lnTo>
                <a:lnTo>
                  <a:pt x="71751" y="3326"/>
                </a:lnTo>
                <a:lnTo>
                  <a:pt x="71548" y="3258"/>
                </a:lnTo>
                <a:lnTo>
                  <a:pt x="71344" y="3190"/>
                </a:lnTo>
                <a:lnTo>
                  <a:pt x="71276" y="2987"/>
                </a:lnTo>
                <a:lnTo>
                  <a:pt x="71208" y="2783"/>
                </a:lnTo>
                <a:lnTo>
                  <a:pt x="71276" y="2647"/>
                </a:lnTo>
                <a:lnTo>
                  <a:pt x="71344" y="2444"/>
                </a:lnTo>
                <a:lnTo>
                  <a:pt x="71548" y="2376"/>
                </a:lnTo>
                <a:lnTo>
                  <a:pt x="71751" y="2308"/>
                </a:lnTo>
                <a:close/>
                <a:moveTo>
                  <a:pt x="137528" y="5906"/>
                </a:moveTo>
                <a:lnTo>
                  <a:pt x="137596" y="5974"/>
                </a:lnTo>
                <a:lnTo>
                  <a:pt x="137596" y="89604"/>
                </a:lnTo>
                <a:lnTo>
                  <a:pt x="5906" y="89604"/>
                </a:lnTo>
                <a:lnTo>
                  <a:pt x="5906" y="5974"/>
                </a:lnTo>
                <a:lnTo>
                  <a:pt x="5906" y="5906"/>
                </a:lnTo>
                <a:close/>
                <a:moveTo>
                  <a:pt x="3530" y="0"/>
                </a:moveTo>
                <a:lnTo>
                  <a:pt x="3191" y="68"/>
                </a:lnTo>
                <a:lnTo>
                  <a:pt x="2444" y="339"/>
                </a:lnTo>
                <a:lnTo>
                  <a:pt x="1766" y="679"/>
                </a:lnTo>
                <a:lnTo>
                  <a:pt x="1155" y="1154"/>
                </a:lnTo>
                <a:lnTo>
                  <a:pt x="679" y="1765"/>
                </a:lnTo>
                <a:lnTo>
                  <a:pt x="272" y="2444"/>
                </a:lnTo>
                <a:lnTo>
                  <a:pt x="69" y="3190"/>
                </a:lnTo>
                <a:lnTo>
                  <a:pt x="1" y="3598"/>
                </a:lnTo>
                <a:lnTo>
                  <a:pt x="1" y="4005"/>
                </a:lnTo>
                <a:lnTo>
                  <a:pt x="1" y="91572"/>
                </a:lnTo>
                <a:lnTo>
                  <a:pt x="1" y="91979"/>
                </a:lnTo>
                <a:lnTo>
                  <a:pt x="69" y="92319"/>
                </a:lnTo>
                <a:lnTo>
                  <a:pt x="272" y="93065"/>
                </a:lnTo>
                <a:lnTo>
                  <a:pt x="679" y="93744"/>
                </a:lnTo>
                <a:lnTo>
                  <a:pt x="1155" y="94355"/>
                </a:lnTo>
                <a:lnTo>
                  <a:pt x="1766" y="94830"/>
                </a:lnTo>
                <a:lnTo>
                  <a:pt x="2444" y="95238"/>
                </a:lnTo>
                <a:lnTo>
                  <a:pt x="3191" y="95441"/>
                </a:lnTo>
                <a:lnTo>
                  <a:pt x="3530" y="95509"/>
                </a:lnTo>
                <a:lnTo>
                  <a:pt x="139904" y="95509"/>
                </a:lnTo>
                <a:lnTo>
                  <a:pt x="140311" y="95441"/>
                </a:lnTo>
                <a:lnTo>
                  <a:pt x="141058" y="95238"/>
                </a:lnTo>
                <a:lnTo>
                  <a:pt x="141737" y="94830"/>
                </a:lnTo>
                <a:lnTo>
                  <a:pt x="142280" y="94355"/>
                </a:lnTo>
                <a:lnTo>
                  <a:pt x="142755" y="93744"/>
                </a:lnTo>
                <a:lnTo>
                  <a:pt x="143162" y="93065"/>
                </a:lnTo>
                <a:lnTo>
                  <a:pt x="143366" y="92319"/>
                </a:lnTo>
                <a:lnTo>
                  <a:pt x="143434" y="91979"/>
                </a:lnTo>
                <a:lnTo>
                  <a:pt x="143434" y="91572"/>
                </a:lnTo>
                <a:lnTo>
                  <a:pt x="143434" y="4005"/>
                </a:lnTo>
                <a:lnTo>
                  <a:pt x="143434" y="3598"/>
                </a:lnTo>
                <a:lnTo>
                  <a:pt x="143366" y="3190"/>
                </a:lnTo>
                <a:lnTo>
                  <a:pt x="143162" y="2444"/>
                </a:lnTo>
                <a:lnTo>
                  <a:pt x="142755" y="1765"/>
                </a:lnTo>
                <a:lnTo>
                  <a:pt x="142280" y="1154"/>
                </a:lnTo>
                <a:lnTo>
                  <a:pt x="141737" y="679"/>
                </a:lnTo>
                <a:lnTo>
                  <a:pt x="141058" y="339"/>
                </a:lnTo>
                <a:lnTo>
                  <a:pt x="140311" y="68"/>
                </a:lnTo>
                <a:lnTo>
                  <a:pt x="139904" y="0"/>
                </a:lnTo>
                <a:close/>
                <a:moveTo>
                  <a:pt x="55324" y="95713"/>
                </a:moveTo>
                <a:lnTo>
                  <a:pt x="55052" y="98971"/>
                </a:lnTo>
                <a:lnTo>
                  <a:pt x="54713" y="102297"/>
                </a:lnTo>
                <a:lnTo>
                  <a:pt x="54374" y="105284"/>
                </a:lnTo>
                <a:lnTo>
                  <a:pt x="53966" y="107388"/>
                </a:lnTo>
                <a:lnTo>
                  <a:pt x="53763" y="108203"/>
                </a:lnTo>
                <a:lnTo>
                  <a:pt x="53627" y="108746"/>
                </a:lnTo>
                <a:lnTo>
                  <a:pt x="53423" y="109153"/>
                </a:lnTo>
                <a:lnTo>
                  <a:pt x="53220" y="109357"/>
                </a:lnTo>
                <a:lnTo>
                  <a:pt x="52677" y="109493"/>
                </a:lnTo>
                <a:lnTo>
                  <a:pt x="51794" y="109696"/>
                </a:lnTo>
                <a:lnTo>
                  <a:pt x="49690" y="110036"/>
                </a:lnTo>
                <a:lnTo>
                  <a:pt x="48061" y="110307"/>
                </a:lnTo>
                <a:lnTo>
                  <a:pt x="47450" y="110443"/>
                </a:lnTo>
                <a:lnTo>
                  <a:pt x="47110" y="110511"/>
                </a:lnTo>
                <a:lnTo>
                  <a:pt x="47042" y="110579"/>
                </a:lnTo>
                <a:lnTo>
                  <a:pt x="47042" y="110783"/>
                </a:lnTo>
                <a:lnTo>
                  <a:pt x="47110" y="110850"/>
                </a:lnTo>
                <a:lnTo>
                  <a:pt x="47585" y="110918"/>
                </a:lnTo>
                <a:lnTo>
                  <a:pt x="48400" y="110986"/>
                </a:lnTo>
                <a:lnTo>
                  <a:pt x="51387" y="111054"/>
                </a:lnTo>
                <a:lnTo>
                  <a:pt x="56071" y="111122"/>
                </a:lnTo>
                <a:lnTo>
                  <a:pt x="87092" y="111122"/>
                </a:lnTo>
                <a:lnTo>
                  <a:pt x="91708" y="111054"/>
                </a:lnTo>
                <a:lnTo>
                  <a:pt x="94695" y="110986"/>
                </a:lnTo>
                <a:lnTo>
                  <a:pt x="95578" y="110918"/>
                </a:lnTo>
                <a:lnTo>
                  <a:pt x="96053" y="110850"/>
                </a:lnTo>
                <a:lnTo>
                  <a:pt x="96121" y="110783"/>
                </a:lnTo>
                <a:lnTo>
                  <a:pt x="96121" y="110579"/>
                </a:lnTo>
                <a:lnTo>
                  <a:pt x="96053" y="110511"/>
                </a:lnTo>
                <a:lnTo>
                  <a:pt x="95713" y="110443"/>
                </a:lnTo>
                <a:lnTo>
                  <a:pt x="95102" y="110307"/>
                </a:lnTo>
                <a:lnTo>
                  <a:pt x="93473" y="110036"/>
                </a:lnTo>
                <a:lnTo>
                  <a:pt x="91369" y="109696"/>
                </a:lnTo>
                <a:lnTo>
                  <a:pt x="90487" y="109493"/>
                </a:lnTo>
                <a:lnTo>
                  <a:pt x="89943" y="109357"/>
                </a:lnTo>
                <a:lnTo>
                  <a:pt x="89740" y="109153"/>
                </a:lnTo>
                <a:lnTo>
                  <a:pt x="89536" y="108746"/>
                </a:lnTo>
                <a:lnTo>
                  <a:pt x="89333" y="108203"/>
                </a:lnTo>
                <a:lnTo>
                  <a:pt x="89197" y="107388"/>
                </a:lnTo>
                <a:lnTo>
                  <a:pt x="88789" y="105284"/>
                </a:lnTo>
                <a:lnTo>
                  <a:pt x="88382" y="102297"/>
                </a:lnTo>
                <a:lnTo>
                  <a:pt x="88043" y="98971"/>
                </a:lnTo>
                <a:lnTo>
                  <a:pt x="87839" y="95713"/>
                </a:lnTo>
                <a:close/>
                <a:moveTo>
                  <a:pt x="47450" y="111054"/>
                </a:moveTo>
                <a:lnTo>
                  <a:pt x="47450" y="111122"/>
                </a:lnTo>
                <a:lnTo>
                  <a:pt x="47450" y="111393"/>
                </a:lnTo>
                <a:lnTo>
                  <a:pt x="47518" y="111461"/>
                </a:lnTo>
                <a:lnTo>
                  <a:pt x="48807" y="111529"/>
                </a:lnTo>
                <a:lnTo>
                  <a:pt x="52473" y="111597"/>
                </a:lnTo>
                <a:lnTo>
                  <a:pt x="62384" y="111665"/>
                </a:lnTo>
                <a:lnTo>
                  <a:pt x="80779" y="111665"/>
                </a:lnTo>
                <a:lnTo>
                  <a:pt x="90622" y="111597"/>
                </a:lnTo>
                <a:lnTo>
                  <a:pt x="94356" y="111529"/>
                </a:lnTo>
                <a:lnTo>
                  <a:pt x="95646" y="111461"/>
                </a:lnTo>
                <a:lnTo>
                  <a:pt x="95713" y="111393"/>
                </a:lnTo>
                <a:lnTo>
                  <a:pt x="95713" y="111122"/>
                </a:lnTo>
                <a:lnTo>
                  <a:pt x="95646" y="111054"/>
                </a:lnTo>
                <a:lnTo>
                  <a:pt x="94084" y="111122"/>
                </a:lnTo>
                <a:lnTo>
                  <a:pt x="91233" y="111190"/>
                </a:lnTo>
                <a:lnTo>
                  <a:pt x="80847" y="111258"/>
                </a:lnTo>
                <a:lnTo>
                  <a:pt x="62316" y="111258"/>
                </a:lnTo>
                <a:lnTo>
                  <a:pt x="51930" y="111190"/>
                </a:lnTo>
                <a:lnTo>
                  <a:pt x="49079" y="111122"/>
                </a:lnTo>
                <a:lnTo>
                  <a:pt x="47518" y="111054"/>
                </a:lnTo>
                <a:close/>
              </a:path>
            </a:pathLst>
          </a:custGeom>
          <a:solidFill>
            <a:srgbClr val="184769"/>
          </a:solidFill>
          <a:ln cap="flat" cmpd="sng" w="19050">
            <a:solidFill>
              <a:srgbClr val="19BBD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pic>
        <p:nvPicPr>
          <p:cNvPr descr="Screenshot of the live interactive sci-fi timeline, 1910s to 1960s" id="1488" name="Google Shape;1488;p14"/>
          <p:cNvPicPr preferRelativeResize="0"/>
          <p:nvPr/>
        </p:nvPicPr>
        <p:blipFill rotWithShape="1">
          <a:blip r:embed="rId3">
            <a:alphaModFix/>
          </a:blip>
          <a:srcRect b="0" l="0" r="0" t="0"/>
          <a:stretch/>
        </p:blipFill>
        <p:spPr>
          <a:xfrm>
            <a:off x="3825689" y="562629"/>
            <a:ext cx="4515000" cy="2883300"/>
          </a:xfrm>
          <a:prstGeom prst="rect">
            <a:avLst/>
          </a:prstGeom>
          <a:noFill/>
          <a:ln>
            <a:noFill/>
          </a:ln>
        </p:spPr>
      </p:pic>
      <p:sp>
        <p:nvSpPr>
          <p:cNvPr id="1489" name="Google Shape;1489;p14"/>
          <p:cNvSpPr txBox="1"/>
          <p:nvPr>
            <p:ph idx="4294967295" type="body"/>
          </p:nvPr>
        </p:nvSpPr>
        <p:spPr>
          <a:xfrm>
            <a:off x="457200" y="1481328"/>
            <a:ext cx="3063240" cy="32004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400"/>
              <a:buNone/>
            </a:pPr>
            <a:r>
              <a:rPr b="1" lang="en-GB" sz="2400">
                <a:solidFill>
                  <a:srgbClr val="19BBD5"/>
                </a:solidFill>
              </a:rPr>
              <a:t>The timeline</a:t>
            </a:r>
            <a:endParaRPr/>
          </a:p>
          <a:p>
            <a:pPr indent="0" lvl="0" marL="0" rtl="0" algn="l">
              <a:lnSpc>
                <a:spcPct val="100000"/>
              </a:lnSpc>
              <a:spcBef>
                <a:spcPts val="800"/>
              </a:spcBef>
              <a:spcAft>
                <a:spcPts val="0"/>
              </a:spcAft>
              <a:buSzPts val="1400"/>
              <a:buNone/>
            </a:pPr>
            <a:r>
              <a:rPr b="1" lang="en-GB" sz="1600">
                <a:solidFill>
                  <a:srgbClr val="00E1C6"/>
                </a:solidFill>
              </a:rPr>
              <a:t>Metropolis*</a:t>
            </a:r>
            <a:endParaRPr/>
          </a:p>
          <a:p>
            <a:pPr indent="0" lvl="0" marL="0" rtl="0" algn="l">
              <a:lnSpc>
                <a:spcPct val="100000"/>
              </a:lnSpc>
              <a:spcBef>
                <a:spcPts val="0"/>
              </a:spcBef>
              <a:spcAft>
                <a:spcPts val="0"/>
              </a:spcAft>
              <a:buSzPts val="1400"/>
              <a:buNone/>
            </a:pPr>
            <a:r>
              <a:rPr lang="en-GB" sz="1500"/>
              <a:t>1927 to 2026 (+99), flagged</a:t>
            </a:r>
            <a:endParaRPr/>
          </a:p>
          <a:p>
            <a:pPr indent="0" lvl="0" marL="0" rtl="0" algn="l">
              <a:lnSpc>
                <a:spcPct val="100000"/>
              </a:lnSpc>
              <a:spcBef>
                <a:spcPts val="800"/>
              </a:spcBef>
              <a:spcAft>
                <a:spcPts val="0"/>
              </a:spcAft>
              <a:buSzPts val="1400"/>
              <a:buNone/>
            </a:pPr>
            <a:r>
              <a:rPr b="1" lang="en-GB" sz="1600">
                <a:solidFill>
                  <a:srgbClr val="00E1C6"/>
                </a:solidFill>
              </a:rPr>
              <a:t>Back to the Future Part II</a:t>
            </a:r>
            <a:endParaRPr/>
          </a:p>
          <a:p>
            <a:pPr indent="0" lvl="0" marL="0" rtl="0" algn="l">
              <a:lnSpc>
                <a:spcPct val="100000"/>
              </a:lnSpc>
              <a:spcBef>
                <a:spcPts val="0"/>
              </a:spcBef>
              <a:spcAft>
                <a:spcPts val="0"/>
              </a:spcAft>
              <a:buSzPts val="1400"/>
              <a:buNone/>
            </a:pPr>
            <a:r>
              <a:rPr lang="en-GB" sz="1500"/>
              <a:t>1989 to 2015 (+26)</a:t>
            </a:r>
            <a:endParaRPr/>
          </a:p>
          <a:p>
            <a:pPr indent="0" lvl="0" marL="0" rtl="0" algn="l">
              <a:lnSpc>
                <a:spcPct val="100000"/>
              </a:lnSpc>
              <a:spcBef>
                <a:spcPts val="800"/>
              </a:spcBef>
              <a:spcAft>
                <a:spcPts val="0"/>
              </a:spcAft>
              <a:buSzPts val="1400"/>
              <a:buNone/>
            </a:pPr>
            <a:r>
              <a:rPr b="1" lang="en-GB" sz="1600">
                <a:solidFill>
                  <a:srgbClr val="00E1C6"/>
                </a:solidFill>
              </a:rPr>
              <a:t>The Time Machine*</a:t>
            </a:r>
            <a:endParaRPr/>
          </a:p>
          <a:p>
            <a:pPr indent="0" lvl="0" marL="0" rtl="0" algn="l">
              <a:lnSpc>
                <a:spcPct val="100000"/>
              </a:lnSpc>
              <a:spcBef>
                <a:spcPts val="0"/>
              </a:spcBef>
              <a:spcAft>
                <a:spcPts val="0"/>
              </a:spcAft>
              <a:buSzPts val="1400"/>
              <a:buNone/>
            </a:pPr>
            <a:r>
              <a:rPr lang="en-GB" sz="1500"/>
              <a:t>1960 to 802,701 (off scale)</a:t>
            </a:r>
            <a:endParaRPr/>
          </a:p>
          <a:p>
            <a:pPr indent="0" lvl="0" marL="0" rtl="0" algn="l">
              <a:lnSpc>
                <a:spcPct val="100000"/>
              </a:lnSpc>
              <a:spcBef>
                <a:spcPts val="1200"/>
              </a:spcBef>
              <a:spcAft>
                <a:spcPts val="0"/>
              </a:spcAft>
              <a:buSzPts val="1400"/>
              <a:buNone/>
            </a:pPr>
            <a:r>
              <a:rPr lang="en-GB" sz="1400">
                <a:solidFill>
                  <a:srgbClr val="C6DAEC"/>
                </a:solidFill>
              </a:rPr>
              <a:t>Interactive version: oneredodd.github.io/scifi-timeline</a:t>
            </a:r>
            <a:endParaRPr/>
          </a:p>
        </p:txBody>
      </p:sp>
      <p:grpSp>
        <p:nvGrpSpPr>
          <p:cNvPr id="1490" name="Google Shape;1490;p14"/>
          <p:cNvGrpSpPr/>
          <p:nvPr/>
        </p:nvGrpSpPr>
        <p:grpSpPr>
          <a:xfrm>
            <a:off x="707161" y="503826"/>
            <a:ext cx="318996" cy="307211"/>
            <a:chOff x="2583325" y="2972875"/>
            <a:chExt cx="462850" cy="445750"/>
          </a:xfrm>
        </p:grpSpPr>
        <p:sp>
          <p:nvSpPr>
            <p:cNvPr id="1491" name="Google Shape;1491;p14"/>
            <p:cNvSpPr/>
            <p:nvPr/>
          </p:nvSpPr>
          <p:spPr>
            <a:xfrm>
              <a:off x="2701775" y="3323350"/>
              <a:ext cx="225950" cy="95275"/>
            </a:xfrm>
            <a:custGeom>
              <a:rect b="b" l="l" r="r" t="t"/>
              <a:pathLst>
                <a:path extrusionOk="0" h="3811" w="9038">
                  <a:moveTo>
                    <a:pt x="2956" y="1"/>
                  </a:moveTo>
                  <a:lnTo>
                    <a:pt x="2956" y="2956"/>
                  </a:lnTo>
                  <a:lnTo>
                    <a:pt x="685" y="2956"/>
                  </a:lnTo>
                  <a:lnTo>
                    <a:pt x="514" y="3005"/>
                  </a:lnTo>
                  <a:lnTo>
                    <a:pt x="367" y="3103"/>
                  </a:lnTo>
                  <a:lnTo>
                    <a:pt x="245" y="3200"/>
                  </a:lnTo>
                  <a:lnTo>
                    <a:pt x="147" y="3322"/>
                  </a:lnTo>
                  <a:lnTo>
                    <a:pt x="50" y="3469"/>
                  </a:lnTo>
                  <a:lnTo>
                    <a:pt x="1" y="3640"/>
                  </a:lnTo>
                  <a:lnTo>
                    <a:pt x="1" y="3811"/>
                  </a:lnTo>
                  <a:lnTo>
                    <a:pt x="9037" y="3811"/>
                  </a:lnTo>
                  <a:lnTo>
                    <a:pt x="9037" y="3640"/>
                  </a:lnTo>
                  <a:lnTo>
                    <a:pt x="8988" y="3469"/>
                  </a:lnTo>
                  <a:lnTo>
                    <a:pt x="8891" y="3322"/>
                  </a:lnTo>
                  <a:lnTo>
                    <a:pt x="8793" y="3200"/>
                  </a:lnTo>
                  <a:lnTo>
                    <a:pt x="8671" y="3103"/>
                  </a:lnTo>
                  <a:lnTo>
                    <a:pt x="8524" y="3005"/>
                  </a:lnTo>
                  <a:lnTo>
                    <a:pt x="8353" y="2956"/>
                  </a:lnTo>
                  <a:lnTo>
                    <a:pt x="6082" y="2956"/>
                  </a:lnTo>
                  <a:lnTo>
                    <a:pt x="6082" y="1"/>
                  </a:ln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1492" name="Google Shape;1492;p14"/>
            <p:cNvSpPr/>
            <p:nvPr/>
          </p:nvSpPr>
          <p:spPr>
            <a:xfrm>
              <a:off x="2583325" y="2972875"/>
              <a:ext cx="462850" cy="337075"/>
            </a:xfrm>
            <a:custGeom>
              <a:rect b="b" l="l" r="r" t="t"/>
              <a:pathLst>
                <a:path extrusionOk="0" h="13483" w="18514">
                  <a:moveTo>
                    <a:pt x="17048" y="1466"/>
                  </a:moveTo>
                  <a:lnTo>
                    <a:pt x="17048" y="12017"/>
                  </a:lnTo>
                  <a:lnTo>
                    <a:pt x="1466" y="12017"/>
                  </a:lnTo>
                  <a:lnTo>
                    <a:pt x="1466" y="1466"/>
                  </a:lnTo>
                  <a:close/>
                  <a:moveTo>
                    <a:pt x="391" y="1"/>
                  </a:moveTo>
                  <a:lnTo>
                    <a:pt x="318" y="50"/>
                  </a:lnTo>
                  <a:lnTo>
                    <a:pt x="220" y="74"/>
                  </a:lnTo>
                  <a:lnTo>
                    <a:pt x="147" y="148"/>
                  </a:lnTo>
                  <a:lnTo>
                    <a:pt x="98" y="221"/>
                  </a:lnTo>
                  <a:lnTo>
                    <a:pt x="49" y="294"/>
                  </a:lnTo>
                  <a:lnTo>
                    <a:pt x="25" y="392"/>
                  </a:lnTo>
                  <a:lnTo>
                    <a:pt x="1" y="489"/>
                  </a:lnTo>
                  <a:lnTo>
                    <a:pt x="1" y="12994"/>
                  </a:lnTo>
                  <a:lnTo>
                    <a:pt x="25" y="13092"/>
                  </a:lnTo>
                  <a:lnTo>
                    <a:pt x="49" y="13189"/>
                  </a:lnTo>
                  <a:lnTo>
                    <a:pt x="98" y="13263"/>
                  </a:lnTo>
                  <a:lnTo>
                    <a:pt x="147" y="13336"/>
                  </a:lnTo>
                  <a:lnTo>
                    <a:pt x="220" y="13409"/>
                  </a:lnTo>
                  <a:lnTo>
                    <a:pt x="318" y="13434"/>
                  </a:lnTo>
                  <a:lnTo>
                    <a:pt x="391" y="13483"/>
                  </a:lnTo>
                  <a:lnTo>
                    <a:pt x="18123" y="13483"/>
                  </a:lnTo>
                  <a:lnTo>
                    <a:pt x="18196" y="13434"/>
                  </a:lnTo>
                  <a:lnTo>
                    <a:pt x="18293" y="13409"/>
                  </a:lnTo>
                  <a:lnTo>
                    <a:pt x="18367" y="13336"/>
                  </a:lnTo>
                  <a:lnTo>
                    <a:pt x="18416" y="13263"/>
                  </a:lnTo>
                  <a:lnTo>
                    <a:pt x="18464" y="13189"/>
                  </a:lnTo>
                  <a:lnTo>
                    <a:pt x="18489" y="13092"/>
                  </a:lnTo>
                  <a:lnTo>
                    <a:pt x="18513" y="12994"/>
                  </a:lnTo>
                  <a:lnTo>
                    <a:pt x="18513" y="489"/>
                  </a:lnTo>
                  <a:lnTo>
                    <a:pt x="18489" y="392"/>
                  </a:lnTo>
                  <a:lnTo>
                    <a:pt x="18464" y="294"/>
                  </a:lnTo>
                  <a:lnTo>
                    <a:pt x="18416" y="221"/>
                  </a:lnTo>
                  <a:lnTo>
                    <a:pt x="18367" y="148"/>
                  </a:lnTo>
                  <a:lnTo>
                    <a:pt x="18293" y="74"/>
                  </a:lnTo>
                  <a:lnTo>
                    <a:pt x="18196" y="50"/>
                  </a:lnTo>
                  <a:lnTo>
                    <a:pt x="18123" y="1"/>
                  </a:ln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gr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96" name="Shape 1496"/>
        <p:cNvGrpSpPr/>
        <p:nvPr/>
      </p:nvGrpSpPr>
      <p:grpSpPr>
        <a:xfrm>
          <a:off x="0" y="0"/>
          <a:ext cx="0" cy="0"/>
          <a:chOff x="0" y="0"/>
          <a:chExt cx="0" cy="0"/>
        </a:xfrm>
      </p:grpSpPr>
      <p:sp>
        <p:nvSpPr>
          <p:cNvPr id="1497" name="Google Shape;1497;p15"/>
          <p:cNvSpPr txBox="1"/>
          <p:nvPr>
            <p:ph idx="4294967295" type="ctrTitle"/>
          </p:nvPr>
        </p:nvSpPr>
        <p:spPr>
          <a:xfrm>
            <a:off x="685800" y="-9"/>
            <a:ext cx="7772400" cy="51435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19BBD5"/>
              </a:buClr>
              <a:buSzPts val="4000"/>
              <a:buFont typeface="Nixie One"/>
              <a:buNone/>
            </a:pPr>
            <a:r>
              <a:rPr b="1" i="0" lang="en-GB" spc="0" sz="9600" u="none" cap="none" strike="noStrike">
                <a:solidFill>
                  <a:srgbClr val="19BBD5"/>
                </a:solidFill>
                <a:latin typeface="Mulish"/>
                <a:ea typeface="Mulish"/>
                <a:cs typeface="Mulish"/>
                <a:sym typeface="Mulish"/>
              </a:rPr>
              <a:t>34 years</a:t>
            </a:r>
            <a:endParaRPr/>
          </a:p>
          <a:p>
            <a:pPr indent="0" lvl="0" marL="0" marR="0" rtl="0" algn="ctr">
              <a:lnSpc>
                <a:spcPct val="100000"/>
              </a:lnSpc>
              <a:spcBef>
                <a:spcPts val="400"/>
              </a:spcBef>
              <a:spcAft>
                <a:spcPts val="0"/>
              </a:spcAft>
              <a:buClr>
                <a:srgbClr val="19BBD5"/>
              </a:buClr>
              <a:buSzPts val="4000"/>
              <a:buFont typeface="Nixie One"/>
              <a:buNone/>
            </a:pPr>
            <a:r>
              <a:rPr b="0" i="0" lang="en-GB" spc="0" sz="2000" u="none" cap="none" strike="noStrike">
                <a:solidFill>
                  <a:srgbClr val="C6DAEC"/>
                </a:solidFill>
                <a:latin typeface="Mulish"/>
                <a:ea typeface="Mulish"/>
                <a:cs typeface="Mulish"/>
                <a:sym typeface="Mulish"/>
              </a:rPr>
              <a:t>median gap between release and setting year, all 233 films</a:t>
            </a:r>
            <a:endParaRPr/>
          </a:p>
          <a:p>
            <a:pPr indent="0" lvl="0" marL="0" marR="0" rtl="0" algn="ctr">
              <a:lnSpc>
                <a:spcPct val="100000"/>
              </a:lnSpc>
              <a:spcBef>
                <a:spcPts val="1800"/>
              </a:spcBef>
              <a:spcAft>
                <a:spcPts val="0"/>
              </a:spcAft>
              <a:buClr>
                <a:srgbClr val="19BBD5"/>
              </a:buClr>
              <a:buSzPts val="4000"/>
              <a:buFont typeface="Nixie One"/>
              <a:buNone/>
            </a:pPr>
            <a:r>
              <a:rPr b="0" i="0" lang="en-GB" spc="0" sz="1600" u="none" cap="none" strike="noStrike">
                <a:solidFill>
                  <a:srgbClr val="00E1C6"/>
                </a:solidFill>
                <a:latin typeface="Mulish"/>
                <a:ea typeface="Mulish"/>
                <a:cs typeface="Mulish"/>
                <a:sym typeface="Mulish"/>
              </a:rPr>
              <a:t>The mean is meaningless here: The Time Machine (+800,741 years)</a:t>
            </a:r>
            <a:endParaRPr/>
          </a:p>
          <a:p>
            <a:pPr indent="0" lvl="0" marL="0" marR="0" rtl="0" algn="ctr">
              <a:lnSpc>
                <a:spcPct val="100000"/>
              </a:lnSpc>
              <a:spcBef>
                <a:spcPts val="200"/>
              </a:spcBef>
              <a:spcAft>
                <a:spcPts val="0"/>
              </a:spcAft>
              <a:buClr>
                <a:srgbClr val="19BBD5"/>
              </a:buClr>
              <a:buSzPts val="4000"/>
              <a:buFont typeface="Nixie One"/>
              <a:buNone/>
            </a:pPr>
            <a:r>
              <a:rPr b="0" i="0" lang="en-GB" spc="0" sz="1600" u="none" cap="none" strike="noStrike">
                <a:solidFill>
                  <a:srgbClr val="00E1C6"/>
                </a:solidFill>
                <a:latin typeface="Mulish"/>
                <a:ea typeface="Mulish"/>
                <a:cs typeface="Mulish"/>
                <a:sym typeface="Mulish"/>
              </a:rPr>
              <a:t>drags it to 7,038 years. The median is the honest summary.</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01" name="Shape 1501"/>
        <p:cNvGrpSpPr/>
        <p:nvPr/>
      </p:nvGrpSpPr>
      <p:grpSpPr>
        <a:xfrm>
          <a:off x="0" y="0"/>
          <a:ext cx="0" cy="0"/>
          <a:chOff x="0" y="0"/>
          <a:chExt cx="0" cy="0"/>
        </a:xfrm>
      </p:grpSpPr>
      <p:sp>
        <p:nvSpPr>
          <p:cNvPr id="1502" name="Google Shape;1502;p16"/>
          <p:cNvSpPr txBox="1"/>
          <p:nvPr>
            <p:ph idx="4294967295" type="ctrTitle"/>
          </p:nvPr>
        </p:nvSpPr>
        <p:spPr>
          <a:xfrm>
            <a:off x="3152775" y="1354750"/>
            <a:ext cx="4562100" cy="1159800"/>
          </a:xfrm>
          <a:prstGeom prst="rect">
            <a:avLst/>
          </a:prstGeom>
          <a:noFill/>
          <a:ln>
            <a:noFill/>
          </a:ln>
        </p:spPr>
        <p:txBody>
          <a:bodyPr anchorCtr="0" anchor="b" bIns="91425" lIns="91425" spcFirstLastPara="1" rIns="91425" wrap="square" tIns="91425">
            <a:noAutofit/>
          </a:bodyPr>
          <a:lstStyle/>
          <a:p>
            <a:pPr indent="0" lvl="0" marL="0" marR="0" rtl="0" algn="l">
              <a:lnSpc>
                <a:spcPct val="100000"/>
              </a:lnSpc>
              <a:spcBef>
                <a:spcPts val="0"/>
              </a:spcBef>
              <a:spcAft>
                <a:spcPts val="0"/>
              </a:spcAft>
              <a:buClr>
                <a:srgbClr val="19BBD5"/>
              </a:buClr>
              <a:buSzPts val="4000"/>
              <a:buFont typeface="Nixie One"/>
              <a:buNone/>
            </a:pPr>
            <a:r>
              <a:rPr b="0" i="0" lang="en-GB" spc="0" sz="12000" u="none" cap="none" strike="noStrike">
                <a:solidFill>
                  <a:srgbClr val="19BBD5"/>
                </a:solidFill>
                <a:latin typeface="Nixie One"/>
                <a:ea typeface="Nixie One"/>
                <a:cs typeface="Nixie One"/>
                <a:sym typeface="Nixie One"/>
              </a:rPr>
              <a:t>81</a:t>
            </a:r>
            <a:endParaRPr/>
          </a:p>
        </p:txBody>
      </p:sp>
      <p:sp>
        <p:nvSpPr>
          <p:cNvPr id="1503" name="Google Shape;1503;p16"/>
          <p:cNvSpPr txBox="1"/>
          <p:nvPr>
            <p:ph idx="4294967295" type="body"/>
          </p:nvPr>
        </p:nvSpPr>
        <p:spPr>
          <a:xfrm>
            <a:off x="3286468" y="2400250"/>
            <a:ext cx="4562100" cy="24615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400"/>
              <a:buNone/>
            </a:pPr>
            <a:r>
              <a:rPr b="1" lang="en-GB" sz="2600"/>
              <a:t>films (35%) of 233 are set in a year on or before 2026</a:t>
            </a:r>
            <a:endParaRPr/>
          </a:p>
          <a:p>
            <a:pPr indent="0" lvl="0" marL="0" rtl="0" algn="l">
              <a:lnSpc>
                <a:spcPct val="100000"/>
              </a:lnSpc>
              <a:spcBef>
                <a:spcPts val="1000"/>
              </a:spcBef>
              <a:spcAft>
                <a:spcPts val="0"/>
              </a:spcAft>
              <a:buSzPts val="1400"/>
              <a:buNone/>
            </a:pPr>
            <a:r>
              <a:rPr lang="en-GB" sz="1600"/>
              <a:t>Only these can be scored: each prediction is judged by the film’s own setting year.</a:t>
            </a:r>
            <a:endParaRPr/>
          </a:p>
          <a:p>
            <a:pPr indent="0" lvl="0" marL="0" rtl="0" algn="l">
              <a:lnSpc>
                <a:spcPct val="100000"/>
              </a:lnSpc>
              <a:spcBef>
                <a:spcPts val="600"/>
              </a:spcBef>
              <a:spcAft>
                <a:spcPts val="0"/>
              </a:spcAft>
              <a:buSzPts val="1400"/>
              <a:buNone/>
            </a:pPr>
            <a:r>
              <a:rPr lang="en-GB" sz="1600">
                <a:solidFill>
                  <a:srgbClr val="00E1C6"/>
                </a:solidFill>
              </a:rPr>
              <a:t>75 of the 81 have at least one scored prediction.</a:t>
            </a:r>
            <a:endParaRPr/>
          </a:p>
        </p:txBody>
      </p:sp>
      <p:pic>
        <p:nvPicPr>
          <p:cNvPr descr="Earthrise, Apollo 8, 1968" id="1504" name="Google Shape;1504;p16"/>
          <p:cNvPicPr preferRelativeResize="0"/>
          <p:nvPr/>
        </p:nvPicPr>
        <p:blipFill rotWithShape="1">
          <a:blip r:embed="rId3">
            <a:alphaModFix/>
          </a:blip>
          <a:srcRect b="0" l="0" r="0" t="0"/>
          <a:stretch/>
        </p:blipFill>
        <p:spPr>
          <a:xfrm>
            <a:off x="951000" y="677875"/>
            <a:ext cx="1883100" cy="1693800"/>
          </a:xfrm>
          <a:prstGeom prst="hexagon">
            <a:avLst>
              <a:gd fmla="val 28393" name="adj"/>
              <a:gd fmla="val 115470" name="vf"/>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08" name="Shape 1508"/>
        <p:cNvGrpSpPr/>
        <p:nvPr/>
      </p:nvGrpSpPr>
      <p:grpSpPr>
        <a:xfrm>
          <a:off x="0" y="0"/>
          <a:ext cx="0" cy="0"/>
          <a:chOff x="0" y="0"/>
          <a:chExt cx="0" cy="0"/>
        </a:xfrm>
      </p:grpSpPr>
      <p:sp>
        <p:nvSpPr>
          <p:cNvPr id="1509" name="Google Shape;1509;p17"/>
          <p:cNvSpPr txBox="1"/>
          <p:nvPr>
            <p:ph idx="4294967295" type="ctrTitle"/>
          </p:nvPr>
        </p:nvSpPr>
        <p:spPr>
          <a:xfrm>
            <a:off x="685800" y="228600"/>
            <a:ext cx="7772400" cy="822960"/>
          </a:xfrm>
          <a:prstGeom prst="rect">
            <a:avLst/>
          </a:prstGeom>
          <a:noFill/>
          <a:ln>
            <a:noFill/>
          </a:ln>
        </p:spPr>
        <p:txBody>
          <a:bodyPr anchorCtr="0" anchor="b" bIns="91425" lIns="91425" spcFirstLastPara="1" rIns="91425" wrap="square" tIns="91425">
            <a:noAutofit/>
          </a:bodyPr>
          <a:lstStyle/>
          <a:p>
            <a:pPr indent="0" lvl="0" marL="0" marR="0" rtl="0" algn="ctr">
              <a:lnSpc>
                <a:spcPct val="100000"/>
              </a:lnSpc>
              <a:spcBef>
                <a:spcPts val="0"/>
              </a:spcBef>
              <a:spcAft>
                <a:spcPts val="0"/>
              </a:spcAft>
              <a:buClr>
                <a:srgbClr val="19BBD5"/>
              </a:buClr>
              <a:buSzPts val="4000"/>
              <a:buFont typeface="Nixie One"/>
              <a:buNone/>
            </a:pPr>
            <a:r>
              <a:rPr b="1" i="0" lang="en-GB" spc="0" sz="5400" u="none" cap="none" strike="noStrike">
                <a:solidFill>
                  <a:srgbClr val="00E1C6"/>
                </a:solidFill>
                <a:latin typeface="Mulish"/>
                <a:ea typeface="Mulish"/>
                <a:cs typeface="Mulish"/>
                <a:sym typeface="Mulish"/>
              </a:rPr>
              <a:t>20.2%</a:t>
            </a:r>
            <a:endParaRPr/>
          </a:p>
        </p:txBody>
      </p:sp>
      <p:sp>
        <p:nvSpPr>
          <p:cNvPr id="1510" name="Google Shape;1510;p17"/>
          <p:cNvSpPr txBox="1"/>
          <p:nvPr>
            <p:ph idx="4294967295" type="subTitle"/>
          </p:nvPr>
        </p:nvSpPr>
        <p:spPr>
          <a:xfrm>
            <a:off x="685800" y="978407"/>
            <a:ext cx="7772400" cy="384048"/>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19BBD5"/>
              </a:buClr>
              <a:buSzPts val="1400"/>
              <a:buFont typeface="Mulish"/>
              <a:buNone/>
            </a:pPr>
            <a:r>
              <a:rPr b="0" i="0" lang="en-GB" spc="0" sz="1800" u="none" cap="none" strike="noStrike">
                <a:solidFill>
                  <a:srgbClr val="C6DAEC"/>
                </a:solidFill>
                <a:latin typeface="Mulish"/>
                <a:ea typeface="Mulish"/>
                <a:cs typeface="Mulish"/>
                <a:sym typeface="Mulish"/>
              </a:rPr>
              <a:t>score, counting near-misses as half (about 1 in 5)</a:t>
            </a:r>
            <a:endParaRPr/>
          </a:p>
        </p:txBody>
      </p:sp>
      <p:sp>
        <p:nvSpPr>
          <p:cNvPr id="1511" name="Google Shape;1511;p17"/>
          <p:cNvSpPr txBox="1"/>
          <p:nvPr>
            <p:ph idx="4294967295" type="ctrTitle"/>
          </p:nvPr>
        </p:nvSpPr>
        <p:spPr>
          <a:xfrm>
            <a:off x="685800" y="2606040"/>
            <a:ext cx="7772400" cy="822960"/>
          </a:xfrm>
          <a:prstGeom prst="rect">
            <a:avLst/>
          </a:prstGeom>
          <a:noFill/>
          <a:ln>
            <a:noFill/>
          </a:ln>
        </p:spPr>
        <p:txBody>
          <a:bodyPr anchorCtr="0" anchor="b" bIns="91425" lIns="91425" spcFirstLastPara="1" rIns="91425" wrap="square" tIns="91425">
            <a:noAutofit/>
          </a:bodyPr>
          <a:lstStyle/>
          <a:p>
            <a:pPr indent="0" lvl="0" marL="0" marR="0" rtl="0" algn="ctr">
              <a:lnSpc>
                <a:spcPct val="100000"/>
              </a:lnSpc>
              <a:spcBef>
                <a:spcPts val="0"/>
              </a:spcBef>
              <a:spcAft>
                <a:spcPts val="0"/>
              </a:spcAft>
              <a:buClr>
                <a:srgbClr val="19BBD5"/>
              </a:buClr>
              <a:buSzPts val="4000"/>
              <a:buFont typeface="Nixie One"/>
              <a:buNone/>
            </a:pPr>
            <a:r>
              <a:rPr b="1" i="0" lang="en-GB" spc="0" sz="5400" u="none" cap="none" strike="noStrike">
                <a:solidFill>
                  <a:srgbClr val="3292E1"/>
                </a:solidFill>
                <a:latin typeface="Mulish"/>
                <a:ea typeface="Mulish"/>
                <a:cs typeface="Mulish"/>
                <a:sym typeface="Mulish"/>
              </a:rPr>
              <a:t>220</a:t>
            </a:r>
            <a:endParaRPr/>
          </a:p>
        </p:txBody>
      </p:sp>
      <p:sp>
        <p:nvSpPr>
          <p:cNvPr id="1512" name="Google Shape;1512;p17"/>
          <p:cNvSpPr txBox="1"/>
          <p:nvPr>
            <p:ph idx="4294967295" type="subTitle"/>
          </p:nvPr>
        </p:nvSpPr>
        <p:spPr>
          <a:xfrm>
            <a:off x="685800" y="3355848"/>
            <a:ext cx="7772400" cy="384048"/>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19BBD5"/>
              </a:buClr>
              <a:buSzPts val="1400"/>
              <a:buFont typeface="Mulish"/>
              <a:buNone/>
            </a:pPr>
            <a:r>
              <a:rPr b="0" i="0" lang="en-GB" spc="0" sz="1800" u="none" cap="none" strike="noStrike">
                <a:solidFill>
                  <a:srgbClr val="C6DAEC"/>
                </a:solidFill>
                <a:latin typeface="Mulish"/>
                <a:ea typeface="Mulish"/>
                <a:cs typeface="Mulish"/>
                <a:sym typeface="Mulish"/>
              </a:rPr>
              <a:t>predictions scored, from 75 films</a:t>
            </a:r>
            <a:endParaRPr/>
          </a:p>
        </p:txBody>
      </p:sp>
      <p:sp>
        <p:nvSpPr>
          <p:cNvPr id="1513" name="Google Shape;1513;p17"/>
          <p:cNvSpPr txBox="1"/>
          <p:nvPr>
            <p:ph idx="4294967295" type="ctrTitle"/>
          </p:nvPr>
        </p:nvSpPr>
        <p:spPr>
          <a:xfrm>
            <a:off x="685800" y="1417320"/>
            <a:ext cx="7772400" cy="822960"/>
          </a:xfrm>
          <a:prstGeom prst="rect">
            <a:avLst/>
          </a:prstGeom>
          <a:noFill/>
          <a:ln>
            <a:noFill/>
          </a:ln>
        </p:spPr>
        <p:txBody>
          <a:bodyPr anchorCtr="0" anchor="b" bIns="91425" lIns="91425" spcFirstLastPara="1" rIns="91425" wrap="square" tIns="91425">
            <a:noAutofit/>
          </a:bodyPr>
          <a:lstStyle/>
          <a:p>
            <a:pPr indent="0" lvl="0" marL="0" marR="0" rtl="0" algn="ctr">
              <a:lnSpc>
                <a:spcPct val="100000"/>
              </a:lnSpc>
              <a:spcBef>
                <a:spcPts val="0"/>
              </a:spcBef>
              <a:spcAft>
                <a:spcPts val="0"/>
              </a:spcAft>
              <a:buClr>
                <a:srgbClr val="19BBD5"/>
              </a:buClr>
              <a:buSzPts val="4000"/>
              <a:buFont typeface="Nixie One"/>
              <a:buNone/>
            </a:pPr>
            <a:r>
              <a:rPr b="1" i="0" lang="en-GB" spc="0" sz="5400" u="none" cap="none" strike="noStrike">
                <a:solidFill>
                  <a:srgbClr val="19BBD5"/>
                </a:solidFill>
                <a:latin typeface="Mulish"/>
                <a:ea typeface="Mulish"/>
                <a:cs typeface="Mulish"/>
                <a:sym typeface="Mulish"/>
              </a:rPr>
              <a:t>11.4%</a:t>
            </a:r>
            <a:endParaRPr/>
          </a:p>
        </p:txBody>
      </p:sp>
      <p:sp>
        <p:nvSpPr>
          <p:cNvPr id="1514" name="Google Shape;1514;p17"/>
          <p:cNvSpPr txBox="1"/>
          <p:nvPr>
            <p:ph idx="4294967295" type="subTitle"/>
          </p:nvPr>
        </p:nvSpPr>
        <p:spPr>
          <a:xfrm>
            <a:off x="685800" y="2167128"/>
            <a:ext cx="7772400" cy="384048"/>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19BBD5"/>
              </a:buClr>
              <a:buSzPts val="1400"/>
              <a:buFont typeface="Mulish"/>
              <a:buNone/>
            </a:pPr>
            <a:r>
              <a:rPr b="0" i="0" lang="en-GB" spc="0" sz="1800" u="none" cap="none" strike="noStrike">
                <a:solidFill>
                  <a:srgbClr val="C6DAEC"/>
                </a:solidFill>
                <a:latin typeface="Mulish"/>
                <a:ea typeface="Mulish"/>
                <a:cs typeface="Mulish"/>
                <a:sym typeface="Mulish"/>
              </a:rPr>
              <a:t>came true outright (about 1 in 9)</a:t>
            </a:r>
            <a:endParaRPr/>
          </a:p>
        </p:txBody>
      </p:sp>
      <p:sp>
        <p:nvSpPr>
          <p:cNvPr id="1515" name="Google Shape;1515;p17"/>
          <p:cNvSpPr txBox="1"/>
          <p:nvPr/>
        </p:nvSpPr>
        <p:spPr>
          <a:xfrm>
            <a:off x="822960" y="4114800"/>
            <a:ext cx="7406640" cy="4572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1" lang="en-GB" spc="0" sz="1400" u="none" cap="none" strike="noStrike">
                <a:solidFill>
                  <a:srgbClr val="C6DAEC"/>
                </a:solidFill>
                <a:latin typeface="Mulish"/>
                <a:ea typeface="Mulish"/>
                <a:cs typeface="Mulish"/>
                <a:sym typeface="Mulish"/>
              </a:rPr>
              <a:t>Judged by each film’s own setting year; tech that already existed and plot devices excluded.</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19" name="Shape 1519"/>
        <p:cNvGrpSpPr/>
        <p:nvPr/>
      </p:nvGrpSpPr>
      <p:grpSpPr>
        <a:xfrm>
          <a:off x="0" y="0"/>
          <a:ext cx="0" cy="0"/>
          <a:chOff x="0" y="0"/>
          <a:chExt cx="0" cy="0"/>
        </a:xfrm>
      </p:grpSpPr>
      <p:sp>
        <p:nvSpPr>
          <p:cNvPr id="1520" name="Google Shape;1520;p18"/>
          <p:cNvSpPr txBox="1"/>
          <p:nvPr>
            <p:ph type="title"/>
          </p:nvPr>
        </p:nvSpPr>
        <p:spPr>
          <a:xfrm>
            <a:off x="1732788" y="1051560"/>
            <a:ext cx="6949440" cy="685800"/>
          </a:xfrm>
          <a:prstGeom prst="rect">
            <a:avLst/>
          </a:prstGeom>
          <a:noFill/>
          <a:ln>
            <a:noFill/>
          </a:ln>
        </p:spPr>
        <p:txBody>
          <a:bodyPr anchorCtr="0" anchor="b" bIns="91425" lIns="91425" spcFirstLastPara="1" rIns="91425" wrap="square" tIns="91425">
            <a:noAutofit/>
          </a:bodyPr>
          <a:lstStyle/>
          <a:p>
            <a:pPr indent="0" lvl="0" marL="0" rtl="0" algn="l">
              <a:lnSpc>
                <a:spcPct val="100000"/>
              </a:lnSpc>
              <a:spcBef>
                <a:spcPts val="0"/>
              </a:spcBef>
              <a:spcAft>
                <a:spcPts val="0"/>
              </a:spcAft>
              <a:buSzPts val="4000"/>
              <a:buNone/>
            </a:pPr>
            <a:r>
              <a:rPr lang="en-GB" sz="2800"/>
              <a:t>All three beat the average</a:t>
            </a:r>
            <a:endParaRPr/>
          </a:p>
        </p:txBody>
      </p:sp>
      <p:sp>
        <p:nvSpPr>
          <p:cNvPr id="1521" name="Google Shape;1521;p18"/>
          <p:cNvSpPr txBox="1"/>
          <p:nvPr>
            <p:ph idx="1" type="body"/>
          </p:nvPr>
        </p:nvSpPr>
        <p:spPr>
          <a:xfrm>
            <a:off x="1732788" y="1783080"/>
            <a:ext cx="2177186" cy="301752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400"/>
              <a:buNone/>
            </a:pPr>
            <a:r>
              <a:rPr b="1" lang="en-GB" sz="4400">
                <a:solidFill>
                  <a:srgbClr val="00E1C6"/>
                </a:solidFill>
              </a:rPr>
              <a:t>35%</a:t>
            </a:r>
            <a:endParaRPr/>
          </a:p>
          <a:p>
            <a:pPr indent="0" lvl="0" marL="0" rtl="0" algn="l">
              <a:lnSpc>
                <a:spcPct val="100000"/>
              </a:lnSpc>
              <a:spcBef>
                <a:spcPts val="200"/>
              </a:spcBef>
              <a:spcAft>
                <a:spcPts val="0"/>
              </a:spcAft>
              <a:buSzPts val="1400"/>
              <a:buNone/>
            </a:pPr>
            <a:r>
              <a:rPr b="1" lang="en-GB" sz="1600">
                <a:solidFill>
                  <a:srgbClr val="C6DAEC"/>
                </a:solidFill>
              </a:rPr>
              <a:t>2001: A Space Odyssey</a:t>
            </a:r>
            <a:endParaRPr/>
          </a:p>
          <a:p>
            <a:pPr indent="0" lvl="0" marL="0" rtl="0" algn="l">
              <a:lnSpc>
                <a:spcPct val="100000"/>
              </a:lnSpc>
              <a:spcBef>
                <a:spcPts val="200"/>
              </a:spcBef>
              <a:spcAft>
                <a:spcPts val="0"/>
              </a:spcAft>
              <a:buSzPts val="1400"/>
              <a:buNone/>
            </a:pPr>
            <a:r>
              <a:rPr lang="en-GB" sz="1400">
                <a:solidFill>
                  <a:srgbClr val="C6DAEC"/>
                </a:solidFill>
              </a:rPr>
              <a:t>1968 to 2001</a:t>
            </a:r>
            <a:endParaRPr/>
          </a:p>
          <a:p>
            <a:pPr indent="0" lvl="0" marL="0" rtl="0" algn="l">
              <a:lnSpc>
                <a:spcPct val="100000"/>
              </a:lnSpc>
              <a:spcBef>
                <a:spcPts val="600"/>
              </a:spcBef>
              <a:spcAft>
                <a:spcPts val="0"/>
              </a:spcAft>
              <a:buSzPts val="1400"/>
              <a:buNone/>
            </a:pPr>
            <a:r>
              <a:rPr b="1" lang="en-GB" sz="1500">
                <a:solidFill>
                  <a:srgbClr val="00E1C6"/>
                </a:solidFill>
              </a:rPr>
              <a:t>Hit: </a:t>
            </a:r>
            <a:r>
              <a:rPr lang="en-GB" sz="1500">
                <a:solidFill>
                  <a:srgbClr val="C6DAEC"/>
                </a:solidFill>
              </a:rPr>
              <a:t>voice-print ID</a:t>
            </a:r>
            <a:endParaRPr/>
          </a:p>
          <a:p>
            <a:pPr indent="0" lvl="0" marL="0" rtl="0" algn="l">
              <a:lnSpc>
                <a:spcPct val="100000"/>
              </a:lnSpc>
              <a:spcBef>
                <a:spcPts val="400"/>
              </a:spcBef>
              <a:spcAft>
                <a:spcPts val="0"/>
              </a:spcAft>
              <a:buSzPts val="1400"/>
              <a:buNone/>
            </a:pPr>
            <a:r>
              <a:rPr b="1" lang="en-GB" sz="1500">
                <a:solidFill>
                  <a:srgbClr val="3292E1"/>
                </a:solidFill>
              </a:rPr>
              <a:t>Miss: </a:t>
            </a:r>
            <a:r>
              <a:rPr lang="en-GB" sz="1500">
                <a:solidFill>
                  <a:srgbClr val="C6DAEC"/>
                </a:solidFill>
              </a:rPr>
              <a:t>Moon base</a:t>
            </a:r>
            <a:endParaRPr/>
          </a:p>
        </p:txBody>
      </p:sp>
      <p:sp>
        <p:nvSpPr>
          <p:cNvPr id="1522" name="Google Shape;1522;p18"/>
          <p:cNvSpPr txBox="1"/>
          <p:nvPr>
            <p:ph idx="2" type="body"/>
          </p:nvPr>
        </p:nvSpPr>
        <p:spPr>
          <a:xfrm>
            <a:off x="4020616" y="1783080"/>
            <a:ext cx="2177186" cy="301752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400"/>
              <a:buNone/>
            </a:pPr>
            <a:r>
              <a:rPr b="1" lang="en-GB" sz="4400">
                <a:solidFill>
                  <a:srgbClr val="00E1C6"/>
                </a:solidFill>
              </a:rPr>
              <a:t>39%</a:t>
            </a:r>
            <a:endParaRPr/>
          </a:p>
          <a:p>
            <a:pPr indent="0" lvl="0" marL="0" rtl="0" algn="l">
              <a:lnSpc>
                <a:spcPct val="100000"/>
              </a:lnSpc>
              <a:spcBef>
                <a:spcPts val="200"/>
              </a:spcBef>
              <a:spcAft>
                <a:spcPts val="0"/>
              </a:spcAft>
              <a:buSzPts val="1400"/>
              <a:buNone/>
            </a:pPr>
            <a:r>
              <a:rPr b="1" lang="en-GB" sz="1600">
                <a:solidFill>
                  <a:srgbClr val="C6DAEC"/>
                </a:solidFill>
              </a:rPr>
              <a:t>Blade Runner</a:t>
            </a:r>
            <a:endParaRPr/>
          </a:p>
          <a:p>
            <a:pPr indent="0" lvl="0" marL="0" rtl="0" algn="l">
              <a:lnSpc>
                <a:spcPct val="100000"/>
              </a:lnSpc>
              <a:spcBef>
                <a:spcPts val="200"/>
              </a:spcBef>
              <a:spcAft>
                <a:spcPts val="0"/>
              </a:spcAft>
              <a:buSzPts val="1400"/>
              <a:buNone/>
            </a:pPr>
            <a:r>
              <a:rPr lang="en-GB" sz="1400">
                <a:solidFill>
                  <a:srgbClr val="C6DAEC"/>
                </a:solidFill>
              </a:rPr>
              <a:t>1982 to 2019</a:t>
            </a:r>
            <a:endParaRPr/>
          </a:p>
          <a:p>
            <a:pPr indent="0" lvl="0" marL="0" rtl="0" algn="l">
              <a:lnSpc>
                <a:spcPct val="100000"/>
              </a:lnSpc>
              <a:spcBef>
                <a:spcPts val="600"/>
              </a:spcBef>
              <a:spcAft>
                <a:spcPts val="0"/>
              </a:spcAft>
              <a:buSzPts val="1400"/>
              <a:buNone/>
            </a:pPr>
            <a:r>
              <a:rPr b="1" lang="en-GB" sz="1500">
                <a:solidFill>
                  <a:srgbClr val="00E1C6"/>
                </a:solidFill>
              </a:rPr>
              <a:t>Hit: </a:t>
            </a:r>
            <a:r>
              <a:rPr lang="en-GB" sz="1500">
                <a:solidFill>
                  <a:srgbClr val="C6DAEC"/>
                </a:solidFill>
              </a:rPr>
              <a:t>video calls</a:t>
            </a:r>
            <a:endParaRPr/>
          </a:p>
          <a:p>
            <a:pPr indent="0" lvl="0" marL="0" rtl="0" algn="l">
              <a:lnSpc>
                <a:spcPct val="100000"/>
              </a:lnSpc>
              <a:spcBef>
                <a:spcPts val="400"/>
              </a:spcBef>
              <a:spcAft>
                <a:spcPts val="0"/>
              </a:spcAft>
              <a:buSzPts val="1400"/>
              <a:buNone/>
            </a:pPr>
            <a:r>
              <a:rPr b="1" lang="en-GB" sz="1500">
                <a:solidFill>
                  <a:srgbClr val="3292E1"/>
                </a:solidFill>
              </a:rPr>
              <a:t>Miss: </a:t>
            </a:r>
            <a:r>
              <a:rPr lang="en-GB" sz="1500">
                <a:solidFill>
                  <a:srgbClr val="C6DAEC"/>
                </a:solidFill>
              </a:rPr>
              <a:t>flying cars</a:t>
            </a:r>
            <a:endParaRPr/>
          </a:p>
        </p:txBody>
      </p:sp>
      <p:sp>
        <p:nvSpPr>
          <p:cNvPr id="1523" name="Google Shape;1523;p18"/>
          <p:cNvSpPr txBox="1"/>
          <p:nvPr>
            <p:ph idx="3" type="body"/>
          </p:nvPr>
        </p:nvSpPr>
        <p:spPr>
          <a:xfrm>
            <a:off x="6308445" y="1783080"/>
            <a:ext cx="2177186" cy="301752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400"/>
              <a:buNone/>
            </a:pPr>
            <a:r>
              <a:rPr b="1" lang="en-GB" sz="4400">
                <a:solidFill>
                  <a:srgbClr val="00E1C6"/>
                </a:solidFill>
              </a:rPr>
              <a:t>45%</a:t>
            </a:r>
            <a:endParaRPr/>
          </a:p>
          <a:p>
            <a:pPr indent="0" lvl="0" marL="0" rtl="0" algn="l">
              <a:lnSpc>
                <a:spcPct val="100000"/>
              </a:lnSpc>
              <a:spcBef>
                <a:spcPts val="200"/>
              </a:spcBef>
              <a:spcAft>
                <a:spcPts val="0"/>
              </a:spcAft>
              <a:buSzPts val="1400"/>
              <a:buNone/>
            </a:pPr>
            <a:r>
              <a:rPr b="1" lang="en-GB" sz="1600">
                <a:solidFill>
                  <a:srgbClr val="C6DAEC"/>
                </a:solidFill>
              </a:rPr>
              <a:t>Back to the Future Part II</a:t>
            </a:r>
            <a:endParaRPr/>
          </a:p>
          <a:p>
            <a:pPr indent="0" lvl="0" marL="0" rtl="0" algn="l">
              <a:lnSpc>
                <a:spcPct val="100000"/>
              </a:lnSpc>
              <a:spcBef>
                <a:spcPts val="200"/>
              </a:spcBef>
              <a:spcAft>
                <a:spcPts val="0"/>
              </a:spcAft>
              <a:buSzPts val="1400"/>
              <a:buNone/>
            </a:pPr>
            <a:r>
              <a:rPr lang="en-GB" sz="1400">
                <a:solidFill>
                  <a:srgbClr val="C6DAEC"/>
                </a:solidFill>
              </a:rPr>
              <a:t>1989 to 2015</a:t>
            </a:r>
            <a:endParaRPr/>
          </a:p>
          <a:p>
            <a:pPr indent="0" lvl="0" marL="0" rtl="0" algn="l">
              <a:lnSpc>
                <a:spcPct val="100000"/>
              </a:lnSpc>
              <a:spcBef>
                <a:spcPts val="600"/>
              </a:spcBef>
              <a:spcAft>
                <a:spcPts val="0"/>
              </a:spcAft>
              <a:buSzPts val="1400"/>
              <a:buNone/>
            </a:pPr>
            <a:r>
              <a:rPr b="1" lang="en-GB" sz="1500">
                <a:solidFill>
                  <a:srgbClr val="00E1C6"/>
                </a:solidFill>
              </a:rPr>
              <a:t>Hits: </a:t>
            </a:r>
            <a:r>
              <a:rPr lang="en-GB" sz="1500">
                <a:solidFill>
                  <a:srgbClr val="C6DAEC"/>
                </a:solidFill>
              </a:rPr>
              <a:t>video calls, drones</a:t>
            </a:r>
            <a:endParaRPr/>
          </a:p>
          <a:p>
            <a:pPr indent="0" lvl="0" marL="0" rtl="0" algn="l">
              <a:lnSpc>
                <a:spcPct val="100000"/>
              </a:lnSpc>
              <a:spcBef>
                <a:spcPts val="400"/>
              </a:spcBef>
              <a:spcAft>
                <a:spcPts val="0"/>
              </a:spcAft>
              <a:buSzPts val="1400"/>
              <a:buNone/>
            </a:pPr>
            <a:r>
              <a:rPr b="1" lang="en-GB" sz="1500">
                <a:solidFill>
                  <a:srgbClr val="3292E1"/>
                </a:solidFill>
              </a:rPr>
              <a:t>Miss: </a:t>
            </a:r>
            <a:r>
              <a:rPr lang="en-GB" sz="1500">
                <a:solidFill>
                  <a:srgbClr val="C6DAEC"/>
                </a:solidFill>
              </a:rPr>
              <a:t>hoverboards</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27" name="Shape 1527"/>
        <p:cNvGrpSpPr/>
        <p:nvPr/>
      </p:nvGrpSpPr>
      <p:grpSpPr>
        <a:xfrm>
          <a:off x="0" y="0"/>
          <a:ext cx="0" cy="0"/>
          <a:chOff x="0" y="0"/>
          <a:chExt cx="0" cy="0"/>
        </a:xfrm>
      </p:grpSpPr>
      <p:sp>
        <p:nvSpPr>
          <p:cNvPr id="1528" name="Google Shape;1528;p19"/>
          <p:cNvSpPr txBox="1"/>
          <p:nvPr>
            <p:ph idx="1" type="body"/>
          </p:nvPr>
        </p:nvSpPr>
        <p:spPr>
          <a:xfrm>
            <a:off x="457200" y="4389120"/>
            <a:ext cx="7498079" cy="4572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SzPts val="1400"/>
              <a:buNone/>
            </a:pPr>
            <a:r>
              <a:rPr i="1" lang="en-GB" sz="1400">
                <a:solidFill>
                  <a:srgbClr val="C6DAEC"/>
                </a:solidFill>
              </a:rPr>
              <a:t>Only communication survives a multiple-comparison correction.</a:t>
            </a:r>
            <a:endParaRPr/>
          </a:p>
        </p:txBody>
      </p:sp>
      <p:sp>
        <p:nvSpPr>
          <p:cNvPr id="1529" name="Google Shape;1529;p19"/>
          <p:cNvSpPr txBox="1"/>
          <p:nvPr/>
        </p:nvSpPr>
        <p:spPr>
          <a:xfrm>
            <a:off x="6446520" y="411480"/>
            <a:ext cx="2560320" cy="292608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000"/>
              <a:buFont typeface="Arial"/>
              <a:buNone/>
            </a:pPr>
            <a:r>
              <a:rPr b="1" i="0" lang="en-GB" spc="0" sz="2000" u="none" cap="none" strike="noStrike">
                <a:solidFill>
                  <a:srgbClr val="19BBD5"/>
                </a:solidFill>
                <a:latin typeface="Arial"/>
                <a:ea typeface="Arial"/>
                <a:cs typeface="Arial"/>
                <a:sym typeface="Arial"/>
              </a:rPr>
              <a:t>Communication wins</a:t>
            </a:r>
            <a:endParaRPr/>
          </a:p>
          <a:p>
            <a:pPr indent="0" lvl="0" marL="0" marR="0" rtl="0" algn="l">
              <a:lnSpc>
                <a:spcPct val="100000"/>
              </a:lnSpc>
              <a:spcBef>
                <a:spcPts val="800"/>
              </a:spcBef>
              <a:spcAft>
                <a:spcPts val="0"/>
              </a:spcAft>
              <a:buClr>
                <a:srgbClr val="000000"/>
              </a:buClr>
              <a:buSzPts val="1400"/>
              <a:buFont typeface="Arial"/>
              <a:buNone/>
            </a:pPr>
            <a:r>
              <a:rPr b="1" i="0" lang="en-GB" spc="0" sz="1400" u="none" cap="none" strike="noStrike">
                <a:solidFill>
                  <a:srgbClr val="00E1C6"/>
                </a:solidFill>
                <a:latin typeface="Arial"/>
                <a:ea typeface="Arial"/>
                <a:cs typeface="Arial"/>
                <a:sym typeface="Arial"/>
              </a:rPr>
              <a:t>57.5%</a:t>
            </a:r>
            <a:r>
              <a:rPr b="0" i="0" lang="en-GB" spc="0" sz="1400" u="none" cap="none" strike="noStrike">
                <a:solidFill>
                  <a:srgbClr val="C6DAEC"/>
                </a:solidFill>
                <a:latin typeface="Arial"/>
                <a:ea typeface="Arial"/>
                <a:cs typeface="Arial"/>
                <a:sym typeface="Arial"/>
              </a:rPr>
              <a:t> communication: video calls, flat screens, voice control</a:t>
            </a:r>
            <a:endParaRPr/>
          </a:p>
          <a:p>
            <a:pPr indent="0" lvl="0" marL="0" marR="0" rtl="0" algn="l">
              <a:lnSpc>
                <a:spcPct val="100000"/>
              </a:lnSpc>
              <a:spcBef>
                <a:spcPts val="600"/>
              </a:spcBef>
              <a:spcAft>
                <a:spcPts val="0"/>
              </a:spcAft>
              <a:buClr>
                <a:srgbClr val="000000"/>
              </a:buClr>
              <a:buSzPts val="1400"/>
              <a:buFont typeface="Arial"/>
              <a:buNone/>
            </a:pPr>
            <a:r>
              <a:rPr b="1" i="0" lang="en-GB" spc="0" sz="1400" u="none" cap="none" strike="noStrike">
                <a:solidFill>
                  <a:srgbClr val="00E1C6"/>
                </a:solidFill>
                <a:latin typeface="Arial"/>
                <a:ea typeface="Arial"/>
                <a:cs typeface="Arial"/>
                <a:sym typeface="Arial"/>
              </a:rPr>
              <a:t>30.3%</a:t>
            </a:r>
            <a:r>
              <a:rPr b="0" i="0" lang="en-GB" spc="0" sz="1400" u="none" cap="none" strike="noStrike">
                <a:solidFill>
                  <a:srgbClr val="C6DAEC"/>
                </a:solidFill>
                <a:latin typeface="Arial"/>
                <a:ea typeface="Arial"/>
                <a:cs typeface="Arial"/>
                <a:sym typeface="Arial"/>
              </a:rPr>
              <a:t> computing/AI, next best</a:t>
            </a:r>
            <a:endParaRPr/>
          </a:p>
          <a:p>
            <a:pPr indent="0" lvl="0" marL="0" marR="0" rtl="0" algn="l">
              <a:lnSpc>
                <a:spcPct val="100000"/>
              </a:lnSpc>
              <a:spcBef>
                <a:spcPts val="600"/>
              </a:spcBef>
              <a:spcAft>
                <a:spcPts val="0"/>
              </a:spcAft>
              <a:buClr>
                <a:srgbClr val="000000"/>
              </a:buClr>
              <a:buSzPts val="1400"/>
              <a:buFont typeface="Arial"/>
              <a:buNone/>
            </a:pPr>
            <a:r>
              <a:rPr b="1" i="0" lang="en-GB" spc="0" sz="1400" u="none" cap="none" strike="noStrike">
                <a:solidFill>
                  <a:srgbClr val="3292E1"/>
                </a:solidFill>
                <a:latin typeface="Arial"/>
                <a:ea typeface="Arial"/>
                <a:cs typeface="Arial"/>
                <a:sym typeface="Arial"/>
              </a:rPr>
              <a:t>10.9%</a:t>
            </a:r>
            <a:r>
              <a:rPr b="0" i="0" lang="en-GB" spc="0" sz="1400" u="none" cap="none" strike="noStrike">
                <a:solidFill>
                  <a:srgbClr val="C6DAEC"/>
                </a:solidFill>
                <a:latin typeface="Arial"/>
                <a:ea typeface="Arial"/>
                <a:cs typeface="Arial"/>
                <a:sym typeface="Arial"/>
              </a:rPr>
              <a:t> society/politics, lowest</a:t>
            </a:r>
            <a:endParaRPr/>
          </a:p>
          <a:p>
            <a:pPr indent="0" lvl="0" marL="0" marR="0" rtl="0" algn="l">
              <a:lnSpc>
                <a:spcPct val="100000"/>
              </a:lnSpc>
              <a:spcBef>
                <a:spcPts val="600"/>
              </a:spcBef>
              <a:spcAft>
                <a:spcPts val="0"/>
              </a:spcAft>
              <a:buClr>
                <a:srgbClr val="000000"/>
              </a:buClr>
              <a:buSzPts val="1400"/>
              <a:buFont typeface="Arial"/>
              <a:buNone/>
            </a:pPr>
            <a:r>
              <a:rPr b="1" i="0" lang="en-GB" spc="0" sz="1400" u="none" cap="none" strike="noStrike">
                <a:solidFill>
                  <a:srgbClr val="3292E1"/>
                </a:solidFill>
                <a:latin typeface="Arial"/>
                <a:ea typeface="Arial"/>
                <a:cs typeface="Arial"/>
                <a:sym typeface="Arial"/>
              </a:rPr>
              <a:t>12.5%</a:t>
            </a:r>
            <a:r>
              <a:rPr b="0" i="0" lang="en-GB" spc="0" sz="1400" u="none" cap="none" strike="noStrike">
                <a:solidFill>
                  <a:srgbClr val="C6DAEC"/>
                </a:solidFill>
                <a:latin typeface="Arial"/>
                <a:ea typeface="Arial"/>
                <a:cs typeface="Arial"/>
                <a:sym typeface="Arial"/>
              </a:rPr>
              <a:t> transport, from just 12 forecasts</a:t>
            </a:r>
            <a:endParaRPr/>
          </a:p>
        </p:txBody>
      </p:sp>
      <p:pic>
        <p:nvPicPr>
          <p:cNvPr id="1530" name="Google Shape;1530;p19"/>
          <p:cNvPicPr preferRelativeResize="0"/>
          <p:nvPr/>
        </p:nvPicPr>
        <p:blipFill>
          <a:blip r:embed="rId3">
            <a:alphaModFix/>
          </a:blip>
          <a:stretch>
            <a:fillRect/>
          </a:stretch>
        </p:blipFill>
        <p:spPr>
          <a:xfrm>
            <a:off x="2451100" y="457200"/>
            <a:ext cx="3892546" cy="3749042"/>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534" name="Shape 1534"/>
        <p:cNvGrpSpPr/>
        <p:nvPr/>
      </p:nvGrpSpPr>
      <p:grpSpPr>
        <a:xfrm>
          <a:off x="0" y="0"/>
          <a:ext cx="0" cy="0"/>
          <a:chOff x="0" y="0"/>
          <a:chExt cx="0" cy="0"/>
        </a:xfrm>
      </p:grpSpPr>
      <p:sp>
        <p:nvSpPr>
          <p:cNvPr id="1535" name="Google Shape;1535;p20"/>
          <p:cNvSpPr/>
          <p:nvPr/>
        </p:nvSpPr>
        <p:spPr>
          <a:xfrm>
            <a:off x="0" y="3749039"/>
            <a:ext cx="9144000" cy="1394460"/>
          </a:xfrm>
          <a:prstGeom prst="rect">
            <a:avLst/>
          </a:prstGeom>
          <a:solidFill>
            <a:srgbClr val="0E293C">
              <a:alpha val="83922"/>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6" name="Google Shape;1536;p20"/>
          <p:cNvSpPr txBox="1"/>
          <p:nvPr>
            <p:ph idx="4294967295" type="title"/>
          </p:nvPr>
        </p:nvSpPr>
        <p:spPr>
          <a:xfrm>
            <a:off x="457200" y="3813048"/>
            <a:ext cx="8229600" cy="128016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SzPts val="4000"/>
              <a:buNone/>
            </a:pPr>
            <a:r>
              <a:rPr b="1" lang="en-GB" sz="2600">
                <a:solidFill>
                  <a:srgbClr val="00E1C6"/>
                </a:solidFill>
              </a:rPr>
              <a:t>Where’s my flying car?</a:t>
            </a:r>
            <a:endParaRPr/>
          </a:p>
          <a:p>
            <a:pPr indent="0" lvl="0" marL="0" rtl="0" algn="l">
              <a:lnSpc>
                <a:spcPct val="100000"/>
              </a:lnSpc>
              <a:spcBef>
                <a:spcPts val="400"/>
              </a:spcBef>
              <a:spcAft>
                <a:spcPts val="0"/>
              </a:spcAft>
              <a:buSzPts val="4000"/>
              <a:buNone/>
            </a:pPr>
            <a:r>
              <a:rPr lang="en-GB" sz="1500">
                <a:solidFill>
                  <a:srgbClr val="FFFFFF"/>
                </a:solidFill>
                <a:latin typeface="Mulish"/>
                <a:ea typeface="Mulish"/>
                <a:cs typeface="Mulish"/>
                <a:sym typeface="Mulish"/>
              </a:rPr>
              <a:t>Transport predictions scored 12.5% from 12 forecasts, and every flying car missed.</a:t>
            </a:r>
            <a:endParaRPr/>
          </a:p>
          <a:p>
            <a:pPr indent="0" lvl="0" marL="0" rtl="0" algn="l">
              <a:lnSpc>
                <a:spcPct val="100000"/>
              </a:lnSpc>
              <a:spcBef>
                <a:spcPts val="0"/>
              </a:spcBef>
              <a:spcAft>
                <a:spcPts val="0"/>
              </a:spcAft>
              <a:buSzPts val="4000"/>
              <a:buNone/>
            </a:pPr>
            <a:r>
              <a:rPr lang="en-GB" sz="1500">
                <a:solidFill>
                  <a:srgbClr val="C6DAEC"/>
                </a:solidFill>
                <a:latin typeface="Mulish"/>
                <a:ea typeface="Mulish"/>
                <a:cs typeface="Mulish"/>
                <a:sym typeface="Mulish"/>
              </a:rPr>
              <a:t>Yet eVTOL air-taxi prototypes now fly: the function arrived, the form didn’t.</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40" name="Shape 1540"/>
        <p:cNvGrpSpPr/>
        <p:nvPr/>
      </p:nvGrpSpPr>
      <p:grpSpPr>
        <a:xfrm>
          <a:off x="0" y="0"/>
          <a:ext cx="0" cy="0"/>
          <a:chOff x="0" y="0"/>
          <a:chExt cx="0" cy="0"/>
        </a:xfrm>
      </p:grpSpPr>
      <p:sp>
        <p:nvSpPr>
          <p:cNvPr id="1541" name="Google Shape;1541;p21"/>
          <p:cNvSpPr txBox="1"/>
          <p:nvPr>
            <p:ph idx="1" type="body"/>
          </p:nvPr>
        </p:nvSpPr>
        <p:spPr>
          <a:xfrm>
            <a:off x="1188720" y="3794760"/>
            <a:ext cx="5715000" cy="6858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SzPts val="1400"/>
              <a:buNone/>
            </a:pPr>
            <a:r>
              <a:rPr i="1" lang="en-GB" sz="1400">
                <a:solidFill>
                  <a:srgbClr val="C6DAEC"/>
                </a:solidFill>
              </a:rPr>
              <a:t>Gadgets right, catastrophes wrong: gadget forecasts scored 41%, but only 2 of 42 plagues, wars and collapses came true.</a:t>
            </a:r>
            <a:endParaRPr/>
          </a:p>
        </p:txBody>
      </p:sp>
      <p:pic>
        <p:nvPicPr>
          <p:cNvPr descr="Bar chart: prediction accuracy by tone; dystopian and other films score about the same" id="1542" name="Google Shape;1542;p21"/>
          <p:cNvPicPr preferRelativeResize="0"/>
          <p:nvPr/>
        </p:nvPicPr>
        <p:blipFill rotWithShape="1">
          <a:blip r:embed="rId3">
            <a:alphaModFix/>
          </a:blip>
          <a:srcRect b="0" l="0" r="0" t="0"/>
          <a:stretch/>
        </p:blipFill>
        <p:spPr>
          <a:xfrm>
            <a:off x="1783080" y="960120"/>
            <a:ext cx="4526280" cy="2213274"/>
          </a:xfrm>
          <a:prstGeom prst="rect">
            <a:avLst/>
          </a:prstGeom>
          <a:noFill/>
          <a:ln>
            <a:noFill/>
          </a:ln>
        </p:spPr>
      </p:pic>
      <p:sp>
        <p:nvSpPr>
          <p:cNvPr id="1543" name="Google Shape;1543;p21"/>
          <p:cNvSpPr txBox="1"/>
          <p:nvPr/>
        </p:nvSpPr>
        <p:spPr>
          <a:xfrm>
            <a:off x="6446520" y="777240"/>
            <a:ext cx="2560320" cy="27432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000"/>
              <a:buFont typeface="Arial"/>
              <a:buNone/>
            </a:pPr>
            <a:r>
              <a:rPr b="1" i="0" lang="en-GB" spc="0" sz="2000" u="none" cap="none" strike="noStrike">
                <a:solidFill>
                  <a:srgbClr val="19BBD5"/>
                </a:solidFill>
                <a:latin typeface="Mulish"/>
                <a:ea typeface="Mulish"/>
                <a:cs typeface="Mulish"/>
                <a:sym typeface="Mulish"/>
              </a:rPr>
              <a:t>Bleak or bright?</a:t>
            </a:r>
            <a:endParaRPr/>
          </a:p>
          <a:p>
            <a:pPr indent="0" lvl="0" marL="0" marR="0" rtl="0" algn="l">
              <a:lnSpc>
                <a:spcPct val="100000"/>
              </a:lnSpc>
              <a:spcBef>
                <a:spcPts val="800"/>
              </a:spcBef>
              <a:spcAft>
                <a:spcPts val="0"/>
              </a:spcAft>
              <a:buClr>
                <a:srgbClr val="000000"/>
              </a:buClr>
              <a:buSzPts val="1400"/>
              <a:buFont typeface="Arial"/>
              <a:buNone/>
            </a:pPr>
            <a:r>
              <a:rPr b="1" i="0" lang="en-GB" spc="0" sz="1400" u="none" cap="none" strike="noStrike">
                <a:solidFill>
                  <a:srgbClr val="00E1C6"/>
                </a:solidFill>
                <a:latin typeface="Mulish"/>
                <a:ea typeface="Mulish"/>
                <a:cs typeface="Mulish"/>
                <a:sym typeface="Mulish"/>
              </a:rPr>
              <a:t>18.6% vs 21.6%</a:t>
            </a:r>
            <a:r>
              <a:rPr b="0" i="0" lang="en-GB" spc="0" sz="1400" u="none" cap="none" strike="noStrike">
                <a:solidFill>
                  <a:srgbClr val="C6DAEC"/>
                </a:solidFill>
                <a:latin typeface="Mulish"/>
                <a:ea typeface="Mulish"/>
                <a:cs typeface="Mulish"/>
                <a:sym typeface="Mulish"/>
              </a:rPr>
              <a:t> strictly dystopian films vs the rest (p = 0.14)</a:t>
            </a:r>
            <a:endParaRPr/>
          </a:p>
          <a:p>
            <a:pPr indent="0" lvl="0" marL="0" marR="0" rtl="0" algn="l">
              <a:lnSpc>
                <a:spcPct val="100000"/>
              </a:lnSpc>
              <a:spcBef>
                <a:spcPts val="600"/>
              </a:spcBef>
              <a:spcAft>
                <a:spcPts val="0"/>
              </a:spcAft>
              <a:buClr>
                <a:srgbClr val="000000"/>
              </a:buClr>
              <a:buSzPts val="1400"/>
              <a:buFont typeface="Arial"/>
              <a:buNone/>
            </a:pPr>
            <a:r>
              <a:rPr b="1" i="0" lang="en-GB" spc="0" sz="1400" u="none" cap="none" strike="noStrike">
                <a:solidFill>
                  <a:srgbClr val="00E1C6"/>
                </a:solidFill>
                <a:latin typeface="Mulish"/>
                <a:ea typeface="Mulish"/>
                <a:cs typeface="Mulish"/>
                <a:sym typeface="Mulish"/>
              </a:rPr>
              <a:t>20.2% vs 20.3%</a:t>
            </a:r>
            <a:r>
              <a:rPr b="0" i="0" lang="en-GB" spc="0" sz="1400" u="none" cap="none" strike="noStrike">
                <a:solidFill>
                  <a:srgbClr val="C6DAEC"/>
                </a:solidFill>
                <a:latin typeface="Mulish"/>
                <a:ea typeface="Mulish"/>
                <a:cs typeface="Mulish"/>
                <a:sym typeface="Mulish"/>
              </a:rPr>
              <a:t> on Wikipedia’s labels (p = 0.52)</a:t>
            </a:r>
            <a:endParaRPr/>
          </a:p>
          <a:p>
            <a:pPr indent="0" lvl="0" marL="0" marR="0" rtl="0" algn="l">
              <a:lnSpc>
                <a:spcPct val="100000"/>
              </a:lnSpc>
              <a:spcBef>
                <a:spcPts val="600"/>
              </a:spcBef>
              <a:spcAft>
                <a:spcPts val="0"/>
              </a:spcAft>
              <a:buClr>
                <a:srgbClr val="000000"/>
              </a:buClr>
              <a:buSzPts val="1400"/>
              <a:buFont typeface="Arial"/>
              <a:buNone/>
            </a:pPr>
            <a:r>
              <a:rPr b="1" i="0" lang="en-GB" spc="0" sz="1400" u="none" cap="none" strike="noStrike">
                <a:solidFill>
                  <a:srgbClr val="3292E1"/>
                </a:solidFill>
                <a:latin typeface="Mulish"/>
                <a:ea typeface="Mulish"/>
                <a:cs typeface="Mulish"/>
                <a:sym typeface="Mulish"/>
              </a:rPr>
              <a:t>‘Dystopias are rising’</a:t>
            </a:r>
            <a:r>
              <a:rPr b="0" i="0" lang="en-GB" spc="0" sz="1400" u="none" cap="none" strike="noStrike">
                <a:solidFill>
                  <a:srgbClr val="C6DAEC"/>
                </a:solidFill>
                <a:latin typeface="Mulish"/>
                <a:ea typeface="Mulish"/>
                <a:cs typeface="Mulish"/>
                <a:sym typeface="Mulish"/>
              </a:rPr>
              <a:t> holds only on Wikipedia’s generous labels</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47" name="Shape 1547"/>
        <p:cNvGrpSpPr/>
        <p:nvPr/>
      </p:nvGrpSpPr>
      <p:grpSpPr>
        <a:xfrm>
          <a:off x="0" y="0"/>
          <a:ext cx="0" cy="0"/>
          <a:chOff x="0" y="0"/>
          <a:chExt cx="0" cy="0"/>
        </a:xfrm>
      </p:grpSpPr>
      <p:sp>
        <p:nvSpPr>
          <p:cNvPr id="1548" name="Google Shape;1548;p22"/>
          <p:cNvSpPr txBox="1"/>
          <p:nvPr>
            <p:ph type="title"/>
          </p:nvPr>
        </p:nvSpPr>
        <p:spPr>
          <a:xfrm>
            <a:off x="1732788" y="685800"/>
            <a:ext cx="5760720" cy="685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4000"/>
              <a:buNone/>
            </a:pPr>
            <a:r>
              <a:rPr lang="en-GB" sz="3000"/>
              <a:t>Bigger picture</a:t>
            </a:r>
            <a:endParaRPr/>
          </a:p>
        </p:txBody>
      </p:sp>
      <p:graphicFrame>
        <p:nvGraphicFramePr>
          <p:cNvPr id="1549" name="Google Shape;1549;p22"/>
          <p:cNvGraphicFramePr/>
          <p:nvPr/>
        </p:nvGraphicFramePr>
        <p:xfrm>
          <a:off x="1732788" y="1417320"/>
          <a:ext cx="3000000" cy="3000000"/>
        </p:xfrm>
        <a:graphic>
          <a:graphicData uri="http://schemas.openxmlformats.org/drawingml/2006/table">
            <a:tbl>
              <a:tblPr>
                <a:noFill/>
                <a:tableStyleId>{AE3B864A-1753-4A74-B6D3-FEBDB1B8AD2F}</a:tableStyleId>
              </a:tblPr>
              <a:tblGrid>
                <a:gridCol w="1783075"/>
                <a:gridCol w="2148850"/>
                <a:gridCol w="1828800"/>
              </a:tblGrid>
              <a:tr h="384050">
                <a:tc>
                  <a:txBody>
                    <a:bodyPr/>
                    <a:lstStyle/>
                    <a:p>
                      <a:pPr indent="0" lvl="0" marL="0" marR="0" rtl="0" algn="ctr">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a:txBody>
                  <a:tcPr marT="68575" marB="68575" marR="91425" marL="91425" anchor="ctr">
                    <a:lnL cap="flat" cmpd="sng" w="19050">
                      <a:solidFill>
                        <a:srgbClr val="19BBD5"/>
                      </a:solidFill>
                      <a:prstDash val="solid"/>
                      <a:round/>
                      <a:headEnd len="sm" w="sm" type="none"/>
                      <a:tailEnd len="sm" w="sm" type="none"/>
                    </a:lnL>
                    <a:lnR cap="flat" cmpd="sng" w="19050">
                      <a:solidFill>
                        <a:srgbClr val="19BBD5"/>
                      </a:solidFill>
                      <a:prstDash val="solid"/>
                      <a:round/>
                      <a:headEnd len="sm" w="sm" type="none"/>
                      <a:tailEnd len="sm" w="sm" type="none"/>
                    </a:lnR>
                    <a:lnT cap="flat" cmpd="sng" w="19050">
                      <a:solidFill>
                        <a:srgbClr val="19BBD5"/>
                      </a:solidFill>
                      <a:prstDash val="solid"/>
                      <a:round/>
                      <a:headEnd len="sm" w="sm" type="none"/>
                      <a:tailEnd len="sm" w="sm" type="none"/>
                    </a:lnT>
                    <a:lnB cap="flat" cmpd="sng" w="19050">
                      <a:solidFill>
                        <a:srgbClr val="19BBD5">
                          <a:alpha val="0"/>
                        </a:srgbClr>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500"/>
                        <a:buFont typeface="Arial"/>
                        <a:buNone/>
                      </a:pPr>
                      <a:r>
                        <a:rPr b="1" lang="en-GB" spc="0" sz="1500" u="none" cap="none" strike="noStrike">
                          <a:solidFill>
                            <a:srgbClr val="00E1C6"/>
                          </a:solidFill>
                          <a:latin typeface="Mulish"/>
                          <a:ea typeface="Mulish"/>
                          <a:cs typeface="Mulish"/>
                          <a:sym typeface="Mulish"/>
                        </a:rPr>
                        <a:t>Wythoff &amp; Leane</a:t>
                      </a:r>
                      <a:endParaRPr/>
                    </a:p>
                  </a:txBody>
                  <a:tcPr marT="68575" marB="68575" marR="91425" marL="91425" anchor="ctr">
                    <a:lnL cap="flat" cmpd="sng" w="19050">
                      <a:solidFill>
                        <a:srgbClr val="19BBD5"/>
                      </a:solidFill>
                      <a:prstDash val="solid"/>
                      <a:round/>
                      <a:headEnd len="sm" w="sm" type="none"/>
                      <a:tailEnd len="sm" w="sm" type="none"/>
                    </a:lnL>
                    <a:lnR cap="flat" cmpd="sng" w="19050">
                      <a:solidFill>
                        <a:srgbClr val="19BBD5"/>
                      </a:solidFill>
                      <a:prstDash val="solid"/>
                      <a:round/>
                      <a:headEnd len="sm" w="sm" type="none"/>
                      <a:tailEnd len="sm" w="sm" type="none"/>
                    </a:lnR>
                    <a:lnT cap="flat" cmpd="sng" w="19050">
                      <a:solidFill>
                        <a:srgbClr val="19BBD5"/>
                      </a:solidFill>
                      <a:prstDash val="solid"/>
                      <a:round/>
                      <a:headEnd len="sm" w="sm" type="none"/>
                      <a:tailEnd len="sm" w="sm" type="none"/>
                    </a:lnT>
                    <a:lnB cap="flat" cmpd="sng" w="19050">
                      <a:solidFill>
                        <a:srgbClr val="19BBD5">
                          <a:alpha val="0"/>
                        </a:srgbClr>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500"/>
                        <a:buFont typeface="Arial"/>
                        <a:buNone/>
                      </a:pPr>
                      <a:r>
                        <a:rPr b="1" lang="en-GB" spc="0" sz="1500" u="none" cap="none" strike="noStrike">
                          <a:solidFill>
                            <a:srgbClr val="00E1C6"/>
                          </a:solidFill>
                          <a:latin typeface="Mulish"/>
                          <a:ea typeface="Mulish"/>
                          <a:cs typeface="Mulish"/>
                          <a:sym typeface="Mulish"/>
                        </a:rPr>
                        <a:t>Mine</a:t>
                      </a:r>
                      <a:endParaRPr/>
                    </a:p>
                  </a:txBody>
                  <a:tcPr marT="68575" marB="68575" marR="91425" marL="91425" anchor="ctr">
                    <a:lnL cap="flat" cmpd="sng" w="19050">
                      <a:solidFill>
                        <a:srgbClr val="19BBD5"/>
                      </a:solidFill>
                      <a:prstDash val="solid"/>
                      <a:round/>
                      <a:headEnd len="sm" w="sm" type="none"/>
                      <a:tailEnd len="sm" w="sm" type="none"/>
                    </a:lnL>
                    <a:lnR cap="flat" cmpd="sng" w="19050">
                      <a:solidFill>
                        <a:srgbClr val="19BBD5"/>
                      </a:solidFill>
                      <a:prstDash val="solid"/>
                      <a:round/>
                      <a:headEnd len="sm" w="sm" type="none"/>
                      <a:tailEnd len="sm" w="sm" type="none"/>
                    </a:lnR>
                    <a:lnT cap="flat" cmpd="sng" w="19050">
                      <a:solidFill>
                        <a:srgbClr val="19BBD5"/>
                      </a:solidFill>
                      <a:prstDash val="solid"/>
                      <a:round/>
                      <a:headEnd len="sm" w="sm" type="none"/>
                      <a:tailEnd len="sm" w="sm" type="none"/>
                    </a:lnT>
                    <a:lnB cap="flat" cmpd="sng" w="19050">
                      <a:solidFill>
                        <a:srgbClr val="19BBD5">
                          <a:alpha val="0"/>
                        </a:srgbClr>
                      </a:solidFill>
                      <a:prstDash val="solid"/>
                      <a:round/>
                      <a:headEnd len="sm" w="sm" type="none"/>
                      <a:tailEnd len="sm" w="sm" type="none"/>
                    </a:lnB>
                  </a:tcPr>
                </a:tc>
              </a:tr>
              <a:tr h="384050">
                <a:tc>
                  <a:txBody>
                    <a:bodyPr/>
                    <a:lstStyle/>
                    <a:p>
                      <a:pPr indent="0" lvl="0" marL="0" marR="0" rtl="0" algn="l">
                        <a:lnSpc>
                          <a:spcPct val="100000"/>
                        </a:lnSpc>
                        <a:spcBef>
                          <a:spcPts val="0"/>
                        </a:spcBef>
                        <a:spcAft>
                          <a:spcPts val="0"/>
                        </a:spcAft>
                        <a:buClr>
                          <a:srgbClr val="000000"/>
                        </a:buClr>
                        <a:buSzPts val="1400"/>
                        <a:buFont typeface="Arial"/>
                        <a:buNone/>
                      </a:pPr>
                      <a:r>
                        <a:rPr b="1" lang="en-GB" spc="0" sz="1400" u="none" cap="none" strike="noStrike">
                          <a:solidFill>
                            <a:srgbClr val="C6DAEC"/>
                          </a:solidFill>
                          <a:latin typeface="Mulish"/>
                          <a:ea typeface="Mulish"/>
                          <a:cs typeface="Mulish"/>
                          <a:sym typeface="Mulish"/>
                        </a:rPr>
                        <a:t>Scope</a:t>
                      </a:r>
                      <a:endParaRPr/>
                    </a:p>
                  </a:txBody>
                  <a:tcPr marT="68575" marB="68575" marR="91425" marL="91425" anchor="ctr">
                    <a:lnL cap="flat" cmpd="sng" w="19050">
                      <a:solidFill>
                        <a:srgbClr val="19BBD5"/>
                      </a:solidFill>
                      <a:prstDash val="solid"/>
                      <a:round/>
                      <a:headEnd len="sm" w="sm" type="none"/>
                      <a:tailEnd len="sm" w="sm" type="none"/>
                    </a:lnL>
                    <a:lnR cap="flat" cmpd="sng" w="19050">
                      <a:solidFill>
                        <a:srgbClr val="19BBD5"/>
                      </a:solidFill>
                      <a:prstDash val="solid"/>
                      <a:round/>
                      <a:headEnd len="sm" w="sm" type="none"/>
                      <a:tailEnd len="sm" w="sm" type="none"/>
                    </a:lnR>
                    <a:lnT cap="flat" cmpd="sng" w="19050">
                      <a:solidFill>
                        <a:srgbClr val="19BBD5">
                          <a:alpha val="0"/>
                        </a:srgbClr>
                      </a:solidFill>
                      <a:prstDash val="solid"/>
                      <a:round/>
                      <a:headEnd len="sm" w="sm" type="none"/>
                      <a:tailEnd len="sm" w="sm" type="none"/>
                    </a:lnT>
                    <a:lnB cap="flat" cmpd="sng" w="19050">
                      <a:solidFill>
                        <a:srgbClr val="19BBD5">
                          <a:alpha val="0"/>
                        </a:srgbClr>
                      </a:solidFill>
                      <a:prstDash val="solid"/>
                      <a:round/>
                      <a:headEnd len="sm" w="sm" type="none"/>
                      <a:tailEnd len="sm" w="sm" type="none"/>
                    </a:lnB>
                    <a:solidFill>
                      <a:srgbClr val="184769"/>
                    </a:solidFill>
                  </a:tcPr>
                </a:tc>
                <a:tc>
                  <a:txBody>
                    <a:bodyPr/>
                    <a:lstStyle/>
                    <a:p>
                      <a:pPr indent="0" lvl="0" marL="0" marR="0" rtl="0" algn="ctr">
                        <a:lnSpc>
                          <a:spcPct val="100000"/>
                        </a:lnSpc>
                        <a:spcBef>
                          <a:spcPts val="0"/>
                        </a:spcBef>
                        <a:spcAft>
                          <a:spcPts val="0"/>
                        </a:spcAft>
                        <a:buClr>
                          <a:srgbClr val="000000"/>
                        </a:buClr>
                        <a:buSzPts val="1400"/>
                        <a:buFont typeface="Arial"/>
                        <a:buNone/>
                      </a:pPr>
                      <a:r>
                        <a:rPr lang="en-GB" spc="0" sz="1400" u="none" cap="none" strike="noStrike">
                          <a:solidFill>
                            <a:srgbClr val="C6DAEC"/>
                          </a:solidFill>
                          <a:latin typeface="Mulish"/>
                          <a:ea typeface="Mulish"/>
                          <a:cs typeface="Mulish"/>
                          <a:sym typeface="Mulish"/>
                        </a:rPr>
                        <a:t>2,552 works, all media</a:t>
                      </a:r>
                      <a:endParaRPr/>
                    </a:p>
                  </a:txBody>
                  <a:tcPr marT="68575" marB="68575" marR="91425" marL="91425" anchor="ctr">
                    <a:lnL cap="flat" cmpd="sng" w="19050">
                      <a:solidFill>
                        <a:srgbClr val="19BBD5"/>
                      </a:solidFill>
                      <a:prstDash val="solid"/>
                      <a:round/>
                      <a:headEnd len="sm" w="sm" type="none"/>
                      <a:tailEnd len="sm" w="sm" type="none"/>
                    </a:lnL>
                    <a:lnR cap="flat" cmpd="sng" w="19050">
                      <a:solidFill>
                        <a:srgbClr val="19BBD5"/>
                      </a:solidFill>
                      <a:prstDash val="solid"/>
                      <a:round/>
                      <a:headEnd len="sm" w="sm" type="none"/>
                      <a:tailEnd len="sm" w="sm" type="none"/>
                    </a:lnR>
                    <a:lnT cap="flat" cmpd="sng" w="19050">
                      <a:solidFill>
                        <a:srgbClr val="19BBD5">
                          <a:alpha val="0"/>
                        </a:srgbClr>
                      </a:solidFill>
                      <a:prstDash val="solid"/>
                      <a:round/>
                      <a:headEnd len="sm" w="sm" type="none"/>
                      <a:tailEnd len="sm" w="sm" type="none"/>
                    </a:lnT>
                    <a:lnB cap="flat" cmpd="sng" w="19050">
                      <a:solidFill>
                        <a:srgbClr val="19BBD5">
                          <a:alpha val="0"/>
                        </a:srgbClr>
                      </a:solidFill>
                      <a:prstDash val="solid"/>
                      <a:round/>
                      <a:headEnd len="sm" w="sm" type="none"/>
                      <a:tailEnd len="sm" w="sm" type="none"/>
                    </a:lnB>
                    <a:solidFill>
                      <a:srgbClr val="184769"/>
                    </a:solidFill>
                  </a:tcPr>
                </a:tc>
                <a:tc>
                  <a:txBody>
                    <a:bodyPr/>
                    <a:lstStyle/>
                    <a:p>
                      <a:pPr indent="0" lvl="0" marL="0" marR="0" rtl="0" algn="ctr">
                        <a:lnSpc>
                          <a:spcPct val="100000"/>
                        </a:lnSpc>
                        <a:spcBef>
                          <a:spcPts val="0"/>
                        </a:spcBef>
                        <a:spcAft>
                          <a:spcPts val="0"/>
                        </a:spcAft>
                        <a:buClr>
                          <a:srgbClr val="000000"/>
                        </a:buClr>
                        <a:buSzPts val="1400"/>
                        <a:buFont typeface="Arial"/>
                        <a:buNone/>
                      </a:pPr>
                      <a:r>
                        <a:rPr lang="en-GB" spc="0" sz="1400" u="none" cap="none" strike="noStrike">
                          <a:solidFill>
                            <a:srgbClr val="C6DAEC"/>
                          </a:solidFill>
                          <a:latin typeface="Mulish"/>
                          <a:ea typeface="Mulish"/>
                          <a:cs typeface="Mulish"/>
                          <a:sym typeface="Mulish"/>
                        </a:rPr>
                        <a:t>Films only</a:t>
                      </a:r>
                      <a:endParaRPr/>
                    </a:p>
                  </a:txBody>
                  <a:tcPr marT="68575" marB="68575" marR="91425" marL="91425" anchor="ctr">
                    <a:lnL cap="flat" cmpd="sng" w="19050">
                      <a:solidFill>
                        <a:srgbClr val="19BBD5"/>
                      </a:solidFill>
                      <a:prstDash val="solid"/>
                      <a:round/>
                      <a:headEnd len="sm" w="sm" type="none"/>
                      <a:tailEnd len="sm" w="sm" type="none"/>
                    </a:lnL>
                    <a:lnR cap="flat" cmpd="sng" w="19050">
                      <a:solidFill>
                        <a:srgbClr val="19BBD5"/>
                      </a:solidFill>
                      <a:prstDash val="solid"/>
                      <a:round/>
                      <a:headEnd len="sm" w="sm" type="none"/>
                      <a:tailEnd len="sm" w="sm" type="none"/>
                    </a:lnR>
                    <a:lnT cap="flat" cmpd="sng" w="19050">
                      <a:solidFill>
                        <a:srgbClr val="19BBD5">
                          <a:alpha val="0"/>
                        </a:srgbClr>
                      </a:solidFill>
                      <a:prstDash val="solid"/>
                      <a:round/>
                      <a:headEnd len="sm" w="sm" type="none"/>
                      <a:tailEnd len="sm" w="sm" type="none"/>
                    </a:lnT>
                    <a:lnB cap="flat" cmpd="sng" w="19050">
                      <a:solidFill>
                        <a:srgbClr val="19BBD5">
                          <a:alpha val="0"/>
                        </a:srgbClr>
                      </a:solidFill>
                      <a:prstDash val="solid"/>
                      <a:round/>
                      <a:headEnd len="sm" w="sm" type="none"/>
                      <a:tailEnd len="sm" w="sm" type="none"/>
                    </a:lnB>
                    <a:solidFill>
                      <a:srgbClr val="184769"/>
                    </a:solidFill>
                  </a:tcPr>
                </a:tc>
              </a:tr>
              <a:tr h="384050">
                <a:tc>
                  <a:txBody>
                    <a:bodyPr/>
                    <a:lstStyle/>
                    <a:p>
                      <a:pPr indent="0" lvl="0" marL="0" marR="0" rtl="0" algn="l">
                        <a:lnSpc>
                          <a:spcPct val="100000"/>
                        </a:lnSpc>
                        <a:spcBef>
                          <a:spcPts val="0"/>
                        </a:spcBef>
                        <a:spcAft>
                          <a:spcPts val="0"/>
                        </a:spcAft>
                        <a:buClr>
                          <a:srgbClr val="000000"/>
                        </a:buClr>
                        <a:buSzPts val="1400"/>
                        <a:buFont typeface="Arial"/>
                        <a:buNone/>
                      </a:pPr>
                      <a:r>
                        <a:rPr b="1" lang="en-GB" spc="0" sz="1400" u="none" cap="none" strike="noStrike">
                          <a:solidFill>
                            <a:srgbClr val="C6DAEC"/>
                          </a:solidFill>
                          <a:latin typeface="Mulish"/>
                          <a:ea typeface="Mulish"/>
                          <a:cs typeface="Mulish"/>
                          <a:sym typeface="Mulish"/>
                        </a:rPr>
                        <a:t>Films</a:t>
                      </a:r>
                      <a:endParaRPr/>
                    </a:p>
                  </a:txBody>
                  <a:tcPr marT="68575" marB="68575" marR="91425" marL="91425" anchor="ctr">
                    <a:lnL cap="flat" cmpd="sng" w="19050">
                      <a:solidFill>
                        <a:srgbClr val="19BBD5"/>
                      </a:solidFill>
                      <a:prstDash val="solid"/>
                      <a:round/>
                      <a:headEnd len="sm" w="sm" type="none"/>
                      <a:tailEnd len="sm" w="sm" type="none"/>
                    </a:lnL>
                    <a:lnR cap="flat" cmpd="sng" w="19050">
                      <a:solidFill>
                        <a:srgbClr val="19BBD5"/>
                      </a:solidFill>
                      <a:prstDash val="solid"/>
                      <a:round/>
                      <a:headEnd len="sm" w="sm" type="none"/>
                      <a:tailEnd len="sm" w="sm" type="none"/>
                    </a:lnR>
                    <a:lnT cap="flat" cmpd="sng" w="19050">
                      <a:solidFill>
                        <a:srgbClr val="19BBD5">
                          <a:alpha val="0"/>
                        </a:srgbClr>
                      </a:solidFill>
                      <a:prstDash val="solid"/>
                      <a:round/>
                      <a:headEnd len="sm" w="sm" type="none"/>
                      <a:tailEnd len="sm" w="sm" type="none"/>
                    </a:lnT>
                    <a:lnB cap="flat" cmpd="sng" w="19050">
                      <a:solidFill>
                        <a:srgbClr val="19BBD5">
                          <a:alpha val="0"/>
                        </a:srgbClr>
                      </a:solidFill>
                      <a:prstDash val="solid"/>
                      <a:round/>
                      <a:headEnd len="sm" w="sm" type="none"/>
                      <a:tailEnd len="sm" w="sm" type="none"/>
                    </a:lnB>
                    <a:solidFill>
                      <a:srgbClr val="184769"/>
                    </a:solidFill>
                  </a:tcPr>
                </a:tc>
                <a:tc>
                  <a:txBody>
                    <a:bodyPr/>
                    <a:lstStyle/>
                    <a:p>
                      <a:pPr indent="0" lvl="0" marL="0" marR="0" rtl="0" algn="ctr">
                        <a:lnSpc>
                          <a:spcPct val="100000"/>
                        </a:lnSpc>
                        <a:spcBef>
                          <a:spcPts val="0"/>
                        </a:spcBef>
                        <a:spcAft>
                          <a:spcPts val="0"/>
                        </a:spcAft>
                        <a:buClr>
                          <a:srgbClr val="000000"/>
                        </a:buClr>
                        <a:buSzPts val="1400"/>
                        <a:buFont typeface="Arial"/>
                        <a:buNone/>
                      </a:pPr>
                      <a:r>
                        <a:rPr b="1" lang="en-GB">
                          <a:solidFill>
                            <a:srgbClr val="FFFFFF"/>
                          </a:solidFill>
                          <a:latin typeface="Mulish"/>
                          <a:ea typeface="Mulish"/>
                          <a:cs typeface="Mulish"/>
                          <a:sym typeface="Mulish"/>
                        </a:rPr>
                        <a:t>960 (959 with a year)</a:t>
                      </a:r>
                      <a:endParaRPr/>
                    </a:p>
                  </a:txBody>
                  <a:tcPr marT="68575" marB="68575" marR="91425" marL="91425" anchor="ctr">
                    <a:lnL cap="flat" cmpd="sng" w="19050">
                      <a:solidFill>
                        <a:srgbClr val="19BBD5"/>
                      </a:solidFill>
                      <a:prstDash val="solid"/>
                      <a:round/>
                      <a:headEnd len="sm" w="sm" type="none"/>
                      <a:tailEnd len="sm" w="sm" type="none"/>
                    </a:lnL>
                    <a:lnR cap="flat" cmpd="sng" w="19050">
                      <a:solidFill>
                        <a:srgbClr val="19BBD5"/>
                      </a:solidFill>
                      <a:prstDash val="solid"/>
                      <a:round/>
                      <a:headEnd len="sm" w="sm" type="none"/>
                      <a:tailEnd len="sm" w="sm" type="none"/>
                    </a:lnR>
                    <a:lnT cap="flat" cmpd="sng" w="19050">
                      <a:solidFill>
                        <a:srgbClr val="19BBD5">
                          <a:alpha val="0"/>
                        </a:srgbClr>
                      </a:solidFill>
                      <a:prstDash val="solid"/>
                      <a:round/>
                      <a:headEnd len="sm" w="sm" type="none"/>
                      <a:tailEnd len="sm" w="sm" type="none"/>
                    </a:lnT>
                    <a:lnB cap="flat" cmpd="sng" w="19050">
                      <a:solidFill>
                        <a:srgbClr val="19BBD5">
                          <a:alpha val="0"/>
                        </a:srgbClr>
                      </a:solidFill>
                      <a:prstDash val="solid"/>
                      <a:round/>
                      <a:headEnd len="sm" w="sm" type="none"/>
                      <a:tailEnd len="sm" w="sm" type="none"/>
                    </a:lnB>
                    <a:solidFill>
                      <a:srgbClr val="184769"/>
                    </a:solidFill>
                  </a:tcPr>
                </a:tc>
                <a:tc>
                  <a:txBody>
                    <a:bodyPr/>
                    <a:lstStyle/>
                    <a:p>
                      <a:pPr indent="0" lvl="0" marL="0" marR="0" rtl="0" algn="ctr">
                        <a:lnSpc>
                          <a:spcPct val="100000"/>
                        </a:lnSpc>
                        <a:spcBef>
                          <a:spcPts val="0"/>
                        </a:spcBef>
                        <a:spcAft>
                          <a:spcPts val="0"/>
                        </a:spcAft>
                        <a:buClr>
                          <a:srgbClr val="000000"/>
                        </a:buClr>
                        <a:buSzPts val="1400"/>
                        <a:buFont typeface="Arial"/>
                        <a:buNone/>
                      </a:pPr>
                      <a:r>
                        <a:rPr b="1" lang="en-GB" spc="0" sz="1400" u="none" cap="none" strike="noStrike">
                          <a:solidFill>
                            <a:srgbClr val="FFFFFF"/>
                          </a:solidFill>
                          <a:latin typeface="Mulish"/>
                          <a:ea typeface="Mulish"/>
                          <a:cs typeface="Mulish"/>
                          <a:sym typeface="Mulish"/>
                        </a:rPr>
                        <a:t>233</a:t>
                      </a:r>
                      <a:endParaRPr/>
                    </a:p>
                  </a:txBody>
                  <a:tcPr marT="68575" marB="68575" marR="91425" marL="91425" anchor="ctr">
                    <a:lnL cap="flat" cmpd="sng" w="19050">
                      <a:solidFill>
                        <a:srgbClr val="19BBD5"/>
                      </a:solidFill>
                      <a:prstDash val="solid"/>
                      <a:round/>
                      <a:headEnd len="sm" w="sm" type="none"/>
                      <a:tailEnd len="sm" w="sm" type="none"/>
                    </a:lnL>
                    <a:lnR cap="flat" cmpd="sng" w="19050">
                      <a:solidFill>
                        <a:srgbClr val="19BBD5"/>
                      </a:solidFill>
                      <a:prstDash val="solid"/>
                      <a:round/>
                      <a:headEnd len="sm" w="sm" type="none"/>
                      <a:tailEnd len="sm" w="sm" type="none"/>
                    </a:lnR>
                    <a:lnT cap="flat" cmpd="sng" w="19050">
                      <a:solidFill>
                        <a:srgbClr val="19BBD5">
                          <a:alpha val="0"/>
                        </a:srgbClr>
                      </a:solidFill>
                      <a:prstDash val="solid"/>
                      <a:round/>
                      <a:headEnd len="sm" w="sm" type="none"/>
                      <a:tailEnd len="sm" w="sm" type="none"/>
                    </a:lnT>
                    <a:lnB cap="flat" cmpd="sng" w="19050">
                      <a:solidFill>
                        <a:srgbClr val="19BBD5">
                          <a:alpha val="0"/>
                        </a:srgbClr>
                      </a:solidFill>
                      <a:prstDash val="solid"/>
                      <a:round/>
                      <a:headEnd len="sm" w="sm" type="none"/>
                      <a:tailEnd len="sm" w="sm" type="none"/>
                    </a:lnB>
                    <a:solidFill>
                      <a:srgbClr val="184769"/>
                    </a:solidFill>
                  </a:tcPr>
                </a:tc>
              </a:tr>
              <a:tr h="384050">
                <a:tc>
                  <a:txBody>
                    <a:bodyPr/>
                    <a:lstStyle/>
                    <a:p>
                      <a:pPr indent="0" lvl="0" marL="0" marR="0" rtl="0" algn="l">
                        <a:lnSpc>
                          <a:spcPct val="100000"/>
                        </a:lnSpc>
                        <a:spcBef>
                          <a:spcPts val="0"/>
                        </a:spcBef>
                        <a:spcAft>
                          <a:spcPts val="0"/>
                        </a:spcAft>
                        <a:buClr>
                          <a:srgbClr val="000000"/>
                        </a:buClr>
                        <a:buSzPts val="1400"/>
                        <a:buFont typeface="Arial"/>
                        <a:buNone/>
                      </a:pPr>
                      <a:r>
                        <a:rPr b="1" lang="en-GB" spc="0" sz="1400" u="none" cap="none" strike="noStrike">
                          <a:solidFill>
                            <a:srgbClr val="C6DAEC"/>
                          </a:solidFill>
                          <a:latin typeface="Mulish"/>
                          <a:ea typeface="Mulish"/>
                          <a:cs typeface="Mulish"/>
                          <a:sym typeface="Mulish"/>
                        </a:rPr>
                        <a:t>Film median gap</a:t>
                      </a:r>
                      <a:endParaRPr/>
                    </a:p>
                  </a:txBody>
                  <a:tcPr marT="68575" marB="68575" marR="91425" marL="91425" anchor="ctr">
                    <a:lnL cap="flat" cmpd="sng" w="19050">
                      <a:solidFill>
                        <a:srgbClr val="19BBD5"/>
                      </a:solidFill>
                      <a:prstDash val="solid"/>
                      <a:round/>
                      <a:headEnd len="sm" w="sm" type="none"/>
                      <a:tailEnd len="sm" w="sm" type="none"/>
                    </a:lnL>
                    <a:lnR cap="flat" cmpd="sng" w="19050">
                      <a:solidFill>
                        <a:srgbClr val="19BBD5"/>
                      </a:solidFill>
                      <a:prstDash val="solid"/>
                      <a:round/>
                      <a:headEnd len="sm" w="sm" type="none"/>
                      <a:tailEnd len="sm" w="sm" type="none"/>
                    </a:lnR>
                    <a:lnT cap="flat" cmpd="sng" w="19050">
                      <a:solidFill>
                        <a:srgbClr val="19BBD5">
                          <a:alpha val="0"/>
                        </a:srgbClr>
                      </a:solidFill>
                      <a:prstDash val="solid"/>
                      <a:round/>
                      <a:headEnd len="sm" w="sm" type="none"/>
                      <a:tailEnd len="sm" w="sm" type="none"/>
                    </a:lnT>
                    <a:lnB cap="flat" cmpd="sng" w="19050">
                      <a:solidFill>
                        <a:srgbClr val="19BBD5">
                          <a:alpha val="0"/>
                        </a:srgbClr>
                      </a:solidFill>
                      <a:prstDash val="solid"/>
                      <a:round/>
                      <a:headEnd len="sm" w="sm" type="none"/>
                      <a:tailEnd len="sm" w="sm" type="none"/>
                    </a:lnB>
                    <a:solidFill>
                      <a:srgbClr val="184769"/>
                    </a:solidFill>
                  </a:tcPr>
                </a:tc>
                <a:tc>
                  <a:txBody>
                    <a:bodyPr/>
                    <a:lstStyle/>
                    <a:p>
                      <a:pPr indent="0" lvl="0" marL="0" marR="0" rtl="0" algn="ctr">
                        <a:lnSpc>
                          <a:spcPct val="100000"/>
                        </a:lnSpc>
                        <a:spcBef>
                          <a:spcPts val="0"/>
                        </a:spcBef>
                        <a:spcAft>
                          <a:spcPts val="0"/>
                        </a:spcAft>
                        <a:buClr>
                          <a:srgbClr val="000000"/>
                        </a:buClr>
                        <a:buSzPts val="1400"/>
                        <a:buFont typeface="Arial"/>
                        <a:buNone/>
                      </a:pPr>
                      <a:r>
                        <a:rPr b="1" lang="en-GB" spc="0" sz="1400" u="none" cap="none" strike="noStrike">
                          <a:solidFill>
                            <a:srgbClr val="FFFFFF"/>
                          </a:solidFill>
                          <a:latin typeface="Mulish"/>
                          <a:ea typeface="Mulish"/>
                          <a:cs typeface="Mulish"/>
                          <a:sym typeface="Mulish"/>
                        </a:rPr>
                        <a:t>25 years</a:t>
                      </a:r>
                      <a:endParaRPr/>
                    </a:p>
                  </a:txBody>
                  <a:tcPr marT="68575" marB="68575" marR="91425" marL="91425" anchor="ctr">
                    <a:lnL cap="flat" cmpd="sng" w="19050">
                      <a:solidFill>
                        <a:srgbClr val="19BBD5"/>
                      </a:solidFill>
                      <a:prstDash val="solid"/>
                      <a:round/>
                      <a:headEnd len="sm" w="sm" type="none"/>
                      <a:tailEnd len="sm" w="sm" type="none"/>
                    </a:lnL>
                    <a:lnR cap="flat" cmpd="sng" w="19050">
                      <a:solidFill>
                        <a:srgbClr val="19BBD5"/>
                      </a:solidFill>
                      <a:prstDash val="solid"/>
                      <a:round/>
                      <a:headEnd len="sm" w="sm" type="none"/>
                      <a:tailEnd len="sm" w="sm" type="none"/>
                    </a:lnR>
                    <a:lnT cap="flat" cmpd="sng" w="19050">
                      <a:solidFill>
                        <a:srgbClr val="19BBD5">
                          <a:alpha val="0"/>
                        </a:srgbClr>
                      </a:solidFill>
                      <a:prstDash val="solid"/>
                      <a:round/>
                      <a:headEnd len="sm" w="sm" type="none"/>
                      <a:tailEnd len="sm" w="sm" type="none"/>
                    </a:lnT>
                    <a:lnB cap="flat" cmpd="sng" w="19050">
                      <a:solidFill>
                        <a:srgbClr val="19BBD5">
                          <a:alpha val="0"/>
                        </a:srgbClr>
                      </a:solidFill>
                      <a:prstDash val="solid"/>
                      <a:round/>
                      <a:headEnd len="sm" w="sm" type="none"/>
                      <a:tailEnd len="sm" w="sm" type="none"/>
                    </a:lnB>
                    <a:solidFill>
                      <a:srgbClr val="184769"/>
                    </a:solidFill>
                  </a:tcPr>
                </a:tc>
                <a:tc>
                  <a:txBody>
                    <a:bodyPr/>
                    <a:lstStyle/>
                    <a:p>
                      <a:pPr indent="0" lvl="0" marL="0" marR="0" rtl="0" algn="ctr">
                        <a:lnSpc>
                          <a:spcPct val="100000"/>
                        </a:lnSpc>
                        <a:spcBef>
                          <a:spcPts val="0"/>
                        </a:spcBef>
                        <a:spcAft>
                          <a:spcPts val="0"/>
                        </a:spcAft>
                        <a:buClr>
                          <a:srgbClr val="000000"/>
                        </a:buClr>
                        <a:buSzPts val="1400"/>
                        <a:buFont typeface="Arial"/>
                        <a:buNone/>
                      </a:pPr>
                      <a:r>
                        <a:rPr b="1" lang="en-GB" spc="0" sz="1400" u="none" cap="none" strike="noStrike">
                          <a:solidFill>
                            <a:srgbClr val="FFFFFF"/>
                          </a:solidFill>
                          <a:latin typeface="Mulish"/>
                          <a:ea typeface="Mulish"/>
                          <a:cs typeface="Mulish"/>
                          <a:sym typeface="Mulish"/>
                        </a:rPr>
                        <a:t>34 years</a:t>
                      </a:r>
                      <a:endParaRPr/>
                    </a:p>
                  </a:txBody>
                  <a:tcPr marT="68575" marB="68575" marR="91425" marL="91425" anchor="ctr">
                    <a:lnL cap="flat" cmpd="sng" w="19050">
                      <a:solidFill>
                        <a:srgbClr val="19BBD5"/>
                      </a:solidFill>
                      <a:prstDash val="solid"/>
                      <a:round/>
                      <a:headEnd len="sm" w="sm" type="none"/>
                      <a:tailEnd len="sm" w="sm" type="none"/>
                    </a:lnL>
                    <a:lnR cap="flat" cmpd="sng" w="19050">
                      <a:solidFill>
                        <a:srgbClr val="19BBD5"/>
                      </a:solidFill>
                      <a:prstDash val="solid"/>
                      <a:round/>
                      <a:headEnd len="sm" w="sm" type="none"/>
                      <a:tailEnd len="sm" w="sm" type="none"/>
                    </a:lnR>
                    <a:lnT cap="flat" cmpd="sng" w="19050">
                      <a:solidFill>
                        <a:srgbClr val="19BBD5">
                          <a:alpha val="0"/>
                        </a:srgbClr>
                      </a:solidFill>
                      <a:prstDash val="solid"/>
                      <a:round/>
                      <a:headEnd len="sm" w="sm" type="none"/>
                      <a:tailEnd len="sm" w="sm" type="none"/>
                    </a:lnT>
                    <a:lnB cap="flat" cmpd="sng" w="19050">
                      <a:solidFill>
                        <a:srgbClr val="19BBD5">
                          <a:alpha val="0"/>
                        </a:srgbClr>
                      </a:solidFill>
                      <a:prstDash val="solid"/>
                      <a:round/>
                      <a:headEnd len="sm" w="sm" type="none"/>
                      <a:tailEnd len="sm" w="sm" type="none"/>
                    </a:lnB>
                    <a:solidFill>
                      <a:srgbClr val="184769"/>
                    </a:solidFill>
                  </a:tcPr>
                </a:tc>
              </a:tr>
              <a:tr h="384050">
                <a:tc>
                  <a:txBody>
                    <a:bodyPr/>
                    <a:lstStyle/>
                    <a:p>
                      <a:pPr indent="0" lvl="0" marL="0" marR="0" rtl="0" algn="l">
                        <a:lnSpc>
                          <a:spcPct val="100000"/>
                        </a:lnSpc>
                        <a:spcBef>
                          <a:spcPts val="0"/>
                        </a:spcBef>
                        <a:spcAft>
                          <a:spcPts val="0"/>
                        </a:spcAft>
                        <a:buClr>
                          <a:srgbClr val="000000"/>
                        </a:buClr>
                        <a:buSzPts val="1400"/>
                        <a:buFont typeface="Arial"/>
                        <a:buNone/>
                      </a:pPr>
                      <a:r>
                        <a:rPr b="1" lang="en-GB" spc="0" sz="1400" u="none" cap="none" strike="noStrike">
                          <a:solidFill>
                            <a:srgbClr val="C6DAEC"/>
                          </a:solidFill>
                          <a:latin typeface="Mulish"/>
                          <a:ea typeface="Mulish"/>
                          <a:cs typeface="Mulish"/>
                          <a:sym typeface="Mulish"/>
                        </a:rPr>
                        <a:t>146 shared films</a:t>
                      </a:r>
                      <a:endParaRPr/>
                    </a:p>
                  </a:txBody>
                  <a:tcPr marT="68575" marB="68575" marR="91425" marL="91425" anchor="ctr">
                    <a:lnL cap="flat" cmpd="sng" w="19050">
                      <a:solidFill>
                        <a:srgbClr val="19BBD5"/>
                      </a:solidFill>
                      <a:prstDash val="solid"/>
                      <a:round/>
                      <a:headEnd len="sm" w="sm" type="none"/>
                      <a:tailEnd len="sm" w="sm" type="none"/>
                    </a:lnL>
                    <a:lnR cap="flat" cmpd="sng" w="19050">
                      <a:solidFill>
                        <a:srgbClr val="19BBD5"/>
                      </a:solidFill>
                      <a:prstDash val="solid"/>
                      <a:round/>
                      <a:headEnd len="sm" w="sm" type="none"/>
                      <a:tailEnd len="sm" w="sm" type="none"/>
                    </a:lnR>
                    <a:lnT cap="flat" cmpd="sng" w="19050">
                      <a:solidFill>
                        <a:srgbClr val="19BBD5">
                          <a:alpha val="0"/>
                        </a:srgbClr>
                      </a:solidFill>
                      <a:prstDash val="solid"/>
                      <a:round/>
                      <a:headEnd len="sm" w="sm" type="none"/>
                      <a:tailEnd len="sm" w="sm" type="none"/>
                    </a:lnT>
                    <a:lnB cap="flat" cmpd="sng" w="19050">
                      <a:solidFill>
                        <a:srgbClr val="19BBD5">
                          <a:alpha val="0"/>
                        </a:srgbClr>
                      </a:solidFill>
                      <a:prstDash val="solid"/>
                      <a:round/>
                      <a:headEnd len="sm" w="sm" type="none"/>
                      <a:tailEnd len="sm" w="sm" type="none"/>
                    </a:lnB>
                    <a:solidFill>
                      <a:srgbClr val="184769"/>
                    </a:solidFill>
                  </a:tcPr>
                </a:tc>
                <a:tc>
                  <a:txBody>
                    <a:bodyPr/>
                    <a:lstStyle/>
                    <a:p>
                      <a:pPr indent="0" lvl="0" marL="0" marR="0" rtl="0" algn="ctr">
                        <a:lnSpc>
                          <a:spcPct val="100000"/>
                        </a:lnSpc>
                        <a:spcBef>
                          <a:spcPts val="0"/>
                        </a:spcBef>
                        <a:spcAft>
                          <a:spcPts val="0"/>
                        </a:spcAft>
                        <a:buClr>
                          <a:srgbClr val="000000"/>
                        </a:buClr>
                        <a:buSzPts val="1400"/>
                        <a:buFont typeface="Arial"/>
                        <a:buNone/>
                      </a:pPr>
                      <a:r>
                        <a:rPr lang="en-GB" spc="0" sz="1400" u="none" cap="none" strike="noStrike">
                          <a:solidFill>
                            <a:srgbClr val="C6DAEC"/>
                          </a:solidFill>
                          <a:latin typeface="Mulish"/>
                          <a:ea typeface="Mulish"/>
                          <a:cs typeface="Mulish"/>
                          <a:sym typeface="Mulish"/>
                        </a:rPr>
                        <a:t>median 31 years</a:t>
                      </a:r>
                      <a:endParaRPr/>
                    </a:p>
                  </a:txBody>
                  <a:tcPr marT="68575" marB="68575" marR="91425" marL="91425" anchor="ctr">
                    <a:lnL cap="flat" cmpd="sng" w="19050">
                      <a:solidFill>
                        <a:srgbClr val="19BBD5"/>
                      </a:solidFill>
                      <a:prstDash val="solid"/>
                      <a:round/>
                      <a:headEnd len="sm" w="sm" type="none"/>
                      <a:tailEnd len="sm" w="sm" type="none"/>
                    </a:lnL>
                    <a:lnR cap="flat" cmpd="sng" w="19050">
                      <a:solidFill>
                        <a:srgbClr val="19BBD5"/>
                      </a:solidFill>
                      <a:prstDash val="solid"/>
                      <a:round/>
                      <a:headEnd len="sm" w="sm" type="none"/>
                      <a:tailEnd len="sm" w="sm" type="none"/>
                    </a:lnR>
                    <a:lnT cap="flat" cmpd="sng" w="19050">
                      <a:solidFill>
                        <a:srgbClr val="19BBD5">
                          <a:alpha val="0"/>
                        </a:srgbClr>
                      </a:solidFill>
                      <a:prstDash val="solid"/>
                      <a:round/>
                      <a:headEnd len="sm" w="sm" type="none"/>
                      <a:tailEnd len="sm" w="sm" type="none"/>
                    </a:lnT>
                    <a:lnB cap="flat" cmpd="sng" w="19050">
                      <a:solidFill>
                        <a:srgbClr val="19BBD5">
                          <a:alpha val="0"/>
                        </a:srgbClr>
                      </a:solidFill>
                      <a:prstDash val="solid"/>
                      <a:round/>
                      <a:headEnd len="sm" w="sm" type="none"/>
                      <a:tailEnd len="sm" w="sm" type="none"/>
                    </a:lnB>
                    <a:solidFill>
                      <a:srgbClr val="184769"/>
                    </a:solidFill>
                  </a:tcPr>
                </a:tc>
                <a:tc>
                  <a:txBody>
                    <a:bodyPr/>
                    <a:lstStyle/>
                    <a:p>
                      <a:pPr indent="0" lvl="0" marL="0" marR="0" rtl="0" algn="ctr">
                        <a:lnSpc>
                          <a:spcPct val="100000"/>
                        </a:lnSpc>
                        <a:spcBef>
                          <a:spcPts val="0"/>
                        </a:spcBef>
                        <a:spcAft>
                          <a:spcPts val="0"/>
                        </a:spcAft>
                        <a:buClr>
                          <a:srgbClr val="000000"/>
                        </a:buClr>
                        <a:buSzPts val="1400"/>
                        <a:buFont typeface="Arial"/>
                        <a:buNone/>
                      </a:pPr>
                      <a:r>
                        <a:rPr lang="en-GB" spc="0" sz="1400" u="none" cap="none" strike="noStrike">
                          <a:solidFill>
                            <a:srgbClr val="C6DAEC"/>
                          </a:solidFill>
                          <a:latin typeface="Mulish"/>
                          <a:ea typeface="Mulish"/>
                          <a:cs typeface="Mulish"/>
                          <a:sym typeface="Mulish"/>
                        </a:rPr>
                        <a:t>median 30.5 years</a:t>
                      </a:r>
                      <a:endParaRPr/>
                    </a:p>
                  </a:txBody>
                  <a:tcPr marT="68575" marB="68575" marR="91425" marL="91425" anchor="ctr">
                    <a:lnL cap="flat" cmpd="sng" w="19050">
                      <a:solidFill>
                        <a:srgbClr val="19BBD5"/>
                      </a:solidFill>
                      <a:prstDash val="solid"/>
                      <a:round/>
                      <a:headEnd len="sm" w="sm" type="none"/>
                      <a:tailEnd len="sm" w="sm" type="none"/>
                    </a:lnL>
                    <a:lnR cap="flat" cmpd="sng" w="19050">
                      <a:solidFill>
                        <a:srgbClr val="19BBD5"/>
                      </a:solidFill>
                      <a:prstDash val="solid"/>
                      <a:round/>
                      <a:headEnd len="sm" w="sm" type="none"/>
                      <a:tailEnd len="sm" w="sm" type="none"/>
                    </a:lnR>
                    <a:lnT cap="flat" cmpd="sng" w="19050">
                      <a:solidFill>
                        <a:srgbClr val="19BBD5">
                          <a:alpha val="0"/>
                        </a:srgbClr>
                      </a:solidFill>
                      <a:prstDash val="solid"/>
                      <a:round/>
                      <a:headEnd len="sm" w="sm" type="none"/>
                      <a:tailEnd len="sm" w="sm" type="none"/>
                    </a:lnT>
                    <a:lnB cap="flat" cmpd="sng" w="19050">
                      <a:solidFill>
                        <a:srgbClr val="19BBD5">
                          <a:alpha val="0"/>
                        </a:srgbClr>
                      </a:solidFill>
                      <a:prstDash val="solid"/>
                      <a:round/>
                      <a:headEnd len="sm" w="sm" type="none"/>
                      <a:tailEnd len="sm" w="sm" type="none"/>
                    </a:lnB>
                    <a:solidFill>
                      <a:srgbClr val="184769"/>
                    </a:solidFill>
                  </a:tcPr>
                </a:tc>
              </a:tr>
            </a:tbl>
          </a:graphicData>
        </a:graphic>
      </p:graphicFrame>
      <p:sp>
        <p:nvSpPr>
          <p:cNvPr id="1550" name="Google Shape;1550;p22"/>
          <p:cNvSpPr txBox="1"/>
          <p:nvPr/>
        </p:nvSpPr>
        <p:spPr>
          <a:xfrm>
            <a:off x="1732788" y="3611880"/>
            <a:ext cx="5760720" cy="86868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0" lang="en-GB" spc="0" sz="1400" u="none" cap="none" strike="noStrike">
                <a:solidFill>
                  <a:srgbClr val="C6DAEC"/>
                </a:solidFill>
                <a:latin typeface="Mulish"/>
                <a:ea typeface="Mulish"/>
                <a:cs typeface="Mulish"/>
                <a:sym typeface="Mulish"/>
              </a:rPr>
              <a:t>132 of the 146 shared films agree on the year: the gap is which films were picked, not how they were dated.</a:t>
            </a:r>
            <a:endParaRPr/>
          </a:p>
          <a:p>
            <a:pPr indent="0" lvl="0" marL="0" marR="0" rtl="0" algn="l">
              <a:lnSpc>
                <a:spcPct val="100000"/>
              </a:lnSpc>
              <a:spcBef>
                <a:spcPts val="600"/>
              </a:spcBef>
              <a:spcAft>
                <a:spcPts val="0"/>
              </a:spcAft>
              <a:buClr>
                <a:srgbClr val="000000"/>
              </a:buClr>
              <a:buSzPts val="1100"/>
              <a:buFont typeface="Arial"/>
              <a:buNone/>
            </a:pPr>
            <a:r>
              <a:rPr b="0" i="1" lang="en-GB" spc="0" sz="1100" u="none" cap="none" strike="noStrike">
                <a:solidFill>
                  <a:srgbClr val="19BBD5"/>
                </a:solidFill>
                <a:latin typeface="Mulish"/>
                <a:ea typeface="Mulish"/>
                <a:cs typeface="Mulish"/>
                <a:sym typeface="Mulish"/>
              </a:rPr>
              <a:t>Data: Wythoff &amp; Leane (2025), Post45 Data Collective, CC BY 4.0</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54" name="Shape 1554"/>
        <p:cNvGrpSpPr/>
        <p:nvPr/>
      </p:nvGrpSpPr>
      <p:grpSpPr>
        <a:xfrm>
          <a:off x="0" y="0"/>
          <a:ext cx="0" cy="0"/>
          <a:chOff x="0" y="0"/>
          <a:chExt cx="0" cy="0"/>
        </a:xfrm>
      </p:grpSpPr>
      <p:sp>
        <p:nvSpPr>
          <p:cNvPr id="1555" name="Google Shape;1555;p23"/>
          <p:cNvSpPr txBox="1"/>
          <p:nvPr>
            <p:ph type="title"/>
          </p:nvPr>
        </p:nvSpPr>
        <p:spPr>
          <a:xfrm>
            <a:off x="1732788" y="685800"/>
            <a:ext cx="5760720" cy="685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4000"/>
              <a:buNone/>
            </a:pPr>
            <a:r>
              <a:rPr lang="en-GB" sz="3000"/>
              <a:t>Checking my work</a:t>
            </a:r>
            <a:endParaRPr/>
          </a:p>
        </p:txBody>
      </p:sp>
      <p:sp>
        <p:nvSpPr>
          <p:cNvPr id="1556" name="Google Shape;1556;p23"/>
          <p:cNvSpPr/>
          <p:nvPr/>
        </p:nvSpPr>
        <p:spPr>
          <a:xfrm>
            <a:off x="1914753" y="1600200"/>
            <a:ext cx="1945843" cy="1097280"/>
          </a:xfrm>
          <a:prstGeom prst="homePlate">
            <a:avLst>
              <a:gd fmla="val 30129" name="adj"/>
            </a:avLst>
          </a:prstGeom>
          <a:noFill/>
          <a:ln cap="flat" cmpd="sng" w="114300">
            <a:solidFill>
              <a:srgbClr val="00E1C6"/>
            </a:solidFill>
            <a:prstDash val="solid"/>
            <a:miter lim="80"/>
            <a:headEnd len="sm" w="sm" type="none"/>
            <a:tailEnd len="sm" w="sm" type="none"/>
          </a:ln>
        </p:spPr>
        <p:txBody>
          <a:bodyPr anchorCtr="0" anchor="ctr" bIns="91425" lIns="45700" spcFirstLastPara="1" rIns="45700" wrap="square" tIns="91425">
            <a:noAutofit/>
          </a:bodyPr>
          <a:lstStyle/>
          <a:p>
            <a:pPr indent="0" lvl="0" marL="0" marR="0" rtl="0" algn="ctr">
              <a:lnSpc>
                <a:spcPct val="100000"/>
              </a:lnSpc>
              <a:spcBef>
                <a:spcPts val="0"/>
              </a:spcBef>
              <a:spcAft>
                <a:spcPts val="0"/>
              </a:spcAft>
              <a:buClr>
                <a:srgbClr val="000000"/>
              </a:buClr>
              <a:buSzPts val="1500"/>
              <a:buFont typeface="Arial"/>
              <a:buNone/>
            </a:pPr>
            <a:r>
              <a:rPr b="1" i="0" lang="en-GB" spc="0" sz="1500" u="none" cap="none" strike="noStrike">
                <a:solidFill>
                  <a:srgbClr val="00E1C6"/>
                </a:solidFill>
                <a:latin typeface="Mulish"/>
                <a:ea typeface="Mulish"/>
                <a:cs typeface="Mulish"/>
                <a:sym typeface="Mulish"/>
              </a:rPr>
              <a:t>Scoring</a:t>
            </a:r>
            <a:endParaRPr/>
          </a:p>
        </p:txBody>
      </p:sp>
      <p:sp>
        <p:nvSpPr>
          <p:cNvPr id="1557" name="Google Shape;1557;p23"/>
          <p:cNvSpPr/>
          <p:nvPr/>
        </p:nvSpPr>
        <p:spPr>
          <a:xfrm>
            <a:off x="3665829" y="1600200"/>
            <a:ext cx="1965960" cy="1097280"/>
          </a:xfrm>
          <a:prstGeom prst="chevron">
            <a:avLst>
              <a:gd fmla="val 29853" name="adj"/>
            </a:avLst>
          </a:prstGeom>
          <a:noFill/>
          <a:ln cap="flat" cmpd="sng" w="114300">
            <a:solidFill>
              <a:srgbClr val="19BBD5"/>
            </a:solidFill>
            <a:prstDash val="solid"/>
            <a:miter lim="80"/>
            <a:headEnd len="sm" w="sm" type="none"/>
            <a:tailEnd len="sm" w="sm" type="none"/>
          </a:ln>
        </p:spPr>
        <p:txBody>
          <a:bodyPr anchorCtr="0" anchor="ctr" bIns="91425" lIns="45700" spcFirstLastPara="1" rIns="45700" wrap="square" tIns="91425">
            <a:noAutofit/>
          </a:bodyPr>
          <a:lstStyle/>
          <a:p>
            <a:pPr indent="0" lvl="0" marL="0" marR="0" rtl="0" algn="ctr">
              <a:lnSpc>
                <a:spcPct val="100000"/>
              </a:lnSpc>
              <a:spcBef>
                <a:spcPts val="0"/>
              </a:spcBef>
              <a:spcAft>
                <a:spcPts val="0"/>
              </a:spcAft>
              <a:buClr>
                <a:srgbClr val="000000"/>
              </a:buClr>
              <a:buSzPts val="1500"/>
              <a:buFont typeface="Arial"/>
              <a:buNone/>
            </a:pPr>
            <a:r>
              <a:rPr b="1" i="0" lang="en-GB" spc="0" sz="1500" u="none" cap="none" strike="noStrike">
                <a:solidFill>
                  <a:srgbClr val="19BBD5"/>
                </a:solidFill>
                <a:latin typeface="Mulish"/>
                <a:ea typeface="Mulish"/>
                <a:cs typeface="Mulish"/>
                <a:sym typeface="Mulish"/>
              </a:rPr>
              <a:t>Re‑scoring</a:t>
            </a:r>
            <a:endParaRPr/>
          </a:p>
        </p:txBody>
      </p:sp>
      <p:sp>
        <p:nvSpPr>
          <p:cNvPr id="1558" name="Google Shape;1558;p23"/>
          <p:cNvSpPr/>
          <p:nvPr/>
        </p:nvSpPr>
        <p:spPr>
          <a:xfrm>
            <a:off x="5455310" y="1600200"/>
            <a:ext cx="1965960" cy="1097280"/>
          </a:xfrm>
          <a:prstGeom prst="chevron">
            <a:avLst>
              <a:gd fmla="val 29853" name="adj"/>
            </a:avLst>
          </a:prstGeom>
          <a:noFill/>
          <a:ln cap="flat" cmpd="sng" w="114300">
            <a:solidFill>
              <a:srgbClr val="3292E1"/>
            </a:solidFill>
            <a:prstDash val="solid"/>
            <a:miter lim="80"/>
            <a:headEnd len="sm" w="sm" type="none"/>
            <a:tailEnd len="sm" w="sm" type="none"/>
          </a:ln>
        </p:spPr>
        <p:txBody>
          <a:bodyPr anchorCtr="0" anchor="ctr" bIns="91425" lIns="45700" spcFirstLastPara="1" rIns="45700" wrap="square" tIns="91425">
            <a:noAutofit/>
          </a:bodyPr>
          <a:lstStyle/>
          <a:p>
            <a:pPr indent="0" lvl="0" marL="0" marR="0" rtl="0" algn="ctr">
              <a:lnSpc>
                <a:spcPct val="100000"/>
              </a:lnSpc>
              <a:spcBef>
                <a:spcPts val="0"/>
              </a:spcBef>
              <a:spcAft>
                <a:spcPts val="0"/>
              </a:spcAft>
              <a:buClr>
                <a:srgbClr val="000000"/>
              </a:buClr>
              <a:buSzPts val="1500"/>
              <a:buFont typeface="Arial"/>
              <a:buNone/>
            </a:pPr>
            <a:r>
              <a:rPr b="1" i="0" lang="en-GB" spc="0" sz="1500" u="none" cap="none" strike="noStrike">
                <a:solidFill>
                  <a:srgbClr val="3292E1"/>
                </a:solidFill>
                <a:latin typeface="Mulish"/>
                <a:ea typeface="Mulish"/>
                <a:cs typeface="Mulish"/>
                <a:sym typeface="Mulish"/>
              </a:rPr>
              <a:t>Two rounds of checks</a:t>
            </a:r>
            <a:endParaRPr/>
          </a:p>
        </p:txBody>
      </p:sp>
      <p:sp>
        <p:nvSpPr>
          <p:cNvPr id="1559" name="Google Shape;1559;p23"/>
          <p:cNvSpPr txBox="1"/>
          <p:nvPr/>
        </p:nvSpPr>
        <p:spPr>
          <a:xfrm>
            <a:off x="1914753" y="2788920"/>
            <a:ext cx="1783080" cy="132588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300"/>
              <a:buFont typeface="Arial"/>
              <a:buNone/>
            </a:pPr>
            <a:r>
              <a:rPr b="1" i="0" lang="en-GB" spc="0" sz="1300" u="none" cap="none" strike="noStrike">
                <a:solidFill>
                  <a:srgbClr val="FFFFFF"/>
                </a:solidFill>
                <a:latin typeface="Mulish"/>
                <a:ea typeface="Mulish"/>
                <a:cs typeface="Mulish"/>
                <a:sym typeface="Mulish"/>
              </a:rPr>
              <a:t>220 predictions</a:t>
            </a:r>
            <a:r>
              <a:rPr b="0" i="0" lang="en-GB" spc="0" sz="1300" u="none" cap="none" strike="noStrike">
                <a:solidFill>
                  <a:srgbClr val="C6DAEC"/>
                </a:solidFill>
                <a:latin typeface="Mulish"/>
                <a:ea typeface="Mulish"/>
                <a:cs typeface="Mulish"/>
                <a:sym typeface="Mulish"/>
              </a:rPr>
              <a:t> from 75 films, each judged by the film’s own setting year</a:t>
            </a:r>
            <a:endParaRPr/>
          </a:p>
        </p:txBody>
      </p:sp>
      <p:sp>
        <p:nvSpPr>
          <p:cNvPr id="1560" name="Google Shape;1560;p23"/>
          <p:cNvSpPr txBox="1"/>
          <p:nvPr/>
        </p:nvSpPr>
        <p:spPr>
          <a:xfrm>
            <a:off x="3665829" y="2788920"/>
            <a:ext cx="1783080" cy="132588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300"/>
              <a:buFont typeface="Arial"/>
              <a:buNone/>
            </a:pPr>
            <a:r>
              <a:rPr b="1" i="0" lang="en-GB" spc="0" sz="1300" u="none" cap="none" strike="noStrike">
                <a:solidFill>
                  <a:srgbClr val="FFFFFF"/>
                </a:solidFill>
                <a:latin typeface="Mulish"/>
                <a:ea typeface="Mulish"/>
                <a:cs typeface="Mulish"/>
                <a:sym typeface="Mulish"/>
              </a:rPr>
              <a:t>40 random predictions</a:t>
            </a:r>
            <a:r>
              <a:rPr b="0" i="0" lang="en-GB" spc="0" sz="1300" u="none" cap="none" strike="noStrike">
                <a:solidFill>
                  <a:srgbClr val="C6DAEC"/>
                </a:solidFill>
                <a:latin typeface="Mulish"/>
                <a:ea typeface="Mulish"/>
                <a:cs typeface="Mulish"/>
                <a:sym typeface="Mulish"/>
              </a:rPr>
              <a:t> scored again from scratch: </a:t>
            </a:r>
            <a:r>
              <a:rPr b="1" i="0" lang="en-GB" spc="0" sz="1300" u="none" cap="none" strike="noStrike">
                <a:solidFill>
                  <a:srgbClr val="FFFFFF"/>
                </a:solidFill>
                <a:latin typeface="Mulish"/>
                <a:ea typeface="Mulish"/>
                <a:cs typeface="Mulish"/>
                <a:sym typeface="Mulish"/>
              </a:rPr>
              <a:t>39 agreed</a:t>
            </a:r>
            <a:r>
              <a:rPr b="0" i="0" lang="en-GB" spc="0" sz="1300" u="none" cap="none" strike="noStrike">
                <a:solidFill>
                  <a:srgbClr val="C6DAEC"/>
                </a:solidFill>
                <a:latin typeface="Mulish"/>
                <a:ea typeface="Mulish"/>
                <a:cs typeface="Mulish"/>
                <a:sym typeface="Mulish"/>
              </a:rPr>
              <a:t> (97.5%)</a:t>
            </a:r>
            <a:endParaRPr/>
          </a:p>
        </p:txBody>
      </p:sp>
      <p:sp>
        <p:nvSpPr>
          <p:cNvPr id="1561" name="Google Shape;1561;p23"/>
          <p:cNvSpPr txBox="1"/>
          <p:nvPr/>
        </p:nvSpPr>
        <p:spPr>
          <a:xfrm>
            <a:off x="5455310" y="2788920"/>
            <a:ext cx="1783080" cy="132588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300"/>
              <a:buFont typeface="Arial"/>
              <a:buNone/>
            </a:pPr>
            <a:r>
              <a:rPr b="1" i="0" lang="en-GB" spc="0" sz="1300" u="none" cap="none" strike="noStrike">
                <a:solidFill>
                  <a:srgbClr val="FFFFFF"/>
                </a:solidFill>
                <a:latin typeface="Mulish"/>
                <a:ea typeface="Mulish"/>
                <a:cs typeface="Mulish"/>
                <a:sym typeface="Mulish"/>
              </a:rPr>
              <a:t>Round 1: </a:t>
            </a:r>
            <a:r>
              <a:rPr b="0" i="0" lang="en-GB" spc="0" sz="1300" u="none" cap="none" strike="noStrike">
                <a:solidFill>
                  <a:srgbClr val="C6DAEC"/>
                </a:solidFill>
                <a:latin typeface="Mulish"/>
                <a:ea typeface="Mulish"/>
                <a:cs typeface="Mulish"/>
                <a:sym typeface="Mulish"/>
              </a:rPr>
              <a:t>every number recomputed, every hit re-checked. </a:t>
            </a:r>
            <a:r>
              <a:rPr b="1" i="0" lang="en-GB" spc="0" sz="1300" u="none" cap="none" strike="noStrike">
                <a:solidFill>
                  <a:srgbClr val="FFFFFF"/>
                </a:solidFill>
                <a:latin typeface="Mulish"/>
                <a:ea typeface="Mulish"/>
                <a:cs typeface="Mulish"/>
                <a:sym typeface="Mulish"/>
              </a:rPr>
              <a:t>Round 2: </a:t>
            </a:r>
            <a:r>
              <a:rPr b="0" i="0" lang="en-GB" spc="0" sz="1300" u="none" cap="none" strike="noStrike">
                <a:solidFill>
                  <a:srgbClr val="C6DAEC"/>
                </a:solidFill>
                <a:latin typeface="Mulish"/>
                <a:ea typeface="Mulish"/>
                <a:cs typeface="Mulish"/>
                <a:sym typeface="Mulish"/>
              </a:rPr>
              <a:t>44 later rows, 3 changed</a:t>
            </a:r>
            <a:endParaRPr/>
          </a:p>
        </p:txBody>
      </p:sp>
      <p:sp>
        <p:nvSpPr>
          <p:cNvPr id="1562" name="Google Shape;1562;p23"/>
          <p:cNvSpPr txBox="1"/>
          <p:nvPr/>
        </p:nvSpPr>
        <p:spPr>
          <a:xfrm>
            <a:off x="1828800" y="4315968"/>
            <a:ext cx="5760720" cy="64008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300"/>
              <a:buFont typeface="Arial"/>
              <a:buNone/>
            </a:pPr>
            <a:r>
              <a:rPr b="1" i="0" lang="en-GB" spc="0" sz="1300" u="none" cap="none" strike="noStrike">
                <a:solidFill>
                  <a:srgbClr val="00E1C6"/>
                </a:solidFill>
                <a:latin typeface="Mulish"/>
                <a:ea typeface="Mulish"/>
                <a:cs typeface="Mulish"/>
                <a:sym typeface="Mulish"/>
              </a:rPr>
              <a:t>Caveats: </a:t>
            </a:r>
            <a:r>
              <a:rPr b="0" i="1" lang="en-GB" spc="0" sz="1300" u="none" cap="none" strike="noStrike">
                <a:solidFill>
                  <a:srgbClr val="C6DAEC"/>
                </a:solidFill>
                <a:latin typeface="Mulish"/>
                <a:ea typeface="Mulish"/>
                <a:cs typeface="Mulish"/>
                <a:sym typeface="Mulish"/>
              </a:rPr>
              <a:t>famous films that name a year, not a random sample; one scorer; small groups. Akira’s Olympics is coincidence, not foresight.</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66" name="Shape 1566"/>
        <p:cNvGrpSpPr/>
        <p:nvPr/>
      </p:nvGrpSpPr>
      <p:grpSpPr>
        <a:xfrm>
          <a:off x="0" y="0"/>
          <a:ext cx="0" cy="0"/>
          <a:chOff x="0" y="0"/>
          <a:chExt cx="0" cy="0"/>
        </a:xfrm>
      </p:grpSpPr>
      <p:sp>
        <p:nvSpPr>
          <p:cNvPr id="1567" name="Google Shape;1567;p24"/>
          <p:cNvSpPr txBox="1"/>
          <p:nvPr>
            <p:ph idx="4294967295" type="ctrTitle"/>
          </p:nvPr>
        </p:nvSpPr>
        <p:spPr>
          <a:xfrm>
            <a:off x="2997200" y="965200"/>
            <a:ext cx="5394900" cy="1097400"/>
          </a:xfrm>
          <a:prstGeom prst="rect">
            <a:avLst/>
          </a:prstGeom>
          <a:noFill/>
          <a:ln>
            <a:noFill/>
          </a:ln>
        </p:spPr>
        <p:txBody>
          <a:bodyPr anchorCtr="0" anchor="b" bIns="91425" lIns="91425" spcFirstLastPara="1" rIns="91425" wrap="square" tIns="91425">
            <a:noAutofit/>
          </a:bodyPr>
          <a:lstStyle/>
          <a:p>
            <a:pPr indent="0" lvl="0" marL="0" marR="0" rtl="0" algn="l">
              <a:lnSpc>
                <a:spcPct val="100000"/>
              </a:lnSpc>
              <a:spcBef>
                <a:spcPts val="0"/>
              </a:spcBef>
              <a:spcAft>
                <a:spcPts val="0"/>
              </a:spcAft>
              <a:buClr>
                <a:srgbClr val="19BBD5"/>
              </a:buClr>
              <a:buSzPts val="4000"/>
              <a:buFont typeface="Nixie One"/>
              <a:buNone/>
            </a:pPr>
            <a:r>
              <a:rPr lang="en-GB" sz="3000"/>
              <a:t>Things I might look at later</a:t>
            </a:r>
            <a:endParaRPr sz="3000"/>
          </a:p>
        </p:txBody>
      </p:sp>
      <p:sp>
        <p:nvSpPr>
          <p:cNvPr id="1568" name="Google Shape;1568;p24"/>
          <p:cNvSpPr txBox="1"/>
          <p:nvPr>
            <p:ph idx="4294967295" type="body"/>
          </p:nvPr>
        </p:nvSpPr>
        <p:spPr>
          <a:xfrm>
            <a:off x="2971800" y="2057400"/>
            <a:ext cx="4937760" cy="27432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600"/>
              </a:spcBef>
              <a:spcAft>
                <a:spcPts val="0"/>
              </a:spcAft>
              <a:buClr>
                <a:schemeClr val="dk1"/>
              </a:buClr>
              <a:buSzPts val="1100"/>
              <a:buFont typeface="Arial"/>
              <a:buNone/>
            </a:pPr>
            <a:r>
              <a:rPr b="1" lang="en-GB" sz="1800">
                <a:solidFill>
                  <a:srgbClr val="FFFFFF"/>
                </a:solidFill>
              </a:rPr>
              <a:t>Two things I’ve parked for now:</a:t>
            </a:r>
            <a:endParaRPr/>
          </a:p>
          <a:p>
            <a:pPr indent="-317500" lvl="0" marL="457200" rtl="0" algn="l">
              <a:lnSpc>
                <a:spcPct val="100000"/>
              </a:lnSpc>
              <a:spcBef>
                <a:spcPts val="600"/>
              </a:spcBef>
              <a:spcAft>
                <a:spcPts val="0"/>
              </a:spcAft>
              <a:buSzPts val="1400"/>
              <a:buChar char="◇"/>
            </a:pPr>
            <a:r>
              <a:rPr lang="en-GB" sz="1600"/>
              <a:t>Alternate history, </a:t>
            </a:r>
            <a:r>
              <a:rPr lang="en-GB" sz="1600"/>
              <a:t>set aside to look at on its own</a:t>
            </a:r>
            <a:r>
              <a:rPr lang="en-GB" sz="1600"/>
              <a:t> (e.g. 2009: Lost Memories)</a:t>
            </a:r>
            <a:endParaRPr/>
          </a:p>
          <a:p>
            <a:pPr indent="-317500" lvl="0" marL="457200" rtl="0" algn="l">
              <a:lnSpc>
                <a:spcPct val="100000"/>
              </a:lnSpc>
              <a:spcBef>
                <a:spcPts val="600"/>
              </a:spcBef>
              <a:spcAft>
                <a:spcPts val="0"/>
              </a:spcAft>
              <a:buSzPts val="1400"/>
              <a:buChar char="◇"/>
            </a:pPr>
            <a:r>
              <a:rPr lang="en-GB" sz="1600"/>
              <a:t>TV series: 94 already </a:t>
            </a:r>
            <a:r>
              <a:rPr lang="en-GB" sz="1600"/>
              <a:t>charted; I may score them later</a:t>
            </a:r>
            <a:endParaRPr/>
          </a:p>
          <a:p>
            <a:pPr indent="0" lvl="0" marL="0" rtl="0" algn="l">
              <a:lnSpc>
                <a:spcPct val="100000"/>
              </a:lnSpc>
              <a:spcBef>
                <a:spcPts val="1200"/>
              </a:spcBef>
              <a:spcAft>
                <a:spcPts val="0"/>
              </a:spcAft>
              <a:buClr>
                <a:schemeClr val="dk1"/>
              </a:buClr>
              <a:buSzPts val="1100"/>
              <a:buFont typeface="Arial"/>
              <a:buNone/>
            </a:pPr>
            <a:r>
              <a:rPr lang="en-GB" sz="1600">
                <a:solidFill>
                  <a:srgbClr val="C6DAEC"/>
                </a:solidFill>
              </a:rPr>
              <a:t>Data, code and paper on the site:</a:t>
            </a:r>
            <a:endParaRPr/>
          </a:p>
          <a:p>
            <a:pPr indent="0" lvl="0" marL="0" rtl="0" algn="l">
              <a:lnSpc>
                <a:spcPct val="100000"/>
              </a:lnSpc>
              <a:spcBef>
                <a:spcPts val="200"/>
              </a:spcBef>
              <a:spcAft>
                <a:spcPts val="0"/>
              </a:spcAft>
              <a:buClr>
                <a:schemeClr val="dk1"/>
              </a:buClr>
              <a:buSzPts val="1100"/>
              <a:buFont typeface="Arial"/>
              <a:buNone/>
            </a:pPr>
            <a:r>
              <a:rPr b="1" lang="en-GB" sz="1800" u="sng">
                <a:solidFill>
                  <a:schemeClr val="hlink"/>
                </a:solidFill>
                <a:hlinkClick r:id="rId3"/>
              </a:rPr>
              <a:t>oneredodd.github.io/scifi-timeline</a:t>
            </a:r>
            <a:endParaRPr/>
          </a:p>
          <a:p>
            <a:pPr indent="0" lvl="0" marL="0" rtl="0" algn="l">
              <a:lnSpc>
                <a:spcPct val="100000"/>
              </a:lnSpc>
              <a:spcBef>
                <a:spcPts val="1400"/>
              </a:spcBef>
              <a:spcAft>
                <a:spcPts val="0"/>
              </a:spcAft>
              <a:buSzPts val="1400"/>
              <a:buNone/>
            </a:pPr>
            <a:r>
              <a:rPr b="1" lang="en-GB" sz="3200"/>
              <a:t>Any questions?</a:t>
            </a:r>
            <a:endParaRPr/>
          </a:p>
        </p:txBody>
      </p:sp>
      <p:grpSp>
        <p:nvGrpSpPr>
          <p:cNvPr id="1569" name="Google Shape;1569;p24"/>
          <p:cNvGrpSpPr/>
          <p:nvPr/>
        </p:nvGrpSpPr>
        <p:grpSpPr>
          <a:xfrm flipH="1">
            <a:off x="905355" y="670081"/>
            <a:ext cx="2152305" cy="1864574"/>
            <a:chOff x="4088875" y="1431100"/>
            <a:chExt cx="3293000" cy="2852775"/>
          </a:xfrm>
        </p:grpSpPr>
        <p:sp>
          <p:nvSpPr>
            <p:cNvPr id="1570" name="Google Shape;1570;p24"/>
            <p:cNvSpPr/>
            <p:nvPr/>
          </p:nvSpPr>
          <p:spPr>
            <a:xfrm>
              <a:off x="4831475" y="4136025"/>
              <a:ext cx="157950" cy="147850"/>
            </a:xfrm>
            <a:custGeom>
              <a:rect b="b" l="l" r="r" t="t"/>
              <a:pathLst>
                <a:path extrusionOk="0" h="5914" w="6318">
                  <a:moveTo>
                    <a:pt x="404" y="0"/>
                  </a:moveTo>
                  <a:lnTo>
                    <a:pt x="1" y="269"/>
                  </a:lnTo>
                  <a:lnTo>
                    <a:pt x="3227" y="5914"/>
                  </a:lnTo>
                  <a:lnTo>
                    <a:pt x="6318" y="5914"/>
                  </a:lnTo>
                  <a:lnTo>
                    <a:pt x="404" y="0"/>
                  </a:lnTo>
                  <a:close/>
                </a:path>
              </a:pathLst>
            </a:custGeom>
            <a:solidFill>
              <a:srgbClr val="00E2C7"/>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1571" name="Google Shape;1571;p24"/>
            <p:cNvSpPr/>
            <p:nvPr/>
          </p:nvSpPr>
          <p:spPr>
            <a:xfrm>
              <a:off x="4697075" y="3907525"/>
              <a:ext cx="389800" cy="376350"/>
            </a:xfrm>
            <a:custGeom>
              <a:rect b="b" l="l" r="r" t="t"/>
              <a:pathLst>
                <a:path extrusionOk="0" h="15054" w="15592">
                  <a:moveTo>
                    <a:pt x="538" y="0"/>
                  </a:moveTo>
                  <a:lnTo>
                    <a:pt x="1" y="269"/>
                  </a:lnTo>
                  <a:lnTo>
                    <a:pt x="5377" y="9543"/>
                  </a:lnTo>
                  <a:lnTo>
                    <a:pt x="11022" y="15054"/>
                  </a:lnTo>
                  <a:lnTo>
                    <a:pt x="15592" y="15054"/>
                  </a:lnTo>
                  <a:lnTo>
                    <a:pt x="538" y="0"/>
                  </a:lnTo>
                  <a:close/>
                </a:path>
              </a:pathLst>
            </a:custGeom>
            <a:solidFill>
              <a:srgbClr val="01E0C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1572" name="Google Shape;1572;p24"/>
            <p:cNvSpPr/>
            <p:nvPr/>
          </p:nvSpPr>
          <p:spPr>
            <a:xfrm>
              <a:off x="4566025" y="3675675"/>
              <a:ext cx="618300" cy="608200"/>
            </a:xfrm>
            <a:custGeom>
              <a:rect b="b" l="l" r="r" t="t"/>
              <a:pathLst>
                <a:path extrusionOk="0" h="24328" w="24732">
                  <a:moveTo>
                    <a:pt x="404" y="0"/>
                  </a:moveTo>
                  <a:lnTo>
                    <a:pt x="1" y="404"/>
                  </a:lnTo>
                  <a:lnTo>
                    <a:pt x="5377" y="9543"/>
                  </a:lnTo>
                  <a:lnTo>
                    <a:pt x="20027" y="24328"/>
                  </a:lnTo>
                  <a:lnTo>
                    <a:pt x="24732" y="24328"/>
                  </a:lnTo>
                  <a:lnTo>
                    <a:pt x="404" y="0"/>
                  </a:lnTo>
                  <a:close/>
                </a:path>
              </a:pathLst>
            </a:custGeom>
            <a:solidFill>
              <a:srgbClr val="02DFC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1573" name="Google Shape;1573;p24"/>
            <p:cNvSpPr/>
            <p:nvPr/>
          </p:nvSpPr>
          <p:spPr>
            <a:xfrm>
              <a:off x="4434975" y="3447175"/>
              <a:ext cx="846800" cy="836700"/>
            </a:xfrm>
            <a:custGeom>
              <a:rect b="b" l="l" r="r" t="t"/>
              <a:pathLst>
                <a:path extrusionOk="0" h="33468" w="33872">
                  <a:moveTo>
                    <a:pt x="404" y="1"/>
                  </a:moveTo>
                  <a:lnTo>
                    <a:pt x="1" y="270"/>
                  </a:lnTo>
                  <a:lnTo>
                    <a:pt x="5243" y="9544"/>
                  </a:lnTo>
                  <a:lnTo>
                    <a:pt x="29167" y="33468"/>
                  </a:lnTo>
                  <a:lnTo>
                    <a:pt x="33871" y="33468"/>
                  </a:lnTo>
                  <a:lnTo>
                    <a:pt x="404" y="1"/>
                  </a:lnTo>
                  <a:close/>
                </a:path>
              </a:pathLst>
            </a:custGeom>
            <a:solidFill>
              <a:srgbClr val="03DDC9"/>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1574" name="Google Shape;1574;p24"/>
            <p:cNvSpPr/>
            <p:nvPr/>
          </p:nvSpPr>
          <p:spPr>
            <a:xfrm>
              <a:off x="4300575" y="3218700"/>
              <a:ext cx="1078650" cy="1065175"/>
            </a:xfrm>
            <a:custGeom>
              <a:rect b="b" l="l" r="r" t="t"/>
              <a:pathLst>
                <a:path extrusionOk="0" h="42607" w="43146">
                  <a:moveTo>
                    <a:pt x="404" y="0"/>
                  </a:moveTo>
                  <a:lnTo>
                    <a:pt x="0" y="269"/>
                  </a:lnTo>
                  <a:lnTo>
                    <a:pt x="5377" y="9543"/>
                  </a:lnTo>
                  <a:lnTo>
                    <a:pt x="38441" y="42607"/>
                  </a:lnTo>
                  <a:lnTo>
                    <a:pt x="43145" y="42607"/>
                  </a:lnTo>
                  <a:lnTo>
                    <a:pt x="404" y="0"/>
                  </a:lnTo>
                  <a:close/>
                </a:path>
              </a:pathLst>
            </a:custGeom>
            <a:solidFill>
              <a:srgbClr val="04DBC9"/>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1575" name="Google Shape;1575;p24"/>
            <p:cNvSpPr/>
            <p:nvPr/>
          </p:nvSpPr>
          <p:spPr>
            <a:xfrm>
              <a:off x="4169525" y="2990200"/>
              <a:ext cx="1307150" cy="1293675"/>
            </a:xfrm>
            <a:custGeom>
              <a:rect b="b" l="l" r="r" t="t"/>
              <a:pathLst>
                <a:path extrusionOk="0" h="51747" w="52286">
                  <a:moveTo>
                    <a:pt x="404" y="1"/>
                  </a:moveTo>
                  <a:lnTo>
                    <a:pt x="1" y="269"/>
                  </a:lnTo>
                  <a:lnTo>
                    <a:pt x="5242" y="9409"/>
                  </a:lnTo>
                  <a:lnTo>
                    <a:pt x="47581" y="51747"/>
                  </a:lnTo>
                  <a:lnTo>
                    <a:pt x="52285" y="51747"/>
                  </a:lnTo>
                  <a:lnTo>
                    <a:pt x="404" y="1"/>
                  </a:lnTo>
                  <a:close/>
                </a:path>
              </a:pathLst>
            </a:custGeom>
            <a:solidFill>
              <a:srgbClr val="06D9CA"/>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1576" name="Google Shape;1576;p24"/>
            <p:cNvSpPr/>
            <p:nvPr/>
          </p:nvSpPr>
          <p:spPr>
            <a:xfrm>
              <a:off x="4088875" y="2822200"/>
              <a:ext cx="1481875" cy="1461675"/>
            </a:xfrm>
            <a:custGeom>
              <a:rect b="b" l="l" r="r" t="t"/>
              <a:pathLst>
                <a:path extrusionOk="0" h="58467" w="59275">
                  <a:moveTo>
                    <a:pt x="807" y="0"/>
                  </a:moveTo>
                  <a:lnTo>
                    <a:pt x="1" y="1479"/>
                  </a:lnTo>
                  <a:lnTo>
                    <a:pt x="3227" y="6989"/>
                  </a:lnTo>
                  <a:lnTo>
                    <a:pt x="54705" y="58467"/>
                  </a:lnTo>
                  <a:lnTo>
                    <a:pt x="59274" y="58467"/>
                  </a:lnTo>
                  <a:lnTo>
                    <a:pt x="807" y="0"/>
                  </a:lnTo>
                  <a:close/>
                </a:path>
              </a:pathLst>
            </a:custGeom>
            <a:solidFill>
              <a:srgbClr val="07D8C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1577" name="Google Shape;1577;p24"/>
            <p:cNvSpPr/>
            <p:nvPr/>
          </p:nvSpPr>
          <p:spPr>
            <a:xfrm>
              <a:off x="4102325" y="2761700"/>
              <a:ext cx="1565875" cy="1522175"/>
            </a:xfrm>
            <a:custGeom>
              <a:rect b="b" l="l" r="r" t="t"/>
              <a:pathLst>
                <a:path extrusionOk="0" h="60887" w="62635">
                  <a:moveTo>
                    <a:pt x="1748" y="1"/>
                  </a:moveTo>
                  <a:lnTo>
                    <a:pt x="0" y="2823"/>
                  </a:lnTo>
                  <a:lnTo>
                    <a:pt x="58064" y="60887"/>
                  </a:lnTo>
                  <a:lnTo>
                    <a:pt x="62634" y="60887"/>
                  </a:lnTo>
                  <a:lnTo>
                    <a:pt x="1748" y="1"/>
                  </a:lnTo>
                  <a:close/>
                </a:path>
              </a:pathLst>
            </a:custGeom>
            <a:solidFill>
              <a:srgbClr val="08D6C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1578" name="Google Shape;1578;p24"/>
            <p:cNvSpPr/>
            <p:nvPr/>
          </p:nvSpPr>
          <p:spPr>
            <a:xfrm>
              <a:off x="4139275" y="2697875"/>
              <a:ext cx="1626375" cy="1586000"/>
            </a:xfrm>
            <a:custGeom>
              <a:rect b="b" l="l" r="r" t="t"/>
              <a:pathLst>
                <a:path extrusionOk="0" h="63440" w="65055">
                  <a:moveTo>
                    <a:pt x="1614" y="0"/>
                  </a:moveTo>
                  <a:lnTo>
                    <a:pt x="1" y="2957"/>
                  </a:lnTo>
                  <a:lnTo>
                    <a:pt x="60484" y="63440"/>
                  </a:lnTo>
                  <a:lnTo>
                    <a:pt x="65054" y="63440"/>
                  </a:lnTo>
                  <a:lnTo>
                    <a:pt x="1614" y="0"/>
                  </a:lnTo>
                  <a:close/>
                </a:path>
              </a:pathLst>
            </a:custGeom>
            <a:solidFill>
              <a:srgbClr val="09D4C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1579" name="Google Shape;1579;p24"/>
            <p:cNvSpPr/>
            <p:nvPr/>
          </p:nvSpPr>
          <p:spPr>
            <a:xfrm>
              <a:off x="4172900" y="2637375"/>
              <a:ext cx="1690175" cy="1646500"/>
            </a:xfrm>
            <a:custGeom>
              <a:rect b="b" l="l" r="r" t="t"/>
              <a:pathLst>
                <a:path extrusionOk="0" h="65860" w="67607">
                  <a:moveTo>
                    <a:pt x="1747" y="1"/>
                  </a:moveTo>
                  <a:lnTo>
                    <a:pt x="0" y="2958"/>
                  </a:lnTo>
                  <a:lnTo>
                    <a:pt x="62903" y="65860"/>
                  </a:lnTo>
                  <a:lnTo>
                    <a:pt x="67607" y="65860"/>
                  </a:lnTo>
                  <a:lnTo>
                    <a:pt x="1747" y="1"/>
                  </a:lnTo>
                  <a:close/>
                </a:path>
              </a:pathLst>
            </a:custGeom>
            <a:solidFill>
              <a:srgbClr val="0AD3C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1580" name="Google Shape;1580;p24"/>
            <p:cNvSpPr/>
            <p:nvPr/>
          </p:nvSpPr>
          <p:spPr>
            <a:xfrm>
              <a:off x="4209850" y="2576900"/>
              <a:ext cx="1750675" cy="1706975"/>
            </a:xfrm>
            <a:custGeom>
              <a:rect b="b" l="l" r="r" t="t"/>
              <a:pathLst>
                <a:path extrusionOk="0" h="68279" w="70027">
                  <a:moveTo>
                    <a:pt x="1613" y="1"/>
                  </a:moveTo>
                  <a:lnTo>
                    <a:pt x="0" y="2823"/>
                  </a:lnTo>
                  <a:lnTo>
                    <a:pt x="65322" y="68279"/>
                  </a:lnTo>
                  <a:lnTo>
                    <a:pt x="70027" y="68279"/>
                  </a:lnTo>
                  <a:lnTo>
                    <a:pt x="1613" y="1"/>
                  </a:lnTo>
                  <a:close/>
                </a:path>
              </a:pathLst>
            </a:custGeom>
            <a:solidFill>
              <a:srgbClr val="0BD1C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1581" name="Google Shape;1581;p24"/>
            <p:cNvSpPr/>
            <p:nvPr/>
          </p:nvSpPr>
          <p:spPr>
            <a:xfrm>
              <a:off x="4243450" y="2513050"/>
              <a:ext cx="1814525" cy="1770825"/>
            </a:xfrm>
            <a:custGeom>
              <a:rect b="b" l="l" r="r" t="t"/>
              <a:pathLst>
                <a:path extrusionOk="0" h="70833" w="72581">
                  <a:moveTo>
                    <a:pt x="1748" y="1"/>
                  </a:moveTo>
                  <a:lnTo>
                    <a:pt x="1" y="2958"/>
                  </a:lnTo>
                  <a:lnTo>
                    <a:pt x="67876" y="70833"/>
                  </a:lnTo>
                  <a:lnTo>
                    <a:pt x="72581" y="70833"/>
                  </a:lnTo>
                  <a:lnTo>
                    <a:pt x="1748" y="1"/>
                  </a:lnTo>
                  <a:close/>
                </a:path>
              </a:pathLst>
            </a:custGeom>
            <a:solidFill>
              <a:srgbClr val="0CCFC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1582" name="Google Shape;1582;p24"/>
            <p:cNvSpPr/>
            <p:nvPr/>
          </p:nvSpPr>
          <p:spPr>
            <a:xfrm>
              <a:off x="4280425" y="2452575"/>
              <a:ext cx="1875000" cy="1831300"/>
            </a:xfrm>
            <a:custGeom>
              <a:rect b="b" l="l" r="r" t="t"/>
              <a:pathLst>
                <a:path extrusionOk="0" h="73252" w="75000">
                  <a:moveTo>
                    <a:pt x="1613" y="1"/>
                  </a:moveTo>
                  <a:lnTo>
                    <a:pt x="0" y="2957"/>
                  </a:lnTo>
                  <a:lnTo>
                    <a:pt x="70295" y="73252"/>
                  </a:lnTo>
                  <a:lnTo>
                    <a:pt x="74999" y="73252"/>
                  </a:lnTo>
                  <a:lnTo>
                    <a:pt x="1613" y="1"/>
                  </a:lnTo>
                  <a:close/>
                </a:path>
              </a:pathLst>
            </a:custGeom>
            <a:solidFill>
              <a:srgbClr val="0DCDCE"/>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1583" name="Google Shape;1583;p24"/>
            <p:cNvSpPr/>
            <p:nvPr/>
          </p:nvSpPr>
          <p:spPr>
            <a:xfrm>
              <a:off x="4314025" y="2392100"/>
              <a:ext cx="1935475" cy="1891775"/>
            </a:xfrm>
            <a:custGeom>
              <a:rect b="b" l="l" r="r" t="t"/>
              <a:pathLst>
                <a:path extrusionOk="0" h="75671" w="77419">
                  <a:moveTo>
                    <a:pt x="1747" y="0"/>
                  </a:moveTo>
                  <a:lnTo>
                    <a:pt x="0" y="2957"/>
                  </a:lnTo>
                  <a:lnTo>
                    <a:pt x="72849" y="75671"/>
                  </a:lnTo>
                  <a:lnTo>
                    <a:pt x="77419" y="75671"/>
                  </a:lnTo>
                  <a:lnTo>
                    <a:pt x="1747" y="0"/>
                  </a:lnTo>
                  <a:close/>
                </a:path>
              </a:pathLst>
            </a:custGeom>
            <a:solidFill>
              <a:srgbClr val="0ECCC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1584" name="Google Shape;1584;p24"/>
            <p:cNvSpPr/>
            <p:nvPr/>
          </p:nvSpPr>
          <p:spPr>
            <a:xfrm>
              <a:off x="4350975" y="2328250"/>
              <a:ext cx="1995975" cy="1955625"/>
            </a:xfrm>
            <a:custGeom>
              <a:rect b="b" l="l" r="r" t="t"/>
              <a:pathLst>
                <a:path extrusionOk="0" h="78225" w="79839">
                  <a:moveTo>
                    <a:pt x="1748" y="1"/>
                  </a:moveTo>
                  <a:lnTo>
                    <a:pt x="1" y="2957"/>
                  </a:lnTo>
                  <a:lnTo>
                    <a:pt x="75269" y="78225"/>
                  </a:lnTo>
                  <a:lnTo>
                    <a:pt x="79839" y="78225"/>
                  </a:lnTo>
                  <a:lnTo>
                    <a:pt x="1748" y="1"/>
                  </a:lnTo>
                  <a:close/>
                </a:path>
              </a:pathLst>
            </a:custGeom>
            <a:solidFill>
              <a:srgbClr val="10CAC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1585" name="Google Shape;1585;p24"/>
            <p:cNvSpPr/>
            <p:nvPr/>
          </p:nvSpPr>
          <p:spPr>
            <a:xfrm>
              <a:off x="4384575" y="2267775"/>
              <a:ext cx="2059825" cy="2016100"/>
            </a:xfrm>
            <a:custGeom>
              <a:rect b="b" l="l" r="r" t="t"/>
              <a:pathLst>
                <a:path extrusionOk="0" h="80644" w="82393">
                  <a:moveTo>
                    <a:pt x="1748" y="0"/>
                  </a:moveTo>
                  <a:lnTo>
                    <a:pt x="1" y="2957"/>
                  </a:lnTo>
                  <a:lnTo>
                    <a:pt x="77823" y="80644"/>
                  </a:lnTo>
                  <a:lnTo>
                    <a:pt x="82392" y="80644"/>
                  </a:lnTo>
                  <a:lnTo>
                    <a:pt x="1748" y="0"/>
                  </a:lnTo>
                  <a:close/>
                </a:path>
              </a:pathLst>
            </a:custGeom>
            <a:solidFill>
              <a:srgbClr val="11C8D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1586" name="Google Shape;1586;p24"/>
            <p:cNvSpPr/>
            <p:nvPr/>
          </p:nvSpPr>
          <p:spPr>
            <a:xfrm>
              <a:off x="4421550" y="2207275"/>
              <a:ext cx="2120300" cy="2076600"/>
            </a:xfrm>
            <a:custGeom>
              <a:rect b="b" l="l" r="r" t="t"/>
              <a:pathLst>
                <a:path extrusionOk="0" h="83064" w="84812">
                  <a:moveTo>
                    <a:pt x="1747" y="1"/>
                  </a:moveTo>
                  <a:lnTo>
                    <a:pt x="0" y="2958"/>
                  </a:lnTo>
                  <a:lnTo>
                    <a:pt x="80107" y="83064"/>
                  </a:lnTo>
                  <a:lnTo>
                    <a:pt x="84811" y="83064"/>
                  </a:lnTo>
                  <a:lnTo>
                    <a:pt x="1747" y="1"/>
                  </a:lnTo>
                  <a:close/>
                </a:path>
              </a:pathLst>
            </a:custGeom>
            <a:solidFill>
              <a:srgbClr val="12C7D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1587" name="Google Shape;1587;p24"/>
            <p:cNvSpPr/>
            <p:nvPr/>
          </p:nvSpPr>
          <p:spPr>
            <a:xfrm>
              <a:off x="4458500" y="2146800"/>
              <a:ext cx="2130375" cy="2137075"/>
            </a:xfrm>
            <a:custGeom>
              <a:rect b="b" l="l" r="r" t="t"/>
              <a:pathLst>
                <a:path extrusionOk="0" h="85483" w="85215">
                  <a:moveTo>
                    <a:pt x="1614" y="1"/>
                  </a:moveTo>
                  <a:lnTo>
                    <a:pt x="1" y="2823"/>
                  </a:lnTo>
                  <a:lnTo>
                    <a:pt x="82527" y="85483"/>
                  </a:lnTo>
                  <a:lnTo>
                    <a:pt x="84005" y="85483"/>
                  </a:lnTo>
                  <a:lnTo>
                    <a:pt x="85215" y="83467"/>
                  </a:lnTo>
                  <a:lnTo>
                    <a:pt x="1614" y="1"/>
                  </a:lnTo>
                  <a:close/>
                </a:path>
              </a:pathLst>
            </a:custGeom>
            <a:solidFill>
              <a:srgbClr val="13C5D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1588" name="Google Shape;1588;p24"/>
            <p:cNvSpPr/>
            <p:nvPr/>
          </p:nvSpPr>
          <p:spPr>
            <a:xfrm>
              <a:off x="4492100" y="2082950"/>
              <a:ext cx="2133750" cy="2163975"/>
            </a:xfrm>
            <a:custGeom>
              <a:rect b="b" l="l" r="r" t="t"/>
              <a:pathLst>
                <a:path extrusionOk="0" h="86559" w="85350">
                  <a:moveTo>
                    <a:pt x="1748" y="1"/>
                  </a:moveTo>
                  <a:lnTo>
                    <a:pt x="1" y="2958"/>
                  </a:lnTo>
                  <a:lnTo>
                    <a:pt x="83602" y="86559"/>
                  </a:lnTo>
                  <a:lnTo>
                    <a:pt x="85349" y="83602"/>
                  </a:lnTo>
                  <a:lnTo>
                    <a:pt x="1748" y="1"/>
                  </a:lnTo>
                  <a:close/>
                </a:path>
              </a:pathLst>
            </a:custGeom>
            <a:solidFill>
              <a:srgbClr val="14C3D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1589" name="Google Shape;1589;p24"/>
            <p:cNvSpPr/>
            <p:nvPr/>
          </p:nvSpPr>
          <p:spPr>
            <a:xfrm>
              <a:off x="4529075" y="2022475"/>
              <a:ext cx="2130375" cy="2163975"/>
            </a:xfrm>
            <a:custGeom>
              <a:rect b="b" l="l" r="r" t="t"/>
              <a:pathLst>
                <a:path extrusionOk="0" h="86559" w="85215">
                  <a:moveTo>
                    <a:pt x="1613" y="1"/>
                  </a:moveTo>
                  <a:lnTo>
                    <a:pt x="0" y="2957"/>
                  </a:lnTo>
                  <a:lnTo>
                    <a:pt x="83467" y="86558"/>
                  </a:lnTo>
                  <a:lnTo>
                    <a:pt x="85214" y="83601"/>
                  </a:lnTo>
                  <a:lnTo>
                    <a:pt x="1613" y="1"/>
                  </a:lnTo>
                  <a:close/>
                </a:path>
              </a:pathLst>
            </a:custGeom>
            <a:solidFill>
              <a:srgbClr val="15C1D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1590" name="Google Shape;1590;p24"/>
            <p:cNvSpPr/>
            <p:nvPr/>
          </p:nvSpPr>
          <p:spPr>
            <a:xfrm>
              <a:off x="4562675" y="1962000"/>
              <a:ext cx="2133725" cy="2160600"/>
            </a:xfrm>
            <a:custGeom>
              <a:rect b="b" l="l" r="r" t="t"/>
              <a:pathLst>
                <a:path extrusionOk="0" h="86424" w="85349">
                  <a:moveTo>
                    <a:pt x="1748" y="0"/>
                  </a:moveTo>
                  <a:lnTo>
                    <a:pt x="0" y="2957"/>
                  </a:lnTo>
                  <a:lnTo>
                    <a:pt x="83602" y="86424"/>
                  </a:lnTo>
                  <a:lnTo>
                    <a:pt x="85349" y="83467"/>
                  </a:lnTo>
                  <a:lnTo>
                    <a:pt x="1748" y="0"/>
                  </a:lnTo>
                  <a:close/>
                </a:path>
              </a:pathLst>
            </a:custGeom>
            <a:solidFill>
              <a:srgbClr val="16C0D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1591" name="Google Shape;1591;p24"/>
            <p:cNvSpPr/>
            <p:nvPr/>
          </p:nvSpPr>
          <p:spPr>
            <a:xfrm>
              <a:off x="4599625" y="1898150"/>
              <a:ext cx="2130375" cy="2163975"/>
            </a:xfrm>
            <a:custGeom>
              <a:rect b="b" l="l" r="r" t="t"/>
              <a:pathLst>
                <a:path extrusionOk="0" h="86559" w="85215">
                  <a:moveTo>
                    <a:pt x="1614" y="0"/>
                  </a:moveTo>
                  <a:lnTo>
                    <a:pt x="1" y="2957"/>
                  </a:lnTo>
                  <a:lnTo>
                    <a:pt x="83602" y="86558"/>
                  </a:lnTo>
                  <a:lnTo>
                    <a:pt x="85215" y="83601"/>
                  </a:lnTo>
                  <a:lnTo>
                    <a:pt x="1614" y="0"/>
                  </a:lnTo>
                  <a:close/>
                </a:path>
              </a:pathLst>
            </a:custGeom>
            <a:solidFill>
              <a:srgbClr val="17BED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1592" name="Google Shape;1592;p24"/>
            <p:cNvSpPr/>
            <p:nvPr/>
          </p:nvSpPr>
          <p:spPr>
            <a:xfrm>
              <a:off x="4633225" y="1837675"/>
              <a:ext cx="2133750" cy="2163950"/>
            </a:xfrm>
            <a:custGeom>
              <a:rect b="b" l="l" r="r" t="t"/>
              <a:pathLst>
                <a:path extrusionOk="0" h="86558" w="85350">
                  <a:moveTo>
                    <a:pt x="1748" y="0"/>
                  </a:moveTo>
                  <a:lnTo>
                    <a:pt x="1" y="2957"/>
                  </a:lnTo>
                  <a:lnTo>
                    <a:pt x="83602" y="86558"/>
                  </a:lnTo>
                  <a:lnTo>
                    <a:pt x="85349" y="83601"/>
                  </a:lnTo>
                  <a:lnTo>
                    <a:pt x="1748" y="0"/>
                  </a:lnTo>
                  <a:close/>
                </a:path>
              </a:pathLst>
            </a:custGeom>
            <a:solidFill>
              <a:srgbClr val="18BCD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1593" name="Google Shape;1593;p24"/>
            <p:cNvSpPr/>
            <p:nvPr/>
          </p:nvSpPr>
          <p:spPr>
            <a:xfrm>
              <a:off x="4670200" y="1777175"/>
              <a:ext cx="2130375" cy="2160625"/>
            </a:xfrm>
            <a:custGeom>
              <a:rect b="b" l="l" r="r" t="t"/>
              <a:pathLst>
                <a:path extrusionOk="0" h="86425" w="85215">
                  <a:moveTo>
                    <a:pt x="1748" y="1"/>
                  </a:moveTo>
                  <a:lnTo>
                    <a:pt x="0" y="2958"/>
                  </a:lnTo>
                  <a:lnTo>
                    <a:pt x="83602" y="86424"/>
                  </a:lnTo>
                  <a:lnTo>
                    <a:pt x="85215" y="83467"/>
                  </a:lnTo>
                  <a:lnTo>
                    <a:pt x="1748" y="1"/>
                  </a:lnTo>
                  <a:close/>
                </a:path>
              </a:pathLst>
            </a:custGeom>
            <a:solidFill>
              <a:srgbClr val="19BBD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1594" name="Google Shape;1594;p24"/>
            <p:cNvSpPr/>
            <p:nvPr/>
          </p:nvSpPr>
          <p:spPr>
            <a:xfrm>
              <a:off x="4707150" y="1713350"/>
              <a:ext cx="2130375" cy="2163950"/>
            </a:xfrm>
            <a:custGeom>
              <a:rect b="b" l="l" r="r" t="t"/>
              <a:pathLst>
                <a:path extrusionOk="0" h="86558" w="85215">
                  <a:moveTo>
                    <a:pt x="1614" y="0"/>
                  </a:moveTo>
                  <a:lnTo>
                    <a:pt x="1" y="2957"/>
                  </a:lnTo>
                  <a:lnTo>
                    <a:pt x="83468" y="86558"/>
                  </a:lnTo>
                  <a:lnTo>
                    <a:pt x="85215" y="83601"/>
                  </a:lnTo>
                  <a:lnTo>
                    <a:pt x="1614" y="0"/>
                  </a:lnTo>
                  <a:close/>
                </a:path>
              </a:pathLst>
            </a:custGeom>
            <a:solidFill>
              <a:srgbClr val="1BB9D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1595" name="Google Shape;1595;p24"/>
            <p:cNvSpPr/>
            <p:nvPr/>
          </p:nvSpPr>
          <p:spPr>
            <a:xfrm>
              <a:off x="4740750" y="1652850"/>
              <a:ext cx="2130400" cy="2163975"/>
            </a:xfrm>
            <a:custGeom>
              <a:rect b="b" l="l" r="r" t="t"/>
              <a:pathLst>
                <a:path extrusionOk="0" h="86559" w="85216">
                  <a:moveTo>
                    <a:pt x="1748" y="1"/>
                  </a:moveTo>
                  <a:lnTo>
                    <a:pt x="1" y="2958"/>
                  </a:lnTo>
                  <a:lnTo>
                    <a:pt x="83602" y="86559"/>
                  </a:lnTo>
                  <a:lnTo>
                    <a:pt x="85215" y="83602"/>
                  </a:lnTo>
                  <a:lnTo>
                    <a:pt x="1748" y="1"/>
                  </a:lnTo>
                  <a:close/>
                </a:path>
              </a:pathLst>
            </a:custGeom>
            <a:solidFill>
              <a:srgbClr val="1CB7D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1596" name="Google Shape;1596;p24"/>
            <p:cNvSpPr/>
            <p:nvPr/>
          </p:nvSpPr>
          <p:spPr>
            <a:xfrm>
              <a:off x="4777725" y="1592375"/>
              <a:ext cx="2130375" cy="2160600"/>
            </a:xfrm>
            <a:custGeom>
              <a:rect b="b" l="l" r="r" t="t"/>
              <a:pathLst>
                <a:path extrusionOk="0" h="86424" w="85215">
                  <a:moveTo>
                    <a:pt x="1613" y="1"/>
                  </a:moveTo>
                  <a:lnTo>
                    <a:pt x="0" y="2957"/>
                  </a:lnTo>
                  <a:lnTo>
                    <a:pt x="83467" y="86424"/>
                  </a:lnTo>
                  <a:lnTo>
                    <a:pt x="85215" y="83601"/>
                  </a:lnTo>
                  <a:lnTo>
                    <a:pt x="1613" y="1"/>
                  </a:lnTo>
                  <a:close/>
                </a:path>
              </a:pathLst>
            </a:custGeom>
            <a:solidFill>
              <a:srgbClr val="1DB5D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1597" name="Google Shape;1597;p24"/>
            <p:cNvSpPr/>
            <p:nvPr/>
          </p:nvSpPr>
          <p:spPr>
            <a:xfrm>
              <a:off x="4811325" y="1531900"/>
              <a:ext cx="2133750" cy="2160600"/>
            </a:xfrm>
            <a:custGeom>
              <a:rect b="b" l="l" r="r" t="t"/>
              <a:pathLst>
                <a:path extrusionOk="0" h="86424" w="85350">
                  <a:moveTo>
                    <a:pt x="1748" y="0"/>
                  </a:moveTo>
                  <a:lnTo>
                    <a:pt x="0" y="2823"/>
                  </a:lnTo>
                  <a:lnTo>
                    <a:pt x="83602" y="86423"/>
                  </a:lnTo>
                  <a:lnTo>
                    <a:pt x="85349" y="83467"/>
                  </a:lnTo>
                  <a:lnTo>
                    <a:pt x="1748" y="0"/>
                  </a:lnTo>
                  <a:close/>
                </a:path>
              </a:pathLst>
            </a:custGeom>
            <a:solidFill>
              <a:srgbClr val="1EB4D7"/>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1598" name="Google Shape;1598;p24"/>
            <p:cNvSpPr/>
            <p:nvPr/>
          </p:nvSpPr>
          <p:spPr>
            <a:xfrm>
              <a:off x="4848275" y="1468050"/>
              <a:ext cx="2130400" cy="2163975"/>
            </a:xfrm>
            <a:custGeom>
              <a:rect b="b" l="l" r="r" t="t"/>
              <a:pathLst>
                <a:path extrusionOk="0" h="86559" w="85216">
                  <a:moveTo>
                    <a:pt x="1614" y="0"/>
                  </a:moveTo>
                  <a:lnTo>
                    <a:pt x="1" y="2957"/>
                  </a:lnTo>
                  <a:lnTo>
                    <a:pt x="83602" y="86558"/>
                  </a:lnTo>
                  <a:lnTo>
                    <a:pt x="85215" y="83601"/>
                  </a:lnTo>
                  <a:lnTo>
                    <a:pt x="1614" y="0"/>
                  </a:lnTo>
                  <a:close/>
                </a:path>
              </a:pathLst>
            </a:custGeom>
            <a:solidFill>
              <a:srgbClr val="1FB2D7"/>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1599" name="Google Shape;1599;p24"/>
            <p:cNvSpPr/>
            <p:nvPr/>
          </p:nvSpPr>
          <p:spPr>
            <a:xfrm>
              <a:off x="4881875" y="1431100"/>
              <a:ext cx="2133750" cy="2140425"/>
            </a:xfrm>
            <a:custGeom>
              <a:rect b="b" l="l" r="r" t="t"/>
              <a:pathLst>
                <a:path extrusionOk="0" h="85617" w="85350">
                  <a:moveTo>
                    <a:pt x="1211" y="0"/>
                  </a:moveTo>
                  <a:lnTo>
                    <a:pt x="1" y="2016"/>
                  </a:lnTo>
                  <a:lnTo>
                    <a:pt x="83602" y="85617"/>
                  </a:lnTo>
                  <a:lnTo>
                    <a:pt x="85350" y="82660"/>
                  </a:lnTo>
                  <a:lnTo>
                    <a:pt x="2689" y="0"/>
                  </a:lnTo>
                  <a:close/>
                </a:path>
              </a:pathLst>
            </a:custGeom>
            <a:solidFill>
              <a:srgbClr val="20B0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1600" name="Google Shape;1600;p24"/>
            <p:cNvSpPr/>
            <p:nvPr/>
          </p:nvSpPr>
          <p:spPr>
            <a:xfrm>
              <a:off x="4928925" y="1431100"/>
              <a:ext cx="2120300" cy="2076600"/>
            </a:xfrm>
            <a:custGeom>
              <a:rect b="b" l="l" r="r" t="t"/>
              <a:pathLst>
                <a:path extrusionOk="0" h="83064" w="84812">
                  <a:moveTo>
                    <a:pt x="1" y="0"/>
                  </a:moveTo>
                  <a:lnTo>
                    <a:pt x="83199" y="83063"/>
                  </a:lnTo>
                  <a:lnTo>
                    <a:pt x="84812" y="80106"/>
                  </a:lnTo>
                  <a:lnTo>
                    <a:pt x="4705" y="0"/>
                  </a:lnTo>
                  <a:close/>
                </a:path>
              </a:pathLst>
            </a:custGeom>
            <a:solidFill>
              <a:srgbClr val="21AED9"/>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1601" name="Google Shape;1601;p24"/>
            <p:cNvSpPr/>
            <p:nvPr/>
          </p:nvSpPr>
          <p:spPr>
            <a:xfrm>
              <a:off x="5026375" y="1431100"/>
              <a:ext cx="2059825" cy="2016100"/>
            </a:xfrm>
            <a:custGeom>
              <a:rect b="b" l="l" r="r" t="t"/>
              <a:pathLst>
                <a:path extrusionOk="0" h="80644" w="82393">
                  <a:moveTo>
                    <a:pt x="0" y="0"/>
                  </a:moveTo>
                  <a:lnTo>
                    <a:pt x="80645" y="80644"/>
                  </a:lnTo>
                  <a:lnTo>
                    <a:pt x="82392" y="77687"/>
                  </a:lnTo>
                  <a:lnTo>
                    <a:pt x="4705" y="0"/>
                  </a:lnTo>
                  <a:close/>
                </a:path>
              </a:pathLst>
            </a:custGeom>
            <a:solidFill>
              <a:srgbClr val="22ADD9"/>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1602" name="Google Shape;1602;p24"/>
            <p:cNvSpPr/>
            <p:nvPr/>
          </p:nvSpPr>
          <p:spPr>
            <a:xfrm>
              <a:off x="5123825" y="1431100"/>
              <a:ext cx="1995975" cy="1955625"/>
            </a:xfrm>
            <a:custGeom>
              <a:rect b="b" l="l" r="r" t="t"/>
              <a:pathLst>
                <a:path extrusionOk="0" h="78225" w="79839">
                  <a:moveTo>
                    <a:pt x="0" y="0"/>
                  </a:moveTo>
                  <a:lnTo>
                    <a:pt x="78225" y="78225"/>
                  </a:lnTo>
                  <a:lnTo>
                    <a:pt x="79838" y="75268"/>
                  </a:lnTo>
                  <a:lnTo>
                    <a:pt x="4705" y="0"/>
                  </a:lnTo>
                  <a:close/>
                </a:path>
              </a:pathLst>
            </a:custGeom>
            <a:solidFill>
              <a:srgbClr val="23ABDA"/>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1603" name="Google Shape;1603;p24"/>
            <p:cNvSpPr/>
            <p:nvPr/>
          </p:nvSpPr>
          <p:spPr>
            <a:xfrm>
              <a:off x="5221275" y="1431100"/>
              <a:ext cx="1935475" cy="1891775"/>
            </a:xfrm>
            <a:custGeom>
              <a:rect b="b" l="l" r="r" t="t"/>
              <a:pathLst>
                <a:path extrusionOk="0" h="75671" w="77419">
                  <a:moveTo>
                    <a:pt x="0" y="0"/>
                  </a:moveTo>
                  <a:lnTo>
                    <a:pt x="75671" y="75671"/>
                  </a:lnTo>
                  <a:lnTo>
                    <a:pt x="77419" y="72714"/>
                  </a:lnTo>
                  <a:lnTo>
                    <a:pt x="4570" y="0"/>
                  </a:lnTo>
                  <a:close/>
                </a:path>
              </a:pathLst>
            </a:custGeom>
            <a:solidFill>
              <a:srgbClr val="25A9DA"/>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1604" name="Google Shape;1604;p24"/>
            <p:cNvSpPr/>
            <p:nvPr/>
          </p:nvSpPr>
          <p:spPr>
            <a:xfrm>
              <a:off x="5318700" y="1431100"/>
              <a:ext cx="1875025" cy="1831300"/>
            </a:xfrm>
            <a:custGeom>
              <a:rect b="b" l="l" r="r" t="t"/>
              <a:pathLst>
                <a:path extrusionOk="0" h="73252" w="75001">
                  <a:moveTo>
                    <a:pt x="1" y="0"/>
                  </a:moveTo>
                  <a:lnTo>
                    <a:pt x="73253" y="73251"/>
                  </a:lnTo>
                  <a:lnTo>
                    <a:pt x="75000" y="70295"/>
                  </a:lnTo>
                  <a:lnTo>
                    <a:pt x="4571" y="0"/>
                  </a:lnTo>
                  <a:close/>
                </a:path>
              </a:pathLst>
            </a:custGeom>
            <a:solidFill>
              <a:srgbClr val="26A8D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1605" name="Google Shape;1605;p24"/>
            <p:cNvSpPr/>
            <p:nvPr/>
          </p:nvSpPr>
          <p:spPr>
            <a:xfrm>
              <a:off x="5416150" y="1431100"/>
              <a:ext cx="1811175" cy="1770825"/>
            </a:xfrm>
            <a:custGeom>
              <a:rect b="b" l="l" r="r" t="t"/>
              <a:pathLst>
                <a:path extrusionOk="0" h="70833" w="72447">
                  <a:moveTo>
                    <a:pt x="1" y="0"/>
                  </a:moveTo>
                  <a:lnTo>
                    <a:pt x="70699" y="70832"/>
                  </a:lnTo>
                  <a:lnTo>
                    <a:pt x="72446" y="67875"/>
                  </a:lnTo>
                  <a:lnTo>
                    <a:pt x="4571" y="0"/>
                  </a:lnTo>
                  <a:close/>
                </a:path>
              </a:pathLst>
            </a:custGeom>
            <a:solidFill>
              <a:srgbClr val="27A6D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1606" name="Google Shape;1606;p24"/>
            <p:cNvSpPr/>
            <p:nvPr/>
          </p:nvSpPr>
          <p:spPr>
            <a:xfrm>
              <a:off x="5510250" y="1431100"/>
              <a:ext cx="1754025" cy="1706975"/>
            </a:xfrm>
            <a:custGeom>
              <a:rect b="b" l="l" r="r" t="t"/>
              <a:pathLst>
                <a:path extrusionOk="0" h="68279" w="70161">
                  <a:moveTo>
                    <a:pt x="0" y="0"/>
                  </a:moveTo>
                  <a:lnTo>
                    <a:pt x="68413" y="68278"/>
                  </a:lnTo>
                  <a:lnTo>
                    <a:pt x="70161" y="65456"/>
                  </a:lnTo>
                  <a:lnTo>
                    <a:pt x="4704" y="0"/>
                  </a:lnTo>
                  <a:close/>
                </a:path>
              </a:pathLst>
            </a:custGeom>
            <a:solidFill>
              <a:srgbClr val="28A4D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1607" name="Google Shape;1607;p24"/>
            <p:cNvSpPr/>
            <p:nvPr/>
          </p:nvSpPr>
          <p:spPr>
            <a:xfrm>
              <a:off x="5607675" y="1431100"/>
              <a:ext cx="1690200" cy="1646500"/>
            </a:xfrm>
            <a:custGeom>
              <a:rect b="b" l="l" r="r" t="t"/>
              <a:pathLst>
                <a:path extrusionOk="0" h="65860" w="67608">
                  <a:moveTo>
                    <a:pt x="1" y="0"/>
                  </a:moveTo>
                  <a:lnTo>
                    <a:pt x="65995" y="65859"/>
                  </a:lnTo>
                  <a:lnTo>
                    <a:pt x="67608" y="62902"/>
                  </a:lnTo>
                  <a:lnTo>
                    <a:pt x="4705" y="0"/>
                  </a:lnTo>
                  <a:close/>
                </a:path>
              </a:pathLst>
            </a:custGeom>
            <a:solidFill>
              <a:srgbClr val="29A2D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1608" name="Google Shape;1608;p24"/>
            <p:cNvSpPr/>
            <p:nvPr/>
          </p:nvSpPr>
          <p:spPr>
            <a:xfrm>
              <a:off x="5705125" y="1431100"/>
              <a:ext cx="1629725" cy="1586000"/>
            </a:xfrm>
            <a:custGeom>
              <a:rect b="b" l="l" r="r" t="t"/>
              <a:pathLst>
                <a:path extrusionOk="0" h="63440" w="65189">
                  <a:moveTo>
                    <a:pt x="1" y="0"/>
                  </a:moveTo>
                  <a:lnTo>
                    <a:pt x="63441" y="63440"/>
                  </a:lnTo>
                  <a:lnTo>
                    <a:pt x="65188" y="60483"/>
                  </a:lnTo>
                  <a:lnTo>
                    <a:pt x="4705" y="0"/>
                  </a:lnTo>
                  <a:close/>
                </a:path>
              </a:pathLst>
            </a:custGeom>
            <a:solidFill>
              <a:srgbClr val="2AA1D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1609" name="Google Shape;1609;p24"/>
            <p:cNvSpPr/>
            <p:nvPr/>
          </p:nvSpPr>
          <p:spPr>
            <a:xfrm>
              <a:off x="5802575" y="1431100"/>
              <a:ext cx="1565875" cy="1525525"/>
            </a:xfrm>
            <a:custGeom>
              <a:rect b="b" l="l" r="r" t="t"/>
              <a:pathLst>
                <a:path extrusionOk="0" h="61021" w="62635">
                  <a:moveTo>
                    <a:pt x="1" y="0"/>
                  </a:moveTo>
                  <a:lnTo>
                    <a:pt x="61021" y="61020"/>
                  </a:lnTo>
                  <a:lnTo>
                    <a:pt x="62634" y="58064"/>
                  </a:lnTo>
                  <a:lnTo>
                    <a:pt x="4705" y="0"/>
                  </a:lnTo>
                  <a:close/>
                </a:path>
              </a:pathLst>
            </a:custGeom>
            <a:solidFill>
              <a:srgbClr val="2B9FDE"/>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1610" name="Google Shape;1610;p24"/>
            <p:cNvSpPr/>
            <p:nvPr/>
          </p:nvSpPr>
          <p:spPr>
            <a:xfrm>
              <a:off x="5900025" y="1431100"/>
              <a:ext cx="1481850" cy="1461675"/>
            </a:xfrm>
            <a:custGeom>
              <a:rect b="b" l="l" r="r" t="t"/>
              <a:pathLst>
                <a:path extrusionOk="0" h="58467" w="59274">
                  <a:moveTo>
                    <a:pt x="0" y="0"/>
                  </a:moveTo>
                  <a:lnTo>
                    <a:pt x="58468" y="58467"/>
                  </a:lnTo>
                  <a:lnTo>
                    <a:pt x="59274" y="57123"/>
                  </a:lnTo>
                  <a:lnTo>
                    <a:pt x="56048" y="51478"/>
                  </a:lnTo>
                  <a:lnTo>
                    <a:pt x="4570" y="0"/>
                  </a:lnTo>
                  <a:close/>
                </a:path>
              </a:pathLst>
            </a:custGeom>
            <a:solidFill>
              <a:srgbClr val="2C9DDE"/>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1611" name="Google Shape;1611;p24"/>
            <p:cNvSpPr/>
            <p:nvPr/>
          </p:nvSpPr>
          <p:spPr>
            <a:xfrm>
              <a:off x="5997475" y="1431100"/>
              <a:ext cx="1307125" cy="1297025"/>
            </a:xfrm>
            <a:custGeom>
              <a:rect b="b" l="l" r="r" t="t"/>
              <a:pathLst>
                <a:path extrusionOk="0" h="51881" w="52285">
                  <a:moveTo>
                    <a:pt x="0" y="0"/>
                  </a:moveTo>
                  <a:lnTo>
                    <a:pt x="51747" y="51881"/>
                  </a:lnTo>
                  <a:lnTo>
                    <a:pt x="52285" y="51478"/>
                  </a:lnTo>
                  <a:lnTo>
                    <a:pt x="46908" y="42338"/>
                  </a:lnTo>
                  <a:lnTo>
                    <a:pt x="4570" y="0"/>
                  </a:lnTo>
                  <a:close/>
                </a:path>
              </a:pathLst>
            </a:custGeom>
            <a:solidFill>
              <a:srgbClr val="2D9CD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1612" name="Google Shape;1612;p24"/>
            <p:cNvSpPr/>
            <p:nvPr/>
          </p:nvSpPr>
          <p:spPr>
            <a:xfrm>
              <a:off x="6094900" y="1431100"/>
              <a:ext cx="1075300" cy="1065175"/>
            </a:xfrm>
            <a:custGeom>
              <a:rect b="b" l="l" r="r" t="t"/>
              <a:pathLst>
                <a:path extrusionOk="0" h="42607" w="43012">
                  <a:moveTo>
                    <a:pt x="1" y="0"/>
                  </a:moveTo>
                  <a:lnTo>
                    <a:pt x="42608" y="42607"/>
                  </a:lnTo>
                  <a:lnTo>
                    <a:pt x="43011" y="42338"/>
                  </a:lnTo>
                  <a:lnTo>
                    <a:pt x="37769" y="33064"/>
                  </a:lnTo>
                  <a:lnTo>
                    <a:pt x="4571" y="0"/>
                  </a:lnTo>
                  <a:close/>
                </a:path>
              </a:pathLst>
            </a:custGeom>
            <a:solidFill>
              <a:srgbClr val="2F9AE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1613" name="Google Shape;1613;p24"/>
            <p:cNvSpPr/>
            <p:nvPr/>
          </p:nvSpPr>
          <p:spPr>
            <a:xfrm>
              <a:off x="6189000" y="1431100"/>
              <a:ext cx="850150" cy="836700"/>
            </a:xfrm>
            <a:custGeom>
              <a:rect b="b" l="l" r="r" t="t"/>
              <a:pathLst>
                <a:path extrusionOk="0" h="33468" w="34006">
                  <a:moveTo>
                    <a:pt x="0" y="0"/>
                  </a:moveTo>
                  <a:lnTo>
                    <a:pt x="33602" y="33467"/>
                  </a:lnTo>
                  <a:lnTo>
                    <a:pt x="34005" y="33198"/>
                  </a:lnTo>
                  <a:lnTo>
                    <a:pt x="28629" y="23924"/>
                  </a:lnTo>
                  <a:lnTo>
                    <a:pt x="4705" y="0"/>
                  </a:lnTo>
                  <a:close/>
                </a:path>
              </a:pathLst>
            </a:custGeom>
            <a:solidFill>
              <a:srgbClr val="3098E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1614" name="Google Shape;1614;p24"/>
            <p:cNvSpPr/>
            <p:nvPr/>
          </p:nvSpPr>
          <p:spPr>
            <a:xfrm>
              <a:off x="6286450" y="1431100"/>
              <a:ext cx="618300" cy="608200"/>
            </a:xfrm>
            <a:custGeom>
              <a:rect b="b" l="l" r="r" t="t"/>
              <a:pathLst>
                <a:path extrusionOk="0" h="24328" w="24732">
                  <a:moveTo>
                    <a:pt x="0" y="0"/>
                  </a:moveTo>
                  <a:lnTo>
                    <a:pt x="24328" y="24328"/>
                  </a:lnTo>
                  <a:lnTo>
                    <a:pt x="24731" y="23924"/>
                  </a:lnTo>
                  <a:lnTo>
                    <a:pt x="19489" y="14785"/>
                  </a:lnTo>
                  <a:lnTo>
                    <a:pt x="4704" y="0"/>
                  </a:lnTo>
                  <a:close/>
                </a:path>
              </a:pathLst>
            </a:custGeom>
            <a:solidFill>
              <a:srgbClr val="3196E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1615" name="Google Shape;1615;p24"/>
            <p:cNvSpPr/>
            <p:nvPr/>
          </p:nvSpPr>
          <p:spPr>
            <a:xfrm>
              <a:off x="6383900" y="1431100"/>
              <a:ext cx="389800" cy="376350"/>
            </a:xfrm>
            <a:custGeom>
              <a:rect b="b" l="l" r="r" t="t"/>
              <a:pathLst>
                <a:path extrusionOk="0" h="15054" w="15592">
                  <a:moveTo>
                    <a:pt x="0" y="0"/>
                  </a:moveTo>
                  <a:lnTo>
                    <a:pt x="15188" y="15054"/>
                  </a:lnTo>
                  <a:lnTo>
                    <a:pt x="15591" y="14785"/>
                  </a:lnTo>
                  <a:lnTo>
                    <a:pt x="10215" y="5645"/>
                  </a:lnTo>
                  <a:lnTo>
                    <a:pt x="4704" y="0"/>
                  </a:lnTo>
                  <a:close/>
                </a:path>
              </a:pathLst>
            </a:custGeom>
            <a:solidFill>
              <a:srgbClr val="3295E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1616" name="Google Shape;1616;p24"/>
            <p:cNvSpPr/>
            <p:nvPr/>
          </p:nvSpPr>
          <p:spPr>
            <a:xfrm>
              <a:off x="6481325" y="1431100"/>
              <a:ext cx="157950" cy="147850"/>
            </a:xfrm>
            <a:custGeom>
              <a:rect b="b" l="l" r="r" t="t"/>
              <a:pathLst>
                <a:path extrusionOk="0" h="5914" w="6318">
                  <a:moveTo>
                    <a:pt x="1" y="0"/>
                  </a:moveTo>
                  <a:lnTo>
                    <a:pt x="5915" y="5914"/>
                  </a:lnTo>
                  <a:lnTo>
                    <a:pt x="6318" y="5645"/>
                  </a:lnTo>
                  <a:lnTo>
                    <a:pt x="3092" y="0"/>
                  </a:lnTo>
                  <a:close/>
                </a:path>
              </a:pathLst>
            </a:custGeom>
            <a:solidFill>
              <a:srgbClr val="3393E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grpSp>
      <p:sp>
        <p:nvSpPr>
          <p:cNvPr id="1617" name="Google Shape;1617;p24"/>
          <p:cNvSpPr/>
          <p:nvPr/>
        </p:nvSpPr>
        <p:spPr>
          <a:xfrm>
            <a:off x="1591719" y="1212580"/>
            <a:ext cx="779561" cy="779561"/>
          </a:xfrm>
          <a:custGeom>
            <a:rect b="b" l="l" r="r" t="t"/>
            <a:pathLst>
              <a:path extrusionOk="0" h="15290" w="15290">
                <a:moveTo>
                  <a:pt x="4519" y="6815"/>
                </a:moveTo>
                <a:lnTo>
                  <a:pt x="4690" y="6839"/>
                </a:lnTo>
                <a:lnTo>
                  <a:pt x="4861" y="6888"/>
                </a:lnTo>
                <a:lnTo>
                  <a:pt x="5007" y="6986"/>
                </a:lnTo>
                <a:lnTo>
                  <a:pt x="5154" y="7084"/>
                </a:lnTo>
                <a:lnTo>
                  <a:pt x="5251" y="7230"/>
                </a:lnTo>
                <a:lnTo>
                  <a:pt x="5325" y="7401"/>
                </a:lnTo>
                <a:lnTo>
                  <a:pt x="5374" y="7572"/>
                </a:lnTo>
                <a:lnTo>
                  <a:pt x="5398" y="7767"/>
                </a:lnTo>
                <a:lnTo>
                  <a:pt x="5374" y="7963"/>
                </a:lnTo>
                <a:lnTo>
                  <a:pt x="5325" y="8134"/>
                </a:lnTo>
                <a:lnTo>
                  <a:pt x="5251" y="8305"/>
                </a:lnTo>
                <a:lnTo>
                  <a:pt x="5154" y="8451"/>
                </a:lnTo>
                <a:lnTo>
                  <a:pt x="5007" y="8549"/>
                </a:lnTo>
                <a:lnTo>
                  <a:pt x="4861" y="8647"/>
                </a:lnTo>
                <a:lnTo>
                  <a:pt x="4690" y="8696"/>
                </a:lnTo>
                <a:lnTo>
                  <a:pt x="4519" y="8720"/>
                </a:lnTo>
                <a:lnTo>
                  <a:pt x="4348" y="8696"/>
                </a:lnTo>
                <a:lnTo>
                  <a:pt x="4177" y="8647"/>
                </a:lnTo>
                <a:lnTo>
                  <a:pt x="4030" y="8549"/>
                </a:lnTo>
                <a:lnTo>
                  <a:pt x="3884" y="8451"/>
                </a:lnTo>
                <a:lnTo>
                  <a:pt x="3786" y="8305"/>
                </a:lnTo>
                <a:lnTo>
                  <a:pt x="3713" y="8134"/>
                </a:lnTo>
                <a:lnTo>
                  <a:pt x="3664" y="7963"/>
                </a:lnTo>
                <a:lnTo>
                  <a:pt x="3640" y="7767"/>
                </a:lnTo>
                <a:lnTo>
                  <a:pt x="3664" y="7572"/>
                </a:lnTo>
                <a:lnTo>
                  <a:pt x="3713" y="7401"/>
                </a:lnTo>
                <a:lnTo>
                  <a:pt x="3786" y="7230"/>
                </a:lnTo>
                <a:lnTo>
                  <a:pt x="3884" y="7084"/>
                </a:lnTo>
                <a:lnTo>
                  <a:pt x="4030" y="6986"/>
                </a:lnTo>
                <a:lnTo>
                  <a:pt x="4177" y="6888"/>
                </a:lnTo>
                <a:lnTo>
                  <a:pt x="4348" y="6839"/>
                </a:lnTo>
                <a:lnTo>
                  <a:pt x="4519" y="6815"/>
                </a:lnTo>
                <a:close/>
                <a:moveTo>
                  <a:pt x="10771" y="6815"/>
                </a:moveTo>
                <a:lnTo>
                  <a:pt x="10942" y="6839"/>
                </a:lnTo>
                <a:lnTo>
                  <a:pt x="11113" y="6888"/>
                </a:lnTo>
                <a:lnTo>
                  <a:pt x="11260" y="6986"/>
                </a:lnTo>
                <a:lnTo>
                  <a:pt x="11406" y="7084"/>
                </a:lnTo>
                <a:lnTo>
                  <a:pt x="11504" y="7230"/>
                </a:lnTo>
                <a:lnTo>
                  <a:pt x="11577" y="7401"/>
                </a:lnTo>
                <a:lnTo>
                  <a:pt x="11626" y="7572"/>
                </a:lnTo>
                <a:lnTo>
                  <a:pt x="11650" y="7767"/>
                </a:lnTo>
                <a:lnTo>
                  <a:pt x="11626" y="7963"/>
                </a:lnTo>
                <a:lnTo>
                  <a:pt x="11577" y="8134"/>
                </a:lnTo>
                <a:lnTo>
                  <a:pt x="11504" y="8305"/>
                </a:lnTo>
                <a:lnTo>
                  <a:pt x="11406" y="8451"/>
                </a:lnTo>
                <a:lnTo>
                  <a:pt x="11260" y="8549"/>
                </a:lnTo>
                <a:lnTo>
                  <a:pt x="11113" y="8647"/>
                </a:lnTo>
                <a:lnTo>
                  <a:pt x="10942" y="8696"/>
                </a:lnTo>
                <a:lnTo>
                  <a:pt x="10771" y="8720"/>
                </a:lnTo>
                <a:lnTo>
                  <a:pt x="10600" y="8696"/>
                </a:lnTo>
                <a:lnTo>
                  <a:pt x="10429" y="8647"/>
                </a:lnTo>
                <a:lnTo>
                  <a:pt x="10283" y="8549"/>
                </a:lnTo>
                <a:lnTo>
                  <a:pt x="10136" y="8451"/>
                </a:lnTo>
                <a:lnTo>
                  <a:pt x="10038" y="8305"/>
                </a:lnTo>
                <a:lnTo>
                  <a:pt x="9965" y="8134"/>
                </a:lnTo>
                <a:lnTo>
                  <a:pt x="9916" y="7963"/>
                </a:lnTo>
                <a:lnTo>
                  <a:pt x="9892" y="7767"/>
                </a:lnTo>
                <a:lnTo>
                  <a:pt x="9916" y="7572"/>
                </a:lnTo>
                <a:lnTo>
                  <a:pt x="9965" y="7401"/>
                </a:lnTo>
                <a:lnTo>
                  <a:pt x="10038" y="7230"/>
                </a:lnTo>
                <a:lnTo>
                  <a:pt x="10136" y="7084"/>
                </a:lnTo>
                <a:lnTo>
                  <a:pt x="10283" y="6986"/>
                </a:lnTo>
                <a:lnTo>
                  <a:pt x="10429" y="6888"/>
                </a:lnTo>
                <a:lnTo>
                  <a:pt x="10600" y="6839"/>
                </a:lnTo>
                <a:lnTo>
                  <a:pt x="10771" y="6815"/>
                </a:lnTo>
                <a:close/>
                <a:moveTo>
                  <a:pt x="11308" y="10210"/>
                </a:moveTo>
                <a:lnTo>
                  <a:pt x="11406" y="10234"/>
                </a:lnTo>
                <a:lnTo>
                  <a:pt x="11479" y="10259"/>
                </a:lnTo>
                <a:lnTo>
                  <a:pt x="11577" y="10307"/>
                </a:lnTo>
                <a:lnTo>
                  <a:pt x="11650" y="10356"/>
                </a:lnTo>
                <a:lnTo>
                  <a:pt x="11699" y="10430"/>
                </a:lnTo>
                <a:lnTo>
                  <a:pt x="11748" y="10527"/>
                </a:lnTo>
                <a:lnTo>
                  <a:pt x="11772" y="10625"/>
                </a:lnTo>
                <a:lnTo>
                  <a:pt x="11797" y="10698"/>
                </a:lnTo>
                <a:lnTo>
                  <a:pt x="11772" y="10796"/>
                </a:lnTo>
                <a:lnTo>
                  <a:pt x="11748" y="10894"/>
                </a:lnTo>
                <a:lnTo>
                  <a:pt x="11699" y="10967"/>
                </a:lnTo>
                <a:lnTo>
                  <a:pt x="11650" y="11065"/>
                </a:lnTo>
                <a:lnTo>
                  <a:pt x="11235" y="11431"/>
                </a:lnTo>
                <a:lnTo>
                  <a:pt x="10795" y="11773"/>
                </a:lnTo>
                <a:lnTo>
                  <a:pt x="10307" y="12041"/>
                </a:lnTo>
                <a:lnTo>
                  <a:pt x="9819" y="12286"/>
                </a:lnTo>
                <a:lnTo>
                  <a:pt x="9281" y="12457"/>
                </a:lnTo>
                <a:lnTo>
                  <a:pt x="8768" y="12603"/>
                </a:lnTo>
                <a:lnTo>
                  <a:pt x="8207" y="12676"/>
                </a:lnTo>
                <a:lnTo>
                  <a:pt x="7645" y="12701"/>
                </a:lnTo>
                <a:lnTo>
                  <a:pt x="7083" y="12676"/>
                </a:lnTo>
                <a:lnTo>
                  <a:pt x="6521" y="12603"/>
                </a:lnTo>
                <a:lnTo>
                  <a:pt x="6009" y="12457"/>
                </a:lnTo>
                <a:lnTo>
                  <a:pt x="5471" y="12286"/>
                </a:lnTo>
                <a:lnTo>
                  <a:pt x="4983" y="12041"/>
                </a:lnTo>
                <a:lnTo>
                  <a:pt x="4494" y="11773"/>
                </a:lnTo>
                <a:lnTo>
                  <a:pt x="4055" y="11431"/>
                </a:lnTo>
                <a:lnTo>
                  <a:pt x="3640" y="11065"/>
                </a:lnTo>
                <a:lnTo>
                  <a:pt x="3591" y="10967"/>
                </a:lnTo>
                <a:lnTo>
                  <a:pt x="3542" y="10894"/>
                </a:lnTo>
                <a:lnTo>
                  <a:pt x="3517" y="10796"/>
                </a:lnTo>
                <a:lnTo>
                  <a:pt x="3493" y="10698"/>
                </a:lnTo>
                <a:lnTo>
                  <a:pt x="3517" y="10625"/>
                </a:lnTo>
                <a:lnTo>
                  <a:pt x="3542" y="10527"/>
                </a:lnTo>
                <a:lnTo>
                  <a:pt x="3591" y="10430"/>
                </a:lnTo>
                <a:lnTo>
                  <a:pt x="3640" y="10356"/>
                </a:lnTo>
                <a:lnTo>
                  <a:pt x="3713" y="10307"/>
                </a:lnTo>
                <a:lnTo>
                  <a:pt x="3811" y="10259"/>
                </a:lnTo>
                <a:lnTo>
                  <a:pt x="3884" y="10234"/>
                </a:lnTo>
                <a:lnTo>
                  <a:pt x="3981" y="10210"/>
                </a:lnTo>
                <a:lnTo>
                  <a:pt x="4079" y="10234"/>
                </a:lnTo>
                <a:lnTo>
                  <a:pt x="4177" y="10259"/>
                </a:lnTo>
                <a:lnTo>
                  <a:pt x="4250" y="10307"/>
                </a:lnTo>
                <a:lnTo>
                  <a:pt x="4323" y="10356"/>
                </a:lnTo>
                <a:lnTo>
                  <a:pt x="4690" y="10674"/>
                </a:lnTo>
                <a:lnTo>
                  <a:pt x="5056" y="10942"/>
                </a:lnTo>
                <a:lnTo>
                  <a:pt x="5447" y="11187"/>
                </a:lnTo>
                <a:lnTo>
                  <a:pt x="5862" y="11382"/>
                </a:lnTo>
                <a:lnTo>
                  <a:pt x="6277" y="11529"/>
                </a:lnTo>
                <a:lnTo>
                  <a:pt x="6717" y="11651"/>
                </a:lnTo>
                <a:lnTo>
                  <a:pt x="7181" y="11700"/>
                </a:lnTo>
                <a:lnTo>
                  <a:pt x="7645" y="11724"/>
                </a:lnTo>
                <a:lnTo>
                  <a:pt x="8109" y="11700"/>
                </a:lnTo>
                <a:lnTo>
                  <a:pt x="8573" y="11651"/>
                </a:lnTo>
                <a:lnTo>
                  <a:pt x="9013" y="11529"/>
                </a:lnTo>
                <a:lnTo>
                  <a:pt x="9428" y="11382"/>
                </a:lnTo>
                <a:lnTo>
                  <a:pt x="9843" y="11187"/>
                </a:lnTo>
                <a:lnTo>
                  <a:pt x="10234" y="10942"/>
                </a:lnTo>
                <a:lnTo>
                  <a:pt x="10600" y="10674"/>
                </a:lnTo>
                <a:lnTo>
                  <a:pt x="10966" y="10356"/>
                </a:lnTo>
                <a:lnTo>
                  <a:pt x="11040" y="10307"/>
                </a:lnTo>
                <a:lnTo>
                  <a:pt x="11113" y="10259"/>
                </a:lnTo>
                <a:lnTo>
                  <a:pt x="11211" y="10234"/>
                </a:lnTo>
                <a:lnTo>
                  <a:pt x="11308" y="10210"/>
                </a:lnTo>
                <a:close/>
                <a:moveTo>
                  <a:pt x="7254" y="1"/>
                </a:moveTo>
                <a:lnTo>
                  <a:pt x="6863" y="50"/>
                </a:lnTo>
                <a:lnTo>
                  <a:pt x="6473" y="99"/>
                </a:lnTo>
                <a:lnTo>
                  <a:pt x="6106" y="147"/>
                </a:lnTo>
                <a:lnTo>
                  <a:pt x="5740" y="245"/>
                </a:lnTo>
                <a:lnTo>
                  <a:pt x="5374" y="343"/>
                </a:lnTo>
                <a:lnTo>
                  <a:pt x="5007" y="465"/>
                </a:lnTo>
                <a:lnTo>
                  <a:pt x="4665" y="611"/>
                </a:lnTo>
                <a:lnTo>
                  <a:pt x="4323" y="758"/>
                </a:lnTo>
                <a:lnTo>
                  <a:pt x="4006" y="929"/>
                </a:lnTo>
                <a:lnTo>
                  <a:pt x="3688" y="1100"/>
                </a:lnTo>
                <a:lnTo>
                  <a:pt x="3371" y="1295"/>
                </a:lnTo>
                <a:lnTo>
                  <a:pt x="3078" y="1515"/>
                </a:lnTo>
                <a:lnTo>
                  <a:pt x="2785" y="1735"/>
                </a:lnTo>
                <a:lnTo>
                  <a:pt x="2516" y="1979"/>
                </a:lnTo>
                <a:lnTo>
                  <a:pt x="2247" y="2248"/>
                </a:lnTo>
                <a:lnTo>
                  <a:pt x="1979" y="2516"/>
                </a:lnTo>
                <a:lnTo>
                  <a:pt x="1735" y="2785"/>
                </a:lnTo>
                <a:lnTo>
                  <a:pt x="1515" y="3078"/>
                </a:lnTo>
                <a:lnTo>
                  <a:pt x="1295" y="3371"/>
                </a:lnTo>
                <a:lnTo>
                  <a:pt x="1100" y="3689"/>
                </a:lnTo>
                <a:lnTo>
                  <a:pt x="929" y="4006"/>
                </a:lnTo>
                <a:lnTo>
                  <a:pt x="758" y="4324"/>
                </a:lnTo>
                <a:lnTo>
                  <a:pt x="611" y="4666"/>
                </a:lnTo>
                <a:lnTo>
                  <a:pt x="465" y="5008"/>
                </a:lnTo>
                <a:lnTo>
                  <a:pt x="342" y="5374"/>
                </a:lnTo>
                <a:lnTo>
                  <a:pt x="245" y="5740"/>
                </a:lnTo>
                <a:lnTo>
                  <a:pt x="147" y="6107"/>
                </a:lnTo>
                <a:lnTo>
                  <a:pt x="98" y="6473"/>
                </a:lnTo>
                <a:lnTo>
                  <a:pt x="49" y="6864"/>
                </a:lnTo>
                <a:lnTo>
                  <a:pt x="1" y="7255"/>
                </a:lnTo>
                <a:lnTo>
                  <a:pt x="1" y="7645"/>
                </a:lnTo>
                <a:lnTo>
                  <a:pt x="1" y="8036"/>
                </a:lnTo>
                <a:lnTo>
                  <a:pt x="49" y="8427"/>
                </a:lnTo>
                <a:lnTo>
                  <a:pt x="98" y="8818"/>
                </a:lnTo>
                <a:lnTo>
                  <a:pt x="147" y="9184"/>
                </a:lnTo>
                <a:lnTo>
                  <a:pt x="245" y="9550"/>
                </a:lnTo>
                <a:lnTo>
                  <a:pt x="342" y="9917"/>
                </a:lnTo>
                <a:lnTo>
                  <a:pt x="465" y="10283"/>
                </a:lnTo>
                <a:lnTo>
                  <a:pt x="611" y="10625"/>
                </a:lnTo>
                <a:lnTo>
                  <a:pt x="758" y="10967"/>
                </a:lnTo>
                <a:lnTo>
                  <a:pt x="929" y="11284"/>
                </a:lnTo>
                <a:lnTo>
                  <a:pt x="1100" y="11602"/>
                </a:lnTo>
                <a:lnTo>
                  <a:pt x="1295" y="11919"/>
                </a:lnTo>
                <a:lnTo>
                  <a:pt x="1515" y="12212"/>
                </a:lnTo>
                <a:lnTo>
                  <a:pt x="1735" y="12506"/>
                </a:lnTo>
                <a:lnTo>
                  <a:pt x="1979" y="12774"/>
                </a:lnTo>
                <a:lnTo>
                  <a:pt x="2247" y="13043"/>
                </a:lnTo>
                <a:lnTo>
                  <a:pt x="2516" y="13311"/>
                </a:lnTo>
                <a:lnTo>
                  <a:pt x="2785" y="13556"/>
                </a:lnTo>
                <a:lnTo>
                  <a:pt x="3078" y="13776"/>
                </a:lnTo>
                <a:lnTo>
                  <a:pt x="3371" y="13995"/>
                </a:lnTo>
                <a:lnTo>
                  <a:pt x="3688" y="14191"/>
                </a:lnTo>
                <a:lnTo>
                  <a:pt x="4006" y="14362"/>
                </a:lnTo>
                <a:lnTo>
                  <a:pt x="4323" y="14533"/>
                </a:lnTo>
                <a:lnTo>
                  <a:pt x="4665" y="14679"/>
                </a:lnTo>
                <a:lnTo>
                  <a:pt x="5007" y="14826"/>
                </a:lnTo>
                <a:lnTo>
                  <a:pt x="5374" y="14948"/>
                </a:lnTo>
                <a:lnTo>
                  <a:pt x="5740" y="15046"/>
                </a:lnTo>
                <a:lnTo>
                  <a:pt x="6106" y="15143"/>
                </a:lnTo>
                <a:lnTo>
                  <a:pt x="6473" y="15192"/>
                </a:lnTo>
                <a:lnTo>
                  <a:pt x="6863" y="15241"/>
                </a:lnTo>
                <a:lnTo>
                  <a:pt x="7254" y="15290"/>
                </a:lnTo>
                <a:lnTo>
                  <a:pt x="8036" y="15290"/>
                </a:lnTo>
                <a:lnTo>
                  <a:pt x="8426" y="15241"/>
                </a:lnTo>
                <a:lnTo>
                  <a:pt x="8817" y="15192"/>
                </a:lnTo>
                <a:lnTo>
                  <a:pt x="9184" y="15143"/>
                </a:lnTo>
                <a:lnTo>
                  <a:pt x="9550" y="15046"/>
                </a:lnTo>
                <a:lnTo>
                  <a:pt x="9916" y="14948"/>
                </a:lnTo>
                <a:lnTo>
                  <a:pt x="10283" y="14826"/>
                </a:lnTo>
                <a:lnTo>
                  <a:pt x="10625" y="14679"/>
                </a:lnTo>
                <a:lnTo>
                  <a:pt x="10966" y="14533"/>
                </a:lnTo>
                <a:lnTo>
                  <a:pt x="11284" y="14362"/>
                </a:lnTo>
                <a:lnTo>
                  <a:pt x="11601" y="14191"/>
                </a:lnTo>
                <a:lnTo>
                  <a:pt x="11919" y="13995"/>
                </a:lnTo>
                <a:lnTo>
                  <a:pt x="12212" y="13776"/>
                </a:lnTo>
                <a:lnTo>
                  <a:pt x="12505" y="13556"/>
                </a:lnTo>
                <a:lnTo>
                  <a:pt x="12774" y="13311"/>
                </a:lnTo>
                <a:lnTo>
                  <a:pt x="13042" y="13043"/>
                </a:lnTo>
                <a:lnTo>
                  <a:pt x="13311" y="12774"/>
                </a:lnTo>
                <a:lnTo>
                  <a:pt x="13555" y="12506"/>
                </a:lnTo>
                <a:lnTo>
                  <a:pt x="13775" y="12212"/>
                </a:lnTo>
                <a:lnTo>
                  <a:pt x="13995" y="11919"/>
                </a:lnTo>
                <a:lnTo>
                  <a:pt x="14190" y="11602"/>
                </a:lnTo>
                <a:lnTo>
                  <a:pt x="14361" y="11284"/>
                </a:lnTo>
                <a:lnTo>
                  <a:pt x="14532" y="10967"/>
                </a:lnTo>
                <a:lnTo>
                  <a:pt x="14679" y="10625"/>
                </a:lnTo>
                <a:lnTo>
                  <a:pt x="14825" y="10283"/>
                </a:lnTo>
                <a:lnTo>
                  <a:pt x="14947" y="9917"/>
                </a:lnTo>
                <a:lnTo>
                  <a:pt x="15045" y="9550"/>
                </a:lnTo>
                <a:lnTo>
                  <a:pt x="15143" y="9184"/>
                </a:lnTo>
                <a:lnTo>
                  <a:pt x="15192" y="8818"/>
                </a:lnTo>
                <a:lnTo>
                  <a:pt x="15240" y="8427"/>
                </a:lnTo>
                <a:lnTo>
                  <a:pt x="15289" y="8036"/>
                </a:lnTo>
                <a:lnTo>
                  <a:pt x="15289" y="7645"/>
                </a:lnTo>
                <a:lnTo>
                  <a:pt x="15289" y="7255"/>
                </a:lnTo>
                <a:lnTo>
                  <a:pt x="15240" y="6864"/>
                </a:lnTo>
                <a:lnTo>
                  <a:pt x="15192" y="6473"/>
                </a:lnTo>
                <a:lnTo>
                  <a:pt x="15143" y="6107"/>
                </a:lnTo>
                <a:lnTo>
                  <a:pt x="15045" y="5740"/>
                </a:lnTo>
                <a:lnTo>
                  <a:pt x="14947" y="5374"/>
                </a:lnTo>
                <a:lnTo>
                  <a:pt x="14825" y="5008"/>
                </a:lnTo>
                <a:lnTo>
                  <a:pt x="14679" y="4666"/>
                </a:lnTo>
                <a:lnTo>
                  <a:pt x="14532" y="4324"/>
                </a:lnTo>
                <a:lnTo>
                  <a:pt x="14361" y="4006"/>
                </a:lnTo>
                <a:lnTo>
                  <a:pt x="14190" y="3689"/>
                </a:lnTo>
                <a:lnTo>
                  <a:pt x="13995" y="3371"/>
                </a:lnTo>
                <a:lnTo>
                  <a:pt x="13775" y="3078"/>
                </a:lnTo>
                <a:lnTo>
                  <a:pt x="13555" y="2785"/>
                </a:lnTo>
                <a:lnTo>
                  <a:pt x="13311" y="2516"/>
                </a:lnTo>
                <a:lnTo>
                  <a:pt x="13042" y="2248"/>
                </a:lnTo>
                <a:lnTo>
                  <a:pt x="12774" y="1979"/>
                </a:lnTo>
                <a:lnTo>
                  <a:pt x="12505" y="1735"/>
                </a:lnTo>
                <a:lnTo>
                  <a:pt x="12212" y="1515"/>
                </a:lnTo>
                <a:lnTo>
                  <a:pt x="11919" y="1295"/>
                </a:lnTo>
                <a:lnTo>
                  <a:pt x="11601" y="1100"/>
                </a:lnTo>
                <a:lnTo>
                  <a:pt x="11284" y="929"/>
                </a:lnTo>
                <a:lnTo>
                  <a:pt x="10966" y="758"/>
                </a:lnTo>
                <a:lnTo>
                  <a:pt x="10625" y="611"/>
                </a:lnTo>
                <a:lnTo>
                  <a:pt x="10283" y="465"/>
                </a:lnTo>
                <a:lnTo>
                  <a:pt x="9916" y="343"/>
                </a:lnTo>
                <a:lnTo>
                  <a:pt x="9550" y="245"/>
                </a:lnTo>
                <a:lnTo>
                  <a:pt x="9184" y="147"/>
                </a:lnTo>
                <a:lnTo>
                  <a:pt x="8817" y="99"/>
                </a:lnTo>
                <a:lnTo>
                  <a:pt x="8426" y="50"/>
                </a:lnTo>
                <a:lnTo>
                  <a:pt x="8036" y="1"/>
                </a:ln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Tree>
  </p:cSld>
  <p:clrMapOvr>
    <a:masterClrMapping/>
  </p:clrMapOvr>
</p:sld>
</file>

<file path=ppt/theme/theme1.xml><?xml version="1.0" encoding="utf-8"?>
<a:theme xmlns:a="http://schemas.openxmlformats.org/drawingml/2006/main" xmlns:r="http://schemas.openxmlformats.org/officeDocument/2006/relationships" name="OneRedData Template">
  <a:themeElements>
    <a:clrScheme name="Custom 347">
      <a:dk1>
        <a:srgbClr val="000000"/>
      </a:dk1>
      <a:lt1>
        <a:srgbClr val="FFFFFF"/>
      </a:lt1>
      <a:dk2>
        <a:srgbClr val="666666"/>
      </a:dk2>
      <a:lt2>
        <a:srgbClr val="CCCCCC"/>
      </a:lt2>
      <a:accent1>
        <a:srgbClr val="3A81BA"/>
      </a:accent1>
      <a:accent2>
        <a:srgbClr val="D89F39"/>
      </a:accent2>
      <a:accent3>
        <a:srgbClr val="8BAB42"/>
      </a:accent3>
      <a:accent4>
        <a:srgbClr val="57A7B5"/>
      </a:accent4>
      <a:accent5>
        <a:srgbClr val="8B81D2"/>
      </a:accent5>
      <a:accent6>
        <a:srgbClr val="963334"/>
      </a:accent6>
      <a:hlink>
        <a:srgbClr val="00E1C6"/>
      </a:hlink>
      <a:folHlink>
        <a:srgbClr val="00E1C6"/>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